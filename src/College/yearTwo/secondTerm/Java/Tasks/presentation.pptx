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3061440"/>
            <a:ext cx="736236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Java Programming Fundamentals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3130920"/>
            <a:ext cx="8236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1. Java Overview &amp; Development Environment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047600" y="31716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47720" y="2456640"/>
            <a:ext cx="198648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What is Java?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047600" y="36572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2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2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300320" y="3019320"/>
            <a:ext cx="7706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Object‑oriented, network‑centric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programming language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047600" y="41432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300320" y="3505320"/>
            <a:ext cx="6982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Platform independent via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Java Virtual Machine (JVM)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300320" y="3990960"/>
            <a:ext cx="6654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Used for mobile apps, software, enterprise systems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752400" y="2619360"/>
            <a:ext cx="1600560" cy="533520"/>
          </a:xfrm>
          <a:custGeom>
            <a:avLst/>
            <a:gdLst/>
            <a:ahLst/>
            <a:rect l="0" t="0" r="r" b="b"/>
            <a:pathLst>
              <a:path w="4446" h="1482">
                <a:moveTo>
                  <a:pt x="0" y="0"/>
                </a:moveTo>
                <a:lnTo>
                  <a:pt x="4446" y="0"/>
                </a:lnTo>
                <a:lnTo>
                  <a:pt x="444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352600" y="2619360"/>
            <a:ext cx="7334640" cy="533520"/>
          </a:xfrm>
          <a:custGeom>
            <a:avLst/>
            <a:gdLst/>
            <a:ahLst/>
            <a:rect l="0" t="0" r="r" b="b"/>
            <a:pathLst>
              <a:path w="20374" h="1482">
                <a:moveTo>
                  <a:pt x="0" y="0"/>
                </a:moveTo>
                <a:lnTo>
                  <a:pt x="20374" y="0"/>
                </a:lnTo>
                <a:lnTo>
                  <a:pt x="2037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52400" y="3152520"/>
            <a:ext cx="1600560" cy="543240"/>
          </a:xfrm>
          <a:custGeom>
            <a:avLst/>
            <a:gdLst/>
            <a:ahLst/>
            <a:rect l="0" t="0" r="r" b="b"/>
            <a:pathLst>
              <a:path w="4446" h="1509">
                <a:moveTo>
                  <a:pt x="0" y="0"/>
                </a:moveTo>
                <a:lnTo>
                  <a:pt x="4446" y="0"/>
                </a:lnTo>
                <a:lnTo>
                  <a:pt x="44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352600" y="3152520"/>
            <a:ext cx="7334640" cy="543240"/>
          </a:xfrm>
          <a:custGeom>
            <a:avLst/>
            <a:gdLst/>
            <a:ahLst/>
            <a:rect l="0" t="0" r="r" b="b"/>
            <a:pathLst>
              <a:path w="20374" h="1509">
                <a:moveTo>
                  <a:pt x="0" y="0"/>
                </a:moveTo>
                <a:lnTo>
                  <a:pt x="20374" y="0"/>
                </a:lnTo>
                <a:lnTo>
                  <a:pt x="203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52400" y="3695400"/>
            <a:ext cx="1600560" cy="533880"/>
          </a:xfrm>
          <a:custGeom>
            <a:avLst/>
            <a:gdLst/>
            <a:ahLst/>
            <a:rect l="0" t="0" r="r" b="b"/>
            <a:pathLst>
              <a:path w="4446" h="1483">
                <a:moveTo>
                  <a:pt x="0" y="0"/>
                </a:moveTo>
                <a:lnTo>
                  <a:pt x="4446" y="0"/>
                </a:lnTo>
                <a:lnTo>
                  <a:pt x="444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352600" y="3695400"/>
            <a:ext cx="7334640" cy="533880"/>
          </a:xfrm>
          <a:custGeom>
            <a:avLst/>
            <a:gdLst/>
            <a:ahLst/>
            <a:rect l="0" t="0" r="r" b="b"/>
            <a:pathLst>
              <a:path w="20374" h="1483">
                <a:moveTo>
                  <a:pt x="0" y="0"/>
                </a:moveTo>
                <a:lnTo>
                  <a:pt x="20374" y="0"/>
                </a:lnTo>
                <a:lnTo>
                  <a:pt x="2037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752400" y="4228920"/>
            <a:ext cx="1600560" cy="543240"/>
          </a:xfrm>
          <a:custGeom>
            <a:avLst/>
            <a:gdLst/>
            <a:ahLst/>
            <a:rect l="0" t="0" r="r" b="b"/>
            <a:pathLst>
              <a:path w="4446" h="1509">
                <a:moveTo>
                  <a:pt x="0" y="0"/>
                </a:moveTo>
                <a:lnTo>
                  <a:pt x="4446" y="0"/>
                </a:lnTo>
                <a:lnTo>
                  <a:pt x="44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352600" y="4228920"/>
            <a:ext cx="7334640" cy="543240"/>
          </a:xfrm>
          <a:custGeom>
            <a:avLst/>
            <a:gdLst/>
            <a:ahLst/>
            <a:rect l="0" t="0" r="r" b="b"/>
            <a:pathLst>
              <a:path w="20374" h="1509">
                <a:moveTo>
                  <a:pt x="0" y="0"/>
                </a:moveTo>
                <a:lnTo>
                  <a:pt x="20374" y="0"/>
                </a:lnTo>
                <a:lnTo>
                  <a:pt x="203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752400" y="2609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52400" y="260964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342880" y="26096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352600" y="2609640"/>
            <a:ext cx="7334640" cy="10080"/>
          </a:xfrm>
          <a:custGeom>
            <a:avLst/>
            <a:gdLst/>
            <a:ahLst/>
            <a:rect l="0" t="0" r="r" b="b"/>
            <a:pathLst>
              <a:path w="20374" h="28">
                <a:moveTo>
                  <a:pt x="0" y="0"/>
                </a:moveTo>
                <a:lnTo>
                  <a:pt x="20374" y="0"/>
                </a:lnTo>
                <a:lnTo>
                  <a:pt x="203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9677160" y="26096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752400" y="315252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352600" y="3152520"/>
            <a:ext cx="7334640" cy="10080"/>
          </a:xfrm>
          <a:custGeom>
            <a:avLst/>
            <a:gdLst/>
            <a:ahLst/>
            <a:rect l="0" t="0" r="r" b="b"/>
            <a:pathLst>
              <a:path w="20374" h="28">
                <a:moveTo>
                  <a:pt x="0" y="0"/>
                </a:moveTo>
                <a:lnTo>
                  <a:pt x="20374" y="0"/>
                </a:lnTo>
                <a:lnTo>
                  <a:pt x="203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752400" y="31622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342880" y="31622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9677160" y="31622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5240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52400" y="368604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342880" y="369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352600" y="3686040"/>
            <a:ext cx="7334640" cy="9720"/>
          </a:xfrm>
          <a:custGeom>
            <a:avLst/>
            <a:gdLst/>
            <a:ahLst/>
            <a:rect l="0" t="0" r="r" b="b"/>
            <a:pathLst>
              <a:path w="20374" h="27">
                <a:moveTo>
                  <a:pt x="0" y="0"/>
                </a:moveTo>
                <a:lnTo>
                  <a:pt x="20374" y="0"/>
                </a:lnTo>
                <a:lnTo>
                  <a:pt x="203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9677160" y="369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752400" y="42382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752400" y="42289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342880" y="42382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352600" y="4228920"/>
            <a:ext cx="7334640" cy="9720"/>
          </a:xfrm>
          <a:custGeom>
            <a:avLst/>
            <a:gdLst/>
            <a:ahLst/>
            <a:rect l="0" t="0" r="r" b="b"/>
            <a:pathLst>
              <a:path w="20374" h="27">
                <a:moveTo>
                  <a:pt x="0" y="0"/>
                </a:moveTo>
                <a:lnTo>
                  <a:pt x="20374" y="0"/>
                </a:lnTo>
                <a:lnTo>
                  <a:pt x="203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9677160" y="42382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752400" y="476244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352600" y="4762440"/>
            <a:ext cx="7334640" cy="9720"/>
          </a:xfrm>
          <a:custGeom>
            <a:avLst/>
            <a:gdLst/>
            <a:ahLst/>
            <a:rect l="0" t="0" r="r" b="b"/>
            <a:pathLst>
              <a:path w="20374" h="27">
                <a:moveTo>
                  <a:pt x="0" y="0"/>
                </a:moveTo>
                <a:lnTo>
                  <a:pt x="20374" y="0"/>
                </a:lnTo>
                <a:lnTo>
                  <a:pt x="203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47720" y="2066040"/>
            <a:ext cx="19159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Popular IDEs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319760" y="2695680"/>
            <a:ext cx="464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IDE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131440" y="2695680"/>
            <a:ext cx="1784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 Features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80920" y="3238560"/>
            <a:ext cx="939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Eclipse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480040" y="3238560"/>
            <a:ext cx="6945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Open source, plugins, auto‑correction, cross‑platform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80920" y="3771720"/>
            <a:ext cx="1340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NetBeans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480040" y="3771720"/>
            <a:ext cx="7118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Rich out‑of‑box (GUI builder, Maven), beginner‑friendly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80920" y="4314960"/>
            <a:ext cx="910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IntelliJ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480040" y="4314960"/>
            <a:ext cx="4999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Android development, code assistance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52400" y="4038480"/>
            <a:ext cx="66960" cy="1276560"/>
          </a:xfrm>
          <a:custGeom>
            <a:avLst/>
            <a:gdLst/>
            <a:ahLst/>
            <a:rect l="0" t="0" r="r" b="b"/>
            <a:pathLst>
              <a:path w="186" h="3546">
                <a:moveTo>
                  <a:pt x="0" y="0"/>
                </a:moveTo>
                <a:lnTo>
                  <a:pt x="186" y="0"/>
                </a:lnTo>
                <a:lnTo>
                  <a:pt x="186" y="3546"/>
                </a:lnTo>
                <a:lnTo>
                  <a:pt x="0" y="35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047600" y="22478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47720" y="1523160"/>
            <a:ext cx="45345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Java Ecosystem – JDK, JRE, JVM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562440" y="214308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30" y="0"/>
                </a:lnTo>
                <a:cubicBezTo>
                  <a:pt x="2340" y="0"/>
                  <a:pt x="2350" y="1"/>
                  <a:pt x="2361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6"/>
                </a:cubicBezTo>
                <a:cubicBezTo>
                  <a:pt x="2426" y="32"/>
                  <a:pt x="2435" y="39"/>
                  <a:pt x="2442" y="46"/>
                </a:cubicBezTo>
                <a:cubicBezTo>
                  <a:pt x="2449" y="53"/>
                  <a:pt x="2456" y="62"/>
                  <a:pt x="2462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7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8"/>
                  <a:pt x="2480" y="898"/>
                  <a:pt x="2476" y="908"/>
                </a:cubicBezTo>
                <a:cubicBezTo>
                  <a:pt x="2472" y="918"/>
                  <a:pt x="2467" y="927"/>
                  <a:pt x="2462" y="935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5" y="967"/>
                  <a:pt x="2426" y="973"/>
                  <a:pt x="2418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1" y="998"/>
                  <a:pt x="2371" y="1001"/>
                  <a:pt x="2361" y="1003"/>
                </a:cubicBezTo>
                <a:cubicBezTo>
                  <a:pt x="2350" y="1005"/>
                  <a:pt x="2340" y="1006"/>
                  <a:pt x="233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300320" y="2095560"/>
            <a:ext cx="5265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JDK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= JRE + development tools (compiler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660360" y="219456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javac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047600" y="2742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458840" y="2095560"/>
            <a:ext cx="1503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debugger)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047600" y="32288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300320" y="2590920"/>
            <a:ext cx="8088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JRE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= JVM + class libraries + conﬁg ﬁles – for running programs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300320" y="3076560"/>
            <a:ext cx="9269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JVM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= executes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bytecode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; converts to native code via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JIT (Just‑In‑Time)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300320" y="3495600"/>
            <a:ext cx="1139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compiler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2523960" y="4105080"/>
            <a:ext cx="1038600" cy="362160"/>
          </a:xfrm>
          <a:custGeom>
            <a:avLst/>
            <a:gdLst/>
            <a:ahLst/>
            <a:rect l="0" t="0" r="r" b="b"/>
            <a:pathLst>
              <a:path w="2885" h="1006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26" y="0"/>
                </a:lnTo>
                <a:cubicBezTo>
                  <a:pt x="2737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7" y="16"/>
                  <a:pt x="2806" y="21"/>
                  <a:pt x="2814" y="27"/>
                </a:cubicBezTo>
                <a:cubicBezTo>
                  <a:pt x="2823" y="33"/>
                  <a:pt x="2831" y="39"/>
                  <a:pt x="2838" y="47"/>
                </a:cubicBezTo>
                <a:cubicBezTo>
                  <a:pt x="2846" y="54"/>
                  <a:pt x="2852" y="62"/>
                  <a:pt x="2858" y="71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8"/>
                  <a:pt x="2885" y="160"/>
                </a:cubicBezTo>
                <a:lnTo>
                  <a:pt x="2885" y="848"/>
                </a:lnTo>
                <a:cubicBezTo>
                  <a:pt x="2885" y="858"/>
                  <a:pt x="2884" y="868"/>
                  <a:pt x="2882" y="879"/>
                </a:cubicBezTo>
                <a:cubicBezTo>
                  <a:pt x="2880" y="889"/>
                  <a:pt x="2877" y="899"/>
                  <a:pt x="2873" y="908"/>
                </a:cubicBezTo>
                <a:cubicBezTo>
                  <a:pt x="2869" y="918"/>
                  <a:pt x="2864" y="927"/>
                  <a:pt x="2858" y="936"/>
                </a:cubicBezTo>
                <a:cubicBezTo>
                  <a:pt x="2852" y="945"/>
                  <a:pt x="2846" y="953"/>
                  <a:pt x="2838" y="960"/>
                </a:cubicBezTo>
                <a:cubicBezTo>
                  <a:pt x="2831" y="967"/>
                  <a:pt x="2823" y="974"/>
                  <a:pt x="2814" y="980"/>
                </a:cubicBezTo>
                <a:cubicBezTo>
                  <a:pt x="2806" y="985"/>
                  <a:pt x="2797" y="990"/>
                  <a:pt x="2787" y="994"/>
                </a:cubicBezTo>
                <a:cubicBezTo>
                  <a:pt x="2777" y="998"/>
                  <a:pt x="2767" y="1001"/>
                  <a:pt x="2757" y="1003"/>
                </a:cubicBezTo>
                <a:cubicBezTo>
                  <a:pt x="2747" y="1005"/>
                  <a:pt x="2737" y="1006"/>
                  <a:pt x="272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90440" y="4057560"/>
            <a:ext cx="1434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Bytecode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620440" y="415656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.class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559320" y="4057560"/>
            <a:ext cx="6402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) is intermediate – not directly executable by CPU.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924080" y="4533840"/>
            <a:ext cx="753120" cy="362160"/>
          </a:xfrm>
          <a:custGeom>
            <a:avLst/>
            <a:gdLst/>
            <a:ahLst/>
            <a:rect l="0" t="0" r="r" b="b"/>
            <a:pathLst>
              <a:path w="2092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32" y="0"/>
                </a:lnTo>
                <a:cubicBezTo>
                  <a:pt x="1942" y="0"/>
                  <a:pt x="1953" y="1"/>
                  <a:pt x="1963" y="3"/>
                </a:cubicBezTo>
                <a:cubicBezTo>
                  <a:pt x="1973" y="5"/>
                  <a:pt x="1983" y="8"/>
                  <a:pt x="1993" y="12"/>
                </a:cubicBezTo>
                <a:cubicBezTo>
                  <a:pt x="2003" y="16"/>
                  <a:pt x="2012" y="21"/>
                  <a:pt x="2021" y="26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3" y="54"/>
                  <a:pt x="2059" y="62"/>
                  <a:pt x="2065" y="70"/>
                </a:cubicBezTo>
                <a:cubicBezTo>
                  <a:pt x="2071" y="79"/>
                  <a:pt x="2076" y="88"/>
                  <a:pt x="2080" y="98"/>
                </a:cubicBezTo>
                <a:cubicBezTo>
                  <a:pt x="2084" y="107"/>
                  <a:pt x="2087" y="117"/>
                  <a:pt x="2089" y="127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46"/>
                </a:lnTo>
                <a:cubicBezTo>
                  <a:pt x="2092" y="857"/>
                  <a:pt x="2091" y="867"/>
                  <a:pt x="2089" y="877"/>
                </a:cubicBezTo>
                <a:cubicBezTo>
                  <a:pt x="2087" y="888"/>
                  <a:pt x="2084" y="897"/>
                  <a:pt x="2080" y="907"/>
                </a:cubicBezTo>
                <a:cubicBezTo>
                  <a:pt x="2076" y="917"/>
                  <a:pt x="2071" y="926"/>
                  <a:pt x="2065" y="935"/>
                </a:cubicBezTo>
                <a:cubicBezTo>
                  <a:pt x="2059" y="943"/>
                  <a:pt x="2053" y="951"/>
                  <a:pt x="2045" y="959"/>
                </a:cubicBezTo>
                <a:cubicBezTo>
                  <a:pt x="2038" y="966"/>
                  <a:pt x="2030" y="973"/>
                  <a:pt x="2021" y="979"/>
                </a:cubicBezTo>
                <a:cubicBezTo>
                  <a:pt x="2012" y="985"/>
                  <a:pt x="2003" y="990"/>
                  <a:pt x="1993" y="994"/>
                </a:cubicBezTo>
                <a:cubicBezTo>
                  <a:pt x="1983" y="998"/>
                  <a:pt x="1973" y="1001"/>
                  <a:pt x="1963" y="1003"/>
                </a:cubicBezTo>
                <a:cubicBezTo>
                  <a:pt x="1953" y="1005"/>
                  <a:pt x="1942" y="1006"/>
                  <a:pt x="1932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6"/>
                  <a:pt x="47" y="959"/>
                </a:cubicBezTo>
                <a:cubicBezTo>
                  <a:pt x="40" y="951"/>
                  <a:pt x="33" y="943"/>
                  <a:pt x="27" y="935"/>
                </a:cubicBezTo>
                <a:cubicBezTo>
                  <a:pt x="21" y="926"/>
                  <a:pt x="17" y="917"/>
                  <a:pt x="13" y="907"/>
                </a:cubicBezTo>
                <a:cubicBezTo>
                  <a:pt x="9" y="897"/>
                  <a:pt x="6" y="888"/>
                  <a:pt x="4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090440" y="4486320"/>
            <a:ext cx="3827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Native code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depends on OS: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016960" y="458532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.exe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0001160" y="4533840"/>
            <a:ext cx="752760" cy="362160"/>
          </a:xfrm>
          <a:custGeom>
            <a:avLst/>
            <a:gdLst/>
            <a:ahLst/>
            <a:rect l="0" t="0" r="r" b="b"/>
            <a:pathLst>
              <a:path w="2091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932" y="0"/>
                </a:lnTo>
                <a:cubicBezTo>
                  <a:pt x="1943" y="0"/>
                  <a:pt x="1953" y="1"/>
                  <a:pt x="1963" y="3"/>
                </a:cubicBezTo>
                <a:cubicBezTo>
                  <a:pt x="1973" y="5"/>
                  <a:pt x="1983" y="8"/>
                  <a:pt x="1993" y="12"/>
                </a:cubicBezTo>
                <a:cubicBezTo>
                  <a:pt x="2003" y="16"/>
                  <a:pt x="2012" y="21"/>
                  <a:pt x="2020" y="26"/>
                </a:cubicBezTo>
                <a:cubicBezTo>
                  <a:pt x="2029" y="32"/>
                  <a:pt x="2037" y="39"/>
                  <a:pt x="2044" y="46"/>
                </a:cubicBezTo>
                <a:cubicBezTo>
                  <a:pt x="2052" y="54"/>
                  <a:pt x="2058" y="62"/>
                  <a:pt x="2064" y="70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7"/>
                  <a:pt x="2086" y="117"/>
                  <a:pt x="2088" y="127"/>
                </a:cubicBezTo>
                <a:cubicBezTo>
                  <a:pt x="2090" y="138"/>
                  <a:pt x="2091" y="148"/>
                  <a:pt x="2091" y="158"/>
                </a:cubicBezTo>
                <a:lnTo>
                  <a:pt x="2091" y="846"/>
                </a:lnTo>
                <a:cubicBezTo>
                  <a:pt x="2091" y="857"/>
                  <a:pt x="2090" y="867"/>
                  <a:pt x="2088" y="877"/>
                </a:cubicBezTo>
                <a:cubicBezTo>
                  <a:pt x="2086" y="888"/>
                  <a:pt x="2083" y="897"/>
                  <a:pt x="2079" y="907"/>
                </a:cubicBezTo>
                <a:cubicBezTo>
                  <a:pt x="2075" y="917"/>
                  <a:pt x="2070" y="926"/>
                  <a:pt x="2064" y="935"/>
                </a:cubicBezTo>
                <a:cubicBezTo>
                  <a:pt x="2058" y="943"/>
                  <a:pt x="2052" y="951"/>
                  <a:pt x="2044" y="959"/>
                </a:cubicBezTo>
                <a:cubicBezTo>
                  <a:pt x="2037" y="966"/>
                  <a:pt x="2029" y="973"/>
                  <a:pt x="2020" y="979"/>
                </a:cubicBezTo>
                <a:cubicBezTo>
                  <a:pt x="2012" y="985"/>
                  <a:pt x="2003" y="990"/>
                  <a:pt x="1993" y="994"/>
                </a:cubicBezTo>
                <a:cubicBezTo>
                  <a:pt x="1983" y="998"/>
                  <a:pt x="1973" y="1001"/>
                  <a:pt x="1963" y="1003"/>
                </a:cubicBezTo>
                <a:cubicBezTo>
                  <a:pt x="1953" y="1005"/>
                  <a:pt x="1943" y="1006"/>
                  <a:pt x="1932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3"/>
                  <a:pt x="54" y="966"/>
                  <a:pt x="46" y="959"/>
                </a:cubicBezTo>
                <a:cubicBezTo>
                  <a:pt x="39" y="951"/>
                  <a:pt x="32" y="943"/>
                  <a:pt x="27" y="935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7"/>
                  <a:pt x="5" y="888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674320" y="4486320"/>
            <a:ext cx="4329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 (Windows), no extension (Linux),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0092240" y="458532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.app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90440" y="4914720"/>
            <a:ext cx="1152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(macOS).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47720" y="3130920"/>
            <a:ext cx="46062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2. Java Program Life Cycle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7720" y="1703880"/>
            <a:ext cx="38613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From Source to Execution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124000" y="2323800"/>
            <a:ext cx="2162520" cy="362520"/>
          </a:xfrm>
          <a:custGeom>
            <a:avLst/>
            <a:gdLst/>
            <a:ahLst/>
            <a:rect l="0" t="0" r="r" b="b"/>
            <a:pathLst>
              <a:path w="6007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848" y="0"/>
                </a:lnTo>
                <a:cubicBezTo>
                  <a:pt x="5858" y="0"/>
                  <a:pt x="5869" y="1"/>
                  <a:pt x="5879" y="3"/>
                </a:cubicBezTo>
                <a:cubicBezTo>
                  <a:pt x="5889" y="5"/>
                  <a:pt x="5899" y="8"/>
                  <a:pt x="5909" y="12"/>
                </a:cubicBezTo>
                <a:cubicBezTo>
                  <a:pt x="5918" y="16"/>
                  <a:pt x="5928" y="21"/>
                  <a:pt x="5936" y="27"/>
                </a:cubicBezTo>
                <a:cubicBezTo>
                  <a:pt x="5945" y="33"/>
                  <a:pt x="5953" y="39"/>
                  <a:pt x="5960" y="47"/>
                </a:cubicBezTo>
                <a:cubicBezTo>
                  <a:pt x="5968" y="54"/>
                  <a:pt x="5974" y="62"/>
                  <a:pt x="5980" y="71"/>
                </a:cubicBezTo>
                <a:cubicBezTo>
                  <a:pt x="5986" y="81"/>
                  <a:pt x="5991" y="90"/>
                  <a:pt x="5995" y="99"/>
                </a:cubicBezTo>
                <a:cubicBezTo>
                  <a:pt x="5999" y="109"/>
                  <a:pt x="6002" y="119"/>
                  <a:pt x="6004" y="129"/>
                </a:cubicBezTo>
                <a:cubicBezTo>
                  <a:pt x="6006" y="139"/>
                  <a:pt x="6007" y="150"/>
                  <a:pt x="6007" y="160"/>
                </a:cubicBezTo>
                <a:lnTo>
                  <a:pt x="6007" y="848"/>
                </a:lnTo>
                <a:cubicBezTo>
                  <a:pt x="6007" y="858"/>
                  <a:pt x="6006" y="869"/>
                  <a:pt x="6004" y="879"/>
                </a:cubicBezTo>
                <a:cubicBezTo>
                  <a:pt x="6002" y="889"/>
                  <a:pt x="5999" y="899"/>
                  <a:pt x="5995" y="909"/>
                </a:cubicBezTo>
                <a:cubicBezTo>
                  <a:pt x="5991" y="918"/>
                  <a:pt x="5986" y="928"/>
                  <a:pt x="5980" y="936"/>
                </a:cubicBezTo>
                <a:cubicBezTo>
                  <a:pt x="5974" y="945"/>
                  <a:pt x="5968" y="953"/>
                  <a:pt x="5960" y="960"/>
                </a:cubicBezTo>
                <a:cubicBezTo>
                  <a:pt x="5953" y="968"/>
                  <a:pt x="5945" y="974"/>
                  <a:pt x="5936" y="980"/>
                </a:cubicBezTo>
                <a:cubicBezTo>
                  <a:pt x="5928" y="986"/>
                  <a:pt x="5918" y="991"/>
                  <a:pt x="5909" y="995"/>
                </a:cubicBezTo>
                <a:cubicBezTo>
                  <a:pt x="5899" y="999"/>
                  <a:pt x="5889" y="1002"/>
                  <a:pt x="5879" y="1004"/>
                </a:cubicBezTo>
                <a:cubicBezTo>
                  <a:pt x="5869" y="1006"/>
                  <a:pt x="5858" y="1007"/>
                  <a:pt x="5848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96120" y="2276640"/>
            <a:ext cx="1132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Write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221200" y="2375280"/>
            <a:ext cx="197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ClassName.java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286880" y="2276640"/>
            <a:ext cx="5571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public class name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must match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ﬁle name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495520" y="2819160"/>
            <a:ext cx="3009960" cy="362520"/>
          </a:xfrm>
          <a:custGeom>
            <a:avLst/>
            <a:gdLst/>
            <a:ahLst/>
            <a:rect l="0" t="0" r="r" b="b"/>
            <a:pathLst>
              <a:path w="8361" h="1007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203" y="0"/>
                </a:lnTo>
                <a:cubicBezTo>
                  <a:pt x="8213" y="0"/>
                  <a:pt x="8223" y="1"/>
                  <a:pt x="8234" y="3"/>
                </a:cubicBezTo>
                <a:cubicBezTo>
                  <a:pt x="8244" y="5"/>
                  <a:pt x="8254" y="8"/>
                  <a:pt x="8263" y="12"/>
                </a:cubicBezTo>
                <a:cubicBezTo>
                  <a:pt x="8273" y="16"/>
                  <a:pt x="8282" y="21"/>
                  <a:pt x="8291" y="27"/>
                </a:cubicBezTo>
                <a:cubicBezTo>
                  <a:pt x="8300" y="33"/>
                  <a:pt x="8308" y="39"/>
                  <a:pt x="8315" y="47"/>
                </a:cubicBezTo>
                <a:cubicBezTo>
                  <a:pt x="8322" y="54"/>
                  <a:pt x="8329" y="62"/>
                  <a:pt x="8335" y="71"/>
                </a:cubicBezTo>
                <a:cubicBezTo>
                  <a:pt x="8340" y="79"/>
                  <a:pt x="8345" y="89"/>
                  <a:pt x="8349" y="98"/>
                </a:cubicBezTo>
                <a:cubicBezTo>
                  <a:pt x="8353" y="108"/>
                  <a:pt x="8356" y="118"/>
                  <a:pt x="8358" y="128"/>
                </a:cubicBezTo>
                <a:cubicBezTo>
                  <a:pt x="8360" y="138"/>
                  <a:pt x="8361" y="148"/>
                  <a:pt x="8361" y="159"/>
                </a:cubicBezTo>
                <a:lnTo>
                  <a:pt x="8361" y="848"/>
                </a:lnTo>
                <a:cubicBezTo>
                  <a:pt x="8361" y="858"/>
                  <a:pt x="8360" y="869"/>
                  <a:pt x="8358" y="879"/>
                </a:cubicBezTo>
                <a:cubicBezTo>
                  <a:pt x="8356" y="889"/>
                  <a:pt x="8353" y="899"/>
                  <a:pt x="8349" y="909"/>
                </a:cubicBezTo>
                <a:cubicBezTo>
                  <a:pt x="8345" y="918"/>
                  <a:pt x="8340" y="927"/>
                  <a:pt x="8335" y="936"/>
                </a:cubicBezTo>
                <a:cubicBezTo>
                  <a:pt x="8329" y="945"/>
                  <a:pt x="8322" y="953"/>
                  <a:pt x="8315" y="960"/>
                </a:cubicBezTo>
                <a:cubicBezTo>
                  <a:pt x="8308" y="967"/>
                  <a:pt x="8300" y="974"/>
                  <a:pt x="8291" y="980"/>
                </a:cubicBezTo>
                <a:cubicBezTo>
                  <a:pt x="8282" y="986"/>
                  <a:pt x="8273" y="991"/>
                  <a:pt x="8263" y="994"/>
                </a:cubicBezTo>
                <a:cubicBezTo>
                  <a:pt x="8254" y="998"/>
                  <a:pt x="8244" y="1001"/>
                  <a:pt x="8234" y="1004"/>
                </a:cubicBezTo>
                <a:cubicBezTo>
                  <a:pt x="8223" y="1006"/>
                  <a:pt x="8213" y="1007"/>
                  <a:pt x="8203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1" y="974"/>
                  <a:pt x="53" y="967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96120" y="2771640"/>
            <a:ext cx="1497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Compile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589840" y="2870640"/>
            <a:ext cx="2817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javac ClassName.java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267320" y="2819160"/>
            <a:ext cx="2296080" cy="362520"/>
          </a:xfrm>
          <a:custGeom>
            <a:avLst/>
            <a:gdLst/>
            <a:ahLst/>
            <a:rect l="0" t="0" r="r" b="b"/>
            <a:pathLst>
              <a:path w="6378" h="1007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219" y="0"/>
                </a:lnTo>
                <a:cubicBezTo>
                  <a:pt x="6229" y="0"/>
                  <a:pt x="6240" y="1"/>
                  <a:pt x="6250" y="3"/>
                </a:cubicBezTo>
                <a:cubicBezTo>
                  <a:pt x="6260" y="5"/>
                  <a:pt x="6270" y="8"/>
                  <a:pt x="6280" y="12"/>
                </a:cubicBezTo>
                <a:cubicBezTo>
                  <a:pt x="6289" y="16"/>
                  <a:pt x="6298" y="21"/>
                  <a:pt x="6307" y="27"/>
                </a:cubicBezTo>
                <a:cubicBezTo>
                  <a:pt x="6316" y="33"/>
                  <a:pt x="6324" y="39"/>
                  <a:pt x="6331" y="47"/>
                </a:cubicBezTo>
                <a:cubicBezTo>
                  <a:pt x="6339" y="54"/>
                  <a:pt x="6345" y="62"/>
                  <a:pt x="6351" y="71"/>
                </a:cubicBezTo>
                <a:cubicBezTo>
                  <a:pt x="6357" y="79"/>
                  <a:pt x="6362" y="89"/>
                  <a:pt x="6366" y="98"/>
                </a:cubicBezTo>
                <a:cubicBezTo>
                  <a:pt x="6370" y="108"/>
                  <a:pt x="6373" y="118"/>
                  <a:pt x="6375" y="128"/>
                </a:cubicBezTo>
                <a:cubicBezTo>
                  <a:pt x="6377" y="138"/>
                  <a:pt x="6378" y="148"/>
                  <a:pt x="6378" y="159"/>
                </a:cubicBezTo>
                <a:lnTo>
                  <a:pt x="6378" y="848"/>
                </a:lnTo>
                <a:cubicBezTo>
                  <a:pt x="6378" y="858"/>
                  <a:pt x="6377" y="869"/>
                  <a:pt x="6375" y="879"/>
                </a:cubicBezTo>
                <a:cubicBezTo>
                  <a:pt x="6373" y="889"/>
                  <a:pt x="6370" y="899"/>
                  <a:pt x="6366" y="909"/>
                </a:cubicBezTo>
                <a:cubicBezTo>
                  <a:pt x="6362" y="918"/>
                  <a:pt x="6357" y="927"/>
                  <a:pt x="6351" y="936"/>
                </a:cubicBezTo>
                <a:cubicBezTo>
                  <a:pt x="6345" y="945"/>
                  <a:pt x="6339" y="953"/>
                  <a:pt x="6331" y="960"/>
                </a:cubicBezTo>
                <a:cubicBezTo>
                  <a:pt x="6324" y="967"/>
                  <a:pt x="6316" y="974"/>
                  <a:pt x="6307" y="980"/>
                </a:cubicBezTo>
                <a:cubicBezTo>
                  <a:pt x="6298" y="986"/>
                  <a:pt x="6289" y="991"/>
                  <a:pt x="6280" y="994"/>
                </a:cubicBezTo>
                <a:cubicBezTo>
                  <a:pt x="6270" y="998"/>
                  <a:pt x="6260" y="1001"/>
                  <a:pt x="6250" y="1004"/>
                </a:cubicBezTo>
                <a:cubicBezTo>
                  <a:pt x="6240" y="1006"/>
                  <a:pt x="6229" y="1007"/>
                  <a:pt x="6219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500800" y="2771640"/>
            <a:ext cx="1769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-&gt; generates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360560" y="2870640"/>
            <a:ext cx="2113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ClassName.class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567360" y="2771640"/>
            <a:ext cx="1427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(bytecode)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62440" y="3323880"/>
            <a:ext cx="1028880" cy="352800"/>
          </a:xfrm>
          <a:custGeom>
            <a:avLst/>
            <a:gdLst/>
            <a:ahLst/>
            <a:rect l="0" t="0" r="r" b="b"/>
            <a:pathLst>
              <a:path w="2858" h="980">
                <a:moveTo>
                  <a:pt x="0" y="82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2699" y="0"/>
                </a:lnTo>
                <a:cubicBezTo>
                  <a:pt x="2710" y="0"/>
                  <a:pt x="2720" y="1"/>
                  <a:pt x="2730" y="4"/>
                </a:cubicBezTo>
                <a:cubicBezTo>
                  <a:pt x="2741" y="6"/>
                  <a:pt x="2751" y="9"/>
                  <a:pt x="2760" y="13"/>
                </a:cubicBezTo>
                <a:cubicBezTo>
                  <a:pt x="2770" y="17"/>
                  <a:pt x="2779" y="21"/>
                  <a:pt x="2788" y="27"/>
                </a:cubicBezTo>
                <a:cubicBezTo>
                  <a:pt x="2796" y="33"/>
                  <a:pt x="2804" y="40"/>
                  <a:pt x="2812" y="47"/>
                </a:cubicBezTo>
                <a:cubicBezTo>
                  <a:pt x="2819" y="54"/>
                  <a:pt x="2826" y="63"/>
                  <a:pt x="2831" y="72"/>
                </a:cubicBezTo>
                <a:cubicBezTo>
                  <a:pt x="2837" y="81"/>
                  <a:pt x="2842" y="90"/>
                  <a:pt x="2846" y="99"/>
                </a:cubicBezTo>
                <a:cubicBezTo>
                  <a:pt x="2850" y="109"/>
                  <a:pt x="2853" y="119"/>
                  <a:pt x="2855" y="129"/>
                </a:cubicBezTo>
                <a:cubicBezTo>
                  <a:pt x="2857" y="139"/>
                  <a:pt x="2858" y="150"/>
                  <a:pt x="2858" y="160"/>
                </a:cubicBezTo>
                <a:lnTo>
                  <a:pt x="2858" y="822"/>
                </a:lnTo>
                <a:cubicBezTo>
                  <a:pt x="2858" y="832"/>
                  <a:pt x="2857" y="842"/>
                  <a:pt x="2855" y="853"/>
                </a:cubicBezTo>
                <a:cubicBezTo>
                  <a:pt x="2853" y="863"/>
                  <a:pt x="2850" y="873"/>
                  <a:pt x="2846" y="882"/>
                </a:cubicBezTo>
                <a:cubicBezTo>
                  <a:pt x="2842" y="892"/>
                  <a:pt x="2837" y="901"/>
                  <a:pt x="2831" y="910"/>
                </a:cubicBezTo>
                <a:cubicBezTo>
                  <a:pt x="2826" y="919"/>
                  <a:pt x="2819" y="927"/>
                  <a:pt x="2812" y="934"/>
                </a:cubicBezTo>
                <a:cubicBezTo>
                  <a:pt x="2804" y="941"/>
                  <a:pt x="2796" y="948"/>
                  <a:pt x="2788" y="954"/>
                </a:cubicBezTo>
                <a:cubicBezTo>
                  <a:pt x="2779" y="959"/>
                  <a:pt x="2770" y="964"/>
                  <a:pt x="2760" y="968"/>
                </a:cubicBezTo>
                <a:cubicBezTo>
                  <a:pt x="2751" y="972"/>
                  <a:pt x="2741" y="975"/>
                  <a:pt x="2730" y="977"/>
                </a:cubicBezTo>
                <a:cubicBezTo>
                  <a:pt x="2720" y="979"/>
                  <a:pt x="2710" y="980"/>
                  <a:pt x="269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7"/>
                  <a:pt x="32" y="919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996120" y="3276720"/>
            <a:ext cx="3762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Load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– Class Loader reads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852080" y="337572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.class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791320" y="3276720"/>
            <a:ext cx="465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ﬁle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996120" y="3771720"/>
            <a:ext cx="5403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Verify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– Bytecode Veriﬁer checks safety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96120" y="4257720"/>
            <a:ext cx="7027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Execute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– JVM runs code (interprets or JIT‑compiles)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96120" y="4734000"/>
            <a:ext cx="6408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Terminate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– Garbage Collector cleans memory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57080" y="1557000"/>
            <a:ext cx="10687320" cy="2210400"/>
          </a:xfrm>
          <a:custGeom>
            <a:avLst/>
            <a:gdLst/>
            <a:ahLst/>
            <a:rect l="0" t="0" r="r" b="b"/>
            <a:pathLst>
              <a:path w="29687" h="6140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94"/>
                </a:lnTo>
                <a:cubicBezTo>
                  <a:pt x="29687" y="6004"/>
                  <a:pt x="29686" y="6013"/>
                  <a:pt x="29684" y="6023"/>
                </a:cubicBezTo>
                <a:cubicBezTo>
                  <a:pt x="29683" y="6032"/>
                  <a:pt x="29680" y="6041"/>
                  <a:pt x="29676" y="6050"/>
                </a:cubicBezTo>
                <a:cubicBezTo>
                  <a:pt x="29672" y="6059"/>
                  <a:pt x="29668" y="6067"/>
                  <a:pt x="29663" y="6075"/>
                </a:cubicBezTo>
                <a:cubicBezTo>
                  <a:pt x="29657" y="6083"/>
                  <a:pt x="29651" y="6090"/>
                  <a:pt x="29645" y="6097"/>
                </a:cubicBezTo>
                <a:cubicBezTo>
                  <a:pt x="29638" y="6104"/>
                  <a:pt x="29630" y="6110"/>
                  <a:pt x="29623" y="6115"/>
                </a:cubicBezTo>
                <a:cubicBezTo>
                  <a:pt x="29615" y="6121"/>
                  <a:pt x="29606" y="6125"/>
                  <a:pt x="29597" y="6129"/>
                </a:cubicBezTo>
                <a:cubicBezTo>
                  <a:pt x="29589" y="6132"/>
                  <a:pt x="29579" y="6135"/>
                  <a:pt x="29570" y="6137"/>
                </a:cubicBezTo>
                <a:cubicBezTo>
                  <a:pt x="29561" y="6139"/>
                  <a:pt x="29551" y="6140"/>
                  <a:pt x="29542" y="6140"/>
                </a:cubicBezTo>
                <a:lnTo>
                  <a:pt x="145" y="6140"/>
                </a:lnTo>
                <a:cubicBezTo>
                  <a:pt x="136" y="6140"/>
                  <a:pt x="126" y="6139"/>
                  <a:pt x="117" y="6137"/>
                </a:cubicBezTo>
                <a:cubicBezTo>
                  <a:pt x="108" y="6135"/>
                  <a:pt x="99" y="6132"/>
                  <a:pt x="90" y="6129"/>
                </a:cubicBezTo>
                <a:cubicBezTo>
                  <a:pt x="81" y="6125"/>
                  <a:pt x="73" y="6121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4" y="6075"/>
                </a:cubicBezTo>
                <a:cubicBezTo>
                  <a:pt x="19" y="6067"/>
                  <a:pt x="15" y="6059"/>
                  <a:pt x="11" y="6050"/>
                </a:cubicBezTo>
                <a:cubicBezTo>
                  <a:pt x="7" y="6041"/>
                  <a:pt x="5" y="6032"/>
                  <a:pt x="3" y="6023"/>
                </a:cubicBezTo>
                <a:cubicBezTo>
                  <a:pt x="1" y="6013"/>
                  <a:pt x="0" y="6004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57080" y="1557000"/>
            <a:ext cx="10687320" cy="2210400"/>
          </a:xfrm>
          <a:custGeom>
            <a:avLst/>
            <a:gdLst/>
            <a:ahLst/>
            <a:rect l="0" t="0" r="r" b="b"/>
            <a:pathLst>
              <a:path w="29687" h="6140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94"/>
                </a:lnTo>
                <a:cubicBezTo>
                  <a:pt x="29687" y="6004"/>
                  <a:pt x="29686" y="6013"/>
                  <a:pt x="29684" y="6023"/>
                </a:cubicBezTo>
                <a:cubicBezTo>
                  <a:pt x="29683" y="6032"/>
                  <a:pt x="29680" y="6041"/>
                  <a:pt x="29676" y="6050"/>
                </a:cubicBezTo>
                <a:cubicBezTo>
                  <a:pt x="29672" y="6059"/>
                  <a:pt x="29668" y="6067"/>
                  <a:pt x="29663" y="6075"/>
                </a:cubicBezTo>
                <a:cubicBezTo>
                  <a:pt x="29657" y="6083"/>
                  <a:pt x="29651" y="6090"/>
                  <a:pt x="29645" y="6097"/>
                </a:cubicBezTo>
                <a:cubicBezTo>
                  <a:pt x="29638" y="6104"/>
                  <a:pt x="29630" y="6110"/>
                  <a:pt x="29623" y="6115"/>
                </a:cubicBezTo>
                <a:cubicBezTo>
                  <a:pt x="29615" y="6121"/>
                  <a:pt x="29606" y="6125"/>
                  <a:pt x="29597" y="6129"/>
                </a:cubicBezTo>
                <a:cubicBezTo>
                  <a:pt x="29589" y="6132"/>
                  <a:pt x="29579" y="6135"/>
                  <a:pt x="29570" y="6137"/>
                </a:cubicBezTo>
                <a:cubicBezTo>
                  <a:pt x="29561" y="6139"/>
                  <a:pt x="29551" y="6140"/>
                  <a:pt x="29542" y="6140"/>
                </a:cubicBezTo>
                <a:lnTo>
                  <a:pt x="145" y="6140"/>
                </a:lnTo>
                <a:cubicBezTo>
                  <a:pt x="136" y="6140"/>
                  <a:pt x="126" y="6139"/>
                  <a:pt x="117" y="6137"/>
                </a:cubicBezTo>
                <a:cubicBezTo>
                  <a:pt x="108" y="6135"/>
                  <a:pt x="99" y="6132"/>
                  <a:pt x="90" y="6129"/>
                </a:cubicBezTo>
                <a:cubicBezTo>
                  <a:pt x="81" y="6125"/>
                  <a:pt x="73" y="6121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4" y="6075"/>
                </a:cubicBezTo>
                <a:cubicBezTo>
                  <a:pt x="19" y="6067"/>
                  <a:pt x="15" y="6059"/>
                  <a:pt x="11" y="6050"/>
                </a:cubicBezTo>
                <a:cubicBezTo>
                  <a:pt x="7" y="6041"/>
                  <a:pt x="5" y="6032"/>
                  <a:pt x="3" y="6023"/>
                </a:cubicBezTo>
                <a:cubicBezTo>
                  <a:pt x="1" y="6013"/>
                  <a:pt x="0" y="6004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47720" y="999000"/>
            <a:ext cx="35863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First Program Structure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14400" y="1719000"/>
            <a:ext cx="7606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package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firstPackage;   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optional namespace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914400" y="2261880"/>
            <a:ext cx="8028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urier New"/>
                <a:ea typeface="Courier New"/>
              </a:rPr>
              <a:t>FirstApp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{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class name = file name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914400" y="2528640"/>
            <a:ext cx="8168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(String[] args) {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entry point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914400" y="2795400"/>
            <a:ext cx="7183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System.out.println(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"Hello!"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output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914400" y="307152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047600" y="40957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304640" y="399096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6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20" y="53"/>
                  <a:pt x="2826" y="61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7"/>
                  <a:pt x="2854" y="117"/>
                  <a:pt x="2856" y="127"/>
                </a:cubicBezTo>
                <a:cubicBezTo>
                  <a:pt x="2858" y="138"/>
                  <a:pt x="2859" y="148"/>
                  <a:pt x="2859" y="158"/>
                </a:cubicBezTo>
                <a:lnTo>
                  <a:pt x="2859" y="847"/>
                </a:lnTo>
                <a:cubicBezTo>
                  <a:pt x="2859" y="858"/>
                  <a:pt x="2858" y="868"/>
                  <a:pt x="2856" y="878"/>
                </a:cubicBezTo>
                <a:cubicBezTo>
                  <a:pt x="2854" y="888"/>
                  <a:pt x="2851" y="898"/>
                  <a:pt x="2847" y="908"/>
                </a:cubicBezTo>
                <a:cubicBezTo>
                  <a:pt x="2843" y="918"/>
                  <a:pt x="2838" y="927"/>
                  <a:pt x="2832" y="935"/>
                </a:cubicBezTo>
                <a:cubicBezTo>
                  <a:pt x="2826" y="944"/>
                  <a:pt x="2820" y="952"/>
                  <a:pt x="2812" y="959"/>
                </a:cubicBezTo>
                <a:cubicBezTo>
                  <a:pt x="2805" y="967"/>
                  <a:pt x="2797" y="973"/>
                  <a:pt x="2788" y="979"/>
                </a:cubicBezTo>
                <a:cubicBezTo>
                  <a:pt x="2780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14400" y="33382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93920" y="4042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047600" y="45907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304640" y="4485960"/>
            <a:ext cx="1029240" cy="362520"/>
          </a:xfrm>
          <a:custGeom>
            <a:avLst/>
            <a:gdLst/>
            <a:ahLst/>
            <a:rect l="0" t="0" r="r" b="b"/>
            <a:pathLst>
              <a:path w="2859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3"/>
                  <a:pt x="2805" y="39"/>
                  <a:pt x="2812" y="47"/>
                </a:cubicBezTo>
                <a:cubicBezTo>
                  <a:pt x="2820" y="54"/>
                  <a:pt x="2826" y="62"/>
                  <a:pt x="2832" y="71"/>
                </a:cubicBezTo>
                <a:cubicBezTo>
                  <a:pt x="2838" y="80"/>
                  <a:pt x="2843" y="89"/>
                  <a:pt x="2847" y="98"/>
                </a:cubicBezTo>
                <a:cubicBezTo>
                  <a:pt x="2851" y="109"/>
                  <a:pt x="2854" y="119"/>
                  <a:pt x="2856" y="129"/>
                </a:cubicBezTo>
                <a:cubicBezTo>
                  <a:pt x="2858" y="139"/>
                  <a:pt x="2859" y="150"/>
                  <a:pt x="2859" y="160"/>
                </a:cubicBezTo>
                <a:lnTo>
                  <a:pt x="2859" y="848"/>
                </a:lnTo>
                <a:cubicBezTo>
                  <a:pt x="2859" y="858"/>
                  <a:pt x="2858" y="869"/>
                  <a:pt x="2856" y="879"/>
                </a:cubicBezTo>
                <a:cubicBezTo>
                  <a:pt x="2854" y="889"/>
                  <a:pt x="2851" y="899"/>
                  <a:pt x="2847" y="909"/>
                </a:cubicBezTo>
                <a:cubicBezTo>
                  <a:pt x="2843" y="918"/>
                  <a:pt x="2838" y="928"/>
                  <a:pt x="2832" y="936"/>
                </a:cubicBezTo>
                <a:cubicBezTo>
                  <a:pt x="2826" y="945"/>
                  <a:pt x="2820" y="953"/>
                  <a:pt x="2812" y="960"/>
                </a:cubicBezTo>
                <a:cubicBezTo>
                  <a:pt x="2805" y="968"/>
                  <a:pt x="2797" y="974"/>
                  <a:pt x="2788" y="980"/>
                </a:cubicBezTo>
                <a:cubicBezTo>
                  <a:pt x="2780" y="986"/>
                  <a:pt x="2770" y="991"/>
                  <a:pt x="2761" y="995"/>
                </a:cubicBezTo>
                <a:cubicBezTo>
                  <a:pt x="2751" y="999"/>
                  <a:pt x="2741" y="1002"/>
                  <a:pt x="2731" y="1004"/>
                </a:cubicBezTo>
                <a:cubicBezTo>
                  <a:pt x="2721" y="1006"/>
                  <a:pt x="2710" y="1007"/>
                  <a:pt x="2700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333160" y="3943440"/>
            <a:ext cx="2939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accessible anywhere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393920" y="4537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047600" y="50860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304640" y="4981320"/>
            <a:ext cx="743400" cy="362520"/>
          </a:xfrm>
          <a:custGeom>
            <a:avLst/>
            <a:gdLst/>
            <a:ahLst/>
            <a:rect l="0" t="0" r="r" b="b"/>
            <a:pathLst>
              <a:path w="2065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7"/>
                </a:cubicBezTo>
                <a:cubicBezTo>
                  <a:pt x="2003" y="33"/>
                  <a:pt x="2011" y="39"/>
                  <a:pt x="2019" y="47"/>
                </a:cubicBezTo>
                <a:cubicBezTo>
                  <a:pt x="2026" y="54"/>
                  <a:pt x="2032" y="62"/>
                  <a:pt x="2038" y="71"/>
                </a:cubicBezTo>
                <a:cubicBezTo>
                  <a:pt x="2044" y="79"/>
                  <a:pt x="2049" y="89"/>
                  <a:pt x="2053" y="98"/>
                </a:cubicBezTo>
                <a:cubicBezTo>
                  <a:pt x="2057" y="108"/>
                  <a:pt x="2060" y="118"/>
                  <a:pt x="2062" y="128"/>
                </a:cubicBezTo>
                <a:cubicBezTo>
                  <a:pt x="2064" y="138"/>
                  <a:pt x="2065" y="149"/>
                  <a:pt x="2065" y="159"/>
                </a:cubicBezTo>
                <a:lnTo>
                  <a:pt x="2065" y="848"/>
                </a:lnTo>
                <a:cubicBezTo>
                  <a:pt x="2065" y="858"/>
                  <a:pt x="2064" y="869"/>
                  <a:pt x="2062" y="879"/>
                </a:cubicBezTo>
                <a:cubicBezTo>
                  <a:pt x="2060" y="889"/>
                  <a:pt x="2057" y="899"/>
                  <a:pt x="2053" y="909"/>
                </a:cubicBezTo>
                <a:cubicBezTo>
                  <a:pt x="2049" y="918"/>
                  <a:pt x="2044" y="927"/>
                  <a:pt x="2038" y="936"/>
                </a:cubicBezTo>
                <a:cubicBezTo>
                  <a:pt x="2032" y="945"/>
                  <a:pt x="2026" y="953"/>
                  <a:pt x="2019" y="960"/>
                </a:cubicBezTo>
                <a:cubicBezTo>
                  <a:pt x="2011" y="967"/>
                  <a:pt x="2003" y="974"/>
                  <a:pt x="1994" y="980"/>
                </a:cubicBezTo>
                <a:cubicBezTo>
                  <a:pt x="1986" y="986"/>
                  <a:pt x="1977" y="991"/>
                  <a:pt x="1967" y="995"/>
                </a:cubicBezTo>
                <a:cubicBezTo>
                  <a:pt x="1957" y="999"/>
                  <a:pt x="1947" y="1002"/>
                  <a:pt x="1937" y="1004"/>
                </a:cubicBezTo>
                <a:cubicBezTo>
                  <a:pt x="1927" y="1006"/>
                  <a:pt x="1917" y="1007"/>
                  <a:pt x="1906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333160" y="4438800"/>
            <a:ext cx="4748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belongs to class, no object needed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393920" y="503280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void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047600" y="5581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304640" y="5476680"/>
            <a:ext cx="2010240" cy="362160"/>
          </a:xfrm>
          <a:custGeom>
            <a:avLst/>
            <a:gdLst/>
            <a:ahLst/>
            <a:rect l="0" t="0" r="r" b="b"/>
            <a:pathLst>
              <a:path w="5584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425" y="0"/>
                </a:lnTo>
                <a:cubicBezTo>
                  <a:pt x="5436" y="0"/>
                  <a:pt x="5446" y="1"/>
                  <a:pt x="5456" y="3"/>
                </a:cubicBezTo>
                <a:cubicBezTo>
                  <a:pt x="5466" y="5"/>
                  <a:pt x="5476" y="8"/>
                  <a:pt x="5486" y="12"/>
                </a:cubicBezTo>
                <a:cubicBezTo>
                  <a:pt x="5496" y="16"/>
                  <a:pt x="5505" y="21"/>
                  <a:pt x="5513" y="27"/>
                </a:cubicBezTo>
                <a:cubicBezTo>
                  <a:pt x="5522" y="33"/>
                  <a:pt x="5530" y="39"/>
                  <a:pt x="5538" y="47"/>
                </a:cubicBezTo>
                <a:cubicBezTo>
                  <a:pt x="5545" y="54"/>
                  <a:pt x="5551" y="62"/>
                  <a:pt x="5557" y="71"/>
                </a:cubicBezTo>
                <a:cubicBezTo>
                  <a:pt x="5563" y="79"/>
                  <a:pt x="5568" y="88"/>
                  <a:pt x="5572" y="98"/>
                </a:cubicBezTo>
                <a:cubicBezTo>
                  <a:pt x="5576" y="108"/>
                  <a:pt x="5579" y="118"/>
                  <a:pt x="5581" y="128"/>
                </a:cubicBezTo>
                <a:cubicBezTo>
                  <a:pt x="5583" y="138"/>
                  <a:pt x="5584" y="148"/>
                  <a:pt x="5584" y="159"/>
                </a:cubicBezTo>
                <a:lnTo>
                  <a:pt x="5584" y="848"/>
                </a:lnTo>
                <a:cubicBezTo>
                  <a:pt x="5584" y="858"/>
                  <a:pt x="5583" y="868"/>
                  <a:pt x="5581" y="879"/>
                </a:cubicBezTo>
                <a:cubicBezTo>
                  <a:pt x="5579" y="889"/>
                  <a:pt x="5576" y="899"/>
                  <a:pt x="5572" y="908"/>
                </a:cubicBezTo>
                <a:cubicBezTo>
                  <a:pt x="5568" y="918"/>
                  <a:pt x="5563" y="927"/>
                  <a:pt x="5557" y="936"/>
                </a:cubicBezTo>
                <a:cubicBezTo>
                  <a:pt x="5551" y="945"/>
                  <a:pt x="5545" y="953"/>
                  <a:pt x="5538" y="960"/>
                </a:cubicBezTo>
                <a:cubicBezTo>
                  <a:pt x="5530" y="967"/>
                  <a:pt x="5522" y="974"/>
                  <a:pt x="5513" y="980"/>
                </a:cubicBezTo>
                <a:cubicBezTo>
                  <a:pt x="5505" y="985"/>
                  <a:pt x="5496" y="990"/>
                  <a:pt x="5486" y="994"/>
                </a:cubicBezTo>
                <a:cubicBezTo>
                  <a:pt x="5476" y="998"/>
                  <a:pt x="5466" y="1001"/>
                  <a:pt x="5456" y="1003"/>
                </a:cubicBezTo>
                <a:cubicBezTo>
                  <a:pt x="5446" y="1005"/>
                  <a:pt x="5436" y="1006"/>
                  <a:pt x="5425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051280" y="4933800"/>
            <a:ext cx="2328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returns nothing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393920" y="5528160"/>
            <a:ext cx="1831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String[] args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318840" y="5429160"/>
            <a:ext cx="3645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command‑line arguments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47720" y="3130920"/>
            <a:ext cx="44996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3. Variables &amp; Data Types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52400" y="1285560"/>
            <a:ext cx="1428840" cy="533880"/>
          </a:xfrm>
          <a:custGeom>
            <a:avLst/>
            <a:gdLst/>
            <a:ahLst/>
            <a:rect l="0" t="0" r="r" b="b"/>
            <a:pathLst>
              <a:path w="3969" h="1483">
                <a:moveTo>
                  <a:pt x="0" y="0"/>
                </a:moveTo>
                <a:lnTo>
                  <a:pt x="3969" y="0"/>
                </a:lnTo>
                <a:lnTo>
                  <a:pt x="39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180880" y="1285560"/>
            <a:ext cx="1124640" cy="533880"/>
          </a:xfrm>
          <a:custGeom>
            <a:avLst/>
            <a:gdLst/>
            <a:ahLst/>
            <a:rect l="0" t="0" r="r" b="b"/>
            <a:pathLst>
              <a:path w="3124" h="1483">
                <a:moveTo>
                  <a:pt x="0" y="0"/>
                </a:moveTo>
                <a:lnTo>
                  <a:pt x="3124" y="0"/>
                </a:lnTo>
                <a:lnTo>
                  <a:pt x="312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305160" y="1285560"/>
            <a:ext cx="3257640" cy="533880"/>
          </a:xfrm>
          <a:custGeom>
            <a:avLst/>
            <a:gdLst/>
            <a:ahLst/>
            <a:rect l="0" t="0" r="r" b="b"/>
            <a:pathLst>
              <a:path w="9049" h="1483">
                <a:moveTo>
                  <a:pt x="0" y="0"/>
                </a:moveTo>
                <a:lnTo>
                  <a:pt x="9049" y="0"/>
                </a:lnTo>
                <a:lnTo>
                  <a:pt x="904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52400" y="1819080"/>
            <a:ext cx="1428840" cy="552960"/>
          </a:xfrm>
          <a:custGeom>
            <a:avLst/>
            <a:gdLst/>
            <a:ahLst/>
            <a:rect l="0" t="0" r="r" b="b"/>
            <a:pathLst>
              <a:path w="3969" h="1536">
                <a:moveTo>
                  <a:pt x="0" y="0"/>
                </a:moveTo>
                <a:lnTo>
                  <a:pt x="3969" y="0"/>
                </a:lnTo>
                <a:lnTo>
                  <a:pt x="396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180880" y="1819080"/>
            <a:ext cx="1124640" cy="552960"/>
          </a:xfrm>
          <a:custGeom>
            <a:avLst/>
            <a:gdLst/>
            <a:ahLst/>
            <a:rect l="0" t="0" r="r" b="b"/>
            <a:pathLst>
              <a:path w="3124" h="1536">
                <a:moveTo>
                  <a:pt x="0" y="0"/>
                </a:moveTo>
                <a:lnTo>
                  <a:pt x="3124" y="0"/>
                </a:lnTo>
                <a:lnTo>
                  <a:pt x="312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305160" y="1819080"/>
            <a:ext cx="3257640" cy="552960"/>
          </a:xfrm>
          <a:custGeom>
            <a:avLst/>
            <a:gdLst/>
            <a:ahLst/>
            <a:rect l="0" t="0" r="r" b="b"/>
            <a:pathLst>
              <a:path w="9049" h="1536">
                <a:moveTo>
                  <a:pt x="0" y="0"/>
                </a:moveTo>
                <a:lnTo>
                  <a:pt x="9049" y="0"/>
                </a:lnTo>
                <a:lnTo>
                  <a:pt x="904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52400" y="2371680"/>
            <a:ext cx="1428840" cy="552600"/>
          </a:xfrm>
          <a:custGeom>
            <a:avLst/>
            <a:gdLst/>
            <a:ahLst/>
            <a:rect l="0" t="0" r="r" b="b"/>
            <a:pathLst>
              <a:path w="3969" h="1535">
                <a:moveTo>
                  <a:pt x="0" y="0"/>
                </a:moveTo>
                <a:lnTo>
                  <a:pt x="3969" y="0"/>
                </a:lnTo>
                <a:lnTo>
                  <a:pt x="396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180880" y="2371680"/>
            <a:ext cx="1124640" cy="552600"/>
          </a:xfrm>
          <a:custGeom>
            <a:avLst/>
            <a:gdLst/>
            <a:ahLst/>
            <a:rect l="0" t="0" r="r" b="b"/>
            <a:pathLst>
              <a:path w="3124" h="1535">
                <a:moveTo>
                  <a:pt x="0" y="0"/>
                </a:moveTo>
                <a:lnTo>
                  <a:pt x="3124" y="0"/>
                </a:lnTo>
                <a:lnTo>
                  <a:pt x="312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305160" y="2371680"/>
            <a:ext cx="3257640" cy="552600"/>
          </a:xfrm>
          <a:custGeom>
            <a:avLst/>
            <a:gdLst/>
            <a:ahLst/>
            <a:rect l="0" t="0" r="r" b="b"/>
            <a:pathLst>
              <a:path w="9049" h="1535">
                <a:moveTo>
                  <a:pt x="0" y="0"/>
                </a:moveTo>
                <a:lnTo>
                  <a:pt x="9049" y="0"/>
                </a:lnTo>
                <a:lnTo>
                  <a:pt x="904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752400" y="2923920"/>
            <a:ext cx="1428840" cy="552960"/>
          </a:xfrm>
          <a:custGeom>
            <a:avLst/>
            <a:gdLst/>
            <a:ahLst/>
            <a:rect l="0" t="0" r="r" b="b"/>
            <a:pathLst>
              <a:path w="3969" h="1536">
                <a:moveTo>
                  <a:pt x="0" y="0"/>
                </a:moveTo>
                <a:lnTo>
                  <a:pt x="3969" y="0"/>
                </a:lnTo>
                <a:lnTo>
                  <a:pt x="396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180880" y="2923920"/>
            <a:ext cx="1124640" cy="552960"/>
          </a:xfrm>
          <a:custGeom>
            <a:avLst/>
            <a:gdLst/>
            <a:ahLst/>
            <a:rect l="0" t="0" r="r" b="b"/>
            <a:pathLst>
              <a:path w="3124" h="1536">
                <a:moveTo>
                  <a:pt x="0" y="0"/>
                </a:moveTo>
                <a:lnTo>
                  <a:pt x="3124" y="0"/>
                </a:lnTo>
                <a:lnTo>
                  <a:pt x="312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305160" y="2923920"/>
            <a:ext cx="3257640" cy="552960"/>
          </a:xfrm>
          <a:custGeom>
            <a:avLst/>
            <a:gdLst/>
            <a:ahLst/>
            <a:rect l="0" t="0" r="r" b="b"/>
            <a:pathLst>
              <a:path w="9049" h="1536">
                <a:moveTo>
                  <a:pt x="0" y="0"/>
                </a:moveTo>
                <a:lnTo>
                  <a:pt x="9049" y="0"/>
                </a:lnTo>
                <a:lnTo>
                  <a:pt x="904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752400" y="3476520"/>
            <a:ext cx="1428840" cy="552600"/>
          </a:xfrm>
          <a:custGeom>
            <a:avLst/>
            <a:gdLst/>
            <a:ahLst/>
            <a:rect l="0" t="0" r="r" b="b"/>
            <a:pathLst>
              <a:path w="3969" h="1535">
                <a:moveTo>
                  <a:pt x="0" y="0"/>
                </a:moveTo>
                <a:lnTo>
                  <a:pt x="3969" y="0"/>
                </a:lnTo>
                <a:lnTo>
                  <a:pt x="396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180880" y="3476520"/>
            <a:ext cx="1124640" cy="552600"/>
          </a:xfrm>
          <a:custGeom>
            <a:avLst/>
            <a:gdLst/>
            <a:ahLst/>
            <a:rect l="0" t="0" r="r" b="b"/>
            <a:pathLst>
              <a:path w="3124" h="1535">
                <a:moveTo>
                  <a:pt x="0" y="0"/>
                </a:moveTo>
                <a:lnTo>
                  <a:pt x="3124" y="0"/>
                </a:lnTo>
                <a:lnTo>
                  <a:pt x="312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305160" y="3476520"/>
            <a:ext cx="3257640" cy="552600"/>
          </a:xfrm>
          <a:custGeom>
            <a:avLst/>
            <a:gdLst/>
            <a:ahLst/>
            <a:rect l="0" t="0" r="r" b="b"/>
            <a:pathLst>
              <a:path w="9049" h="1535">
                <a:moveTo>
                  <a:pt x="0" y="0"/>
                </a:moveTo>
                <a:lnTo>
                  <a:pt x="9049" y="0"/>
                </a:lnTo>
                <a:lnTo>
                  <a:pt x="904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52400" y="4028760"/>
            <a:ext cx="1428840" cy="552960"/>
          </a:xfrm>
          <a:custGeom>
            <a:avLst/>
            <a:gdLst/>
            <a:ahLst/>
            <a:rect l="0" t="0" r="r" b="b"/>
            <a:pathLst>
              <a:path w="3969" h="1536">
                <a:moveTo>
                  <a:pt x="0" y="0"/>
                </a:moveTo>
                <a:lnTo>
                  <a:pt x="3969" y="0"/>
                </a:lnTo>
                <a:lnTo>
                  <a:pt x="396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180880" y="4028760"/>
            <a:ext cx="1124640" cy="552960"/>
          </a:xfrm>
          <a:custGeom>
            <a:avLst/>
            <a:gdLst/>
            <a:ahLst/>
            <a:rect l="0" t="0" r="r" b="b"/>
            <a:pathLst>
              <a:path w="3124" h="1536">
                <a:moveTo>
                  <a:pt x="0" y="0"/>
                </a:moveTo>
                <a:lnTo>
                  <a:pt x="3124" y="0"/>
                </a:lnTo>
                <a:lnTo>
                  <a:pt x="312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305160" y="4028760"/>
            <a:ext cx="3257640" cy="552960"/>
          </a:xfrm>
          <a:custGeom>
            <a:avLst/>
            <a:gdLst/>
            <a:ahLst/>
            <a:rect l="0" t="0" r="r" b="b"/>
            <a:pathLst>
              <a:path w="9049" h="1536">
                <a:moveTo>
                  <a:pt x="0" y="0"/>
                </a:moveTo>
                <a:lnTo>
                  <a:pt x="9049" y="0"/>
                </a:lnTo>
                <a:lnTo>
                  <a:pt x="904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52400" y="4581360"/>
            <a:ext cx="1428840" cy="552960"/>
          </a:xfrm>
          <a:custGeom>
            <a:avLst/>
            <a:gdLst/>
            <a:ahLst/>
            <a:rect l="0" t="0" r="r" b="b"/>
            <a:pathLst>
              <a:path w="3969" h="1536">
                <a:moveTo>
                  <a:pt x="0" y="0"/>
                </a:moveTo>
                <a:lnTo>
                  <a:pt x="3969" y="0"/>
                </a:lnTo>
                <a:lnTo>
                  <a:pt x="396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180880" y="4581360"/>
            <a:ext cx="1124640" cy="552960"/>
          </a:xfrm>
          <a:custGeom>
            <a:avLst/>
            <a:gdLst/>
            <a:ahLst/>
            <a:rect l="0" t="0" r="r" b="b"/>
            <a:pathLst>
              <a:path w="3124" h="1536">
                <a:moveTo>
                  <a:pt x="0" y="0"/>
                </a:moveTo>
                <a:lnTo>
                  <a:pt x="3124" y="0"/>
                </a:lnTo>
                <a:lnTo>
                  <a:pt x="312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305160" y="4581360"/>
            <a:ext cx="3257640" cy="552960"/>
          </a:xfrm>
          <a:custGeom>
            <a:avLst/>
            <a:gdLst/>
            <a:ahLst/>
            <a:rect l="0" t="0" r="r" b="b"/>
            <a:pathLst>
              <a:path w="9049" h="1536">
                <a:moveTo>
                  <a:pt x="0" y="0"/>
                </a:moveTo>
                <a:lnTo>
                  <a:pt x="9049" y="0"/>
                </a:lnTo>
                <a:lnTo>
                  <a:pt x="904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752400" y="5133960"/>
            <a:ext cx="1428840" cy="552600"/>
          </a:xfrm>
          <a:custGeom>
            <a:avLst/>
            <a:gdLst/>
            <a:ahLst/>
            <a:rect l="0" t="0" r="r" b="b"/>
            <a:pathLst>
              <a:path w="3969" h="1535">
                <a:moveTo>
                  <a:pt x="0" y="0"/>
                </a:moveTo>
                <a:lnTo>
                  <a:pt x="3969" y="0"/>
                </a:lnTo>
                <a:lnTo>
                  <a:pt x="396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180880" y="5133960"/>
            <a:ext cx="1124640" cy="552600"/>
          </a:xfrm>
          <a:custGeom>
            <a:avLst/>
            <a:gdLst/>
            <a:ahLst/>
            <a:rect l="0" t="0" r="r" b="b"/>
            <a:pathLst>
              <a:path w="3124" h="1535">
                <a:moveTo>
                  <a:pt x="0" y="0"/>
                </a:moveTo>
                <a:lnTo>
                  <a:pt x="3124" y="0"/>
                </a:lnTo>
                <a:lnTo>
                  <a:pt x="312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305160" y="5133960"/>
            <a:ext cx="3257640" cy="552600"/>
          </a:xfrm>
          <a:custGeom>
            <a:avLst/>
            <a:gdLst/>
            <a:ahLst/>
            <a:rect l="0" t="0" r="r" b="b"/>
            <a:pathLst>
              <a:path w="9049" h="1535">
                <a:moveTo>
                  <a:pt x="0" y="0"/>
                </a:moveTo>
                <a:lnTo>
                  <a:pt x="9049" y="0"/>
                </a:lnTo>
                <a:lnTo>
                  <a:pt x="904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52400" y="5686200"/>
            <a:ext cx="1428840" cy="552960"/>
          </a:xfrm>
          <a:custGeom>
            <a:avLst/>
            <a:gdLst/>
            <a:ahLst/>
            <a:rect l="0" t="0" r="r" b="b"/>
            <a:pathLst>
              <a:path w="3969" h="1536">
                <a:moveTo>
                  <a:pt x="0" y="0"/>
                </a:moveTo>
                <a:lnTo>
                  <a:pt x="3969" y="0"/>
                </a:lnTo>
                <a:lnTo>
                  <a:pt x="396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180880" y="5686200"/>
            <a:ext cx="1124640" cy="552960"/>
          </a:xfrm>
          <a:custGeom>
            <a:avLst/>
            <a:gdLst/>
            <a:ahLst/>
            <a:rect l="0" t="0" r="r" b="b"/>
            <a:pathLst>
              <a:path w="3124" h="1536">
                <a:moveTo>
                  <a:pt x="0" y="0"/>
                </a:moveTo>
                <a:lnTo>
                  <a:pt x="3124" y="0"/>
                </a:lnTo>
                <a:lnTo>
                  <a:pt x="312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305160" y="5686200"/>
            <a:ext cx="3257640" cy="552960"/>
          </a:xfrm>
          <a:custGeom>
            <a:avLst/>
            <a:gdLst/>
            <a:ahLst/>
            <a:rect l="0" t="0" r="r" b="b"/>
            <a:pathLst>
              <a:path w="9049" h="1536">
                <a:moveTo>
                  <a:pt x="0" y="0"/>
                </a:moveTo>
                <a:lnTo>
                  <a:pt x="9049" y="0"/>
                </a:lnTo>
                <a:lnTo>
                  <a:pt x="904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52400" y="12762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52400" y="127620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180880" y="127620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190600" y="127620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295440" y="127620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305160" y="127620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553080" y="12762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752400" y="181908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190600" y="181908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305160" y="181908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52400" y="18284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180880" y="18284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295440" y="18284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553080" y="18284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52400" y="23810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52400" y="237168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180880" y="23810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190600" y="237168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295440" y="23810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305160" y="237168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553080" y="23810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52400" y="29336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752400" y="2923920"/>
            <a:ext cx="1438560" cy="10080"/>
          </a:xfrm>
          <a:custGeom>
            <a:avLst/>
            <a:gdLst/>
            <a:ahLst/>
            <a:rect l="0" t="0" r="r" b="b"/>
            <a:pathLst>
              <a:path w="3996" h="28">
                <a:moveTo>
                  <a:pt x="0" y="0"/>
                </a:moveTo>
                <a:lnTo>
                  <a:pt x="3996" y="0"/>
                </a:lnTo>
                <a:lnTo>
                  <a:pt x="3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180880" y="29336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190600" y="292392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295440" y="29336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305160" y="2923920"/>
            <a:ext cx="3257640" cy="10080"/>
          </a:xfrm>
          <a:custGeom>
            <a:avLst/>
            <a:gdLst/>
            <a:ahLst/>
            <a:rect l="0" t="0" r="r" b="b"/>
            <a:pathLst>
              <a:path w="9049" h="28">
                <a:moveTo>
                  <a:pt x="0" y="0"/>
                </a:moveTo>
                <a:lnTo>
                  <a:pt x="9049" y="0"/>
                </a:lnTo>
                <a:lnTo>
                  <a:pt x="9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553080" y="29336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52400" y="34858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52400" y="347652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180880" y="34858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190600" y="347652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295440" y="34858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305160" y="347652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553080" y="34858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752400" y="40384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52400" y="4028760"/>
            <a:ext cx="1438560" cy="10080"/>
          </a:xfrm>
          <a:custGeom>
            <a:avLst/>
            <a:gdLst/>
            <a:ahLst/>
            <a:rect l="0" t="0" r="r" b="b"/>
            <a:pathLst>
              <a:path w="3996" h="28">
                <a:moveTo>
                  <a:pt x="0" y="0"/>
                </a:moveTo>
                <a:lnTo>
                  <a:pt x="3996" y="0"/>
                </a:lnTo>
                <a:lnTo>
                  <a:pt x="3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180880" y="403848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190600" y="402876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295440" y="403848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305160" y="4028760"/>
            <a:ext cx="3257640" cy="10080"/>
          </a:xfrm>
          <a:custGeom>
            <a:avLst/>
            <a:gdLst/>
            <a:ahLst/>
            <a:rect l="0" t="0" r="r" b="b"/>
            <a:pathLst>
              <a:path w="9049" h="28">
                <a:moveTo>
                  <a:pt x="0" y="0"/>
                </a:moveTo>
                <a:lnTo>
                  <a:pt x="9049" y="0"/>
                </a:lnTo>
                <a:lnTo>
                  <a:pt x="9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553080" y="40384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52400" y="45907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752400" y="458136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180880" y="45907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190600" y="458136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295440" y="45907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305160" y="458136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553080" y="45907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52400" y="51433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52400" y="513396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180880" y="51433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190600" y="513396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295440" y="51433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305160" y="513396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553080" y="51433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52400" y="5695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52400" y="5686200"/>
            <a:ext cx="1438560" cy="10080"/>
          </a:xfrm>
          <a:custGeom>
            <a:avLst/>
            <a:gdLst/>
            <a:ahLst/>
            <a:rect l="0" t="0" r="r" b="b"/>
            <a:pathLst>
              <a:path w="3996" h="28">
                <a:moveTo>
                  <a:pt x="0" y="0"/>
                </a:moveTo>
                <a:lnTo>
                  <a:pt x="3996" y="0"/>
                </a:lnTo>
                <a:lnTo>
                  <a:pt x="3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180880" y="56959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190600" y="568620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295440" y="56959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305160" y="5686200"/>
            <a:ext cx="3257640" cy="10080"/>
          </a:xfrm>
          <a:custGeom>
            <a:avLst/>
            <a:gdLst/>
            <a:ahLst/>
            <a:rect l="0" t="0" r="r" b="b"/>
            <a:pathLst>
              <a:path w="9049" h="28">
                <a:moveTo>
                  <a:pt x="0" y="0"/>
                </a:moveTo>
                <a:lnTo>
                  <a:pt x="9049" y="0"/>
                </a:lnTo>
                <a:lnTo>
                  <a:pt x="9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553080" y="5695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52400" y="6238800"/>
            <a:ext cx="1438560" cy="9720"/>
          </a:xfrm>
          <a:custGeom>
            <a:avLst/>
            <a:gdLst/>
            <a:ahLst/>
            <a:rect l="0" t="0" r="r" b="b"/>
            <a:pathLst>
              <a:path w="3996" h="27">
                <a:moveTo>
                  <a:pt x="0" y="0"/>
                </a:moveTo>
                <a:lnTo>
                  <a:pt x="3996" y="0"/>
                </a:lnTo>
                <a:lnTo>
                  <a:pt x="3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190600" y="623880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305160" y="6238800"/>
            <a:ext cx="3257640" cy="9720"/>
          </a:xfrm>
          <a:custGeom>
            <a:avLst/>
            <a:gdLst/>
            <a:ahLst/>
            <a:rect l="0" t="0" r="r" b="b"/>
            <a:pathLst>
              <a:path w="9049" h="27">
                <a:moveTo>
                  <a:pt x="0" y="0"/>
                </a:moveTo>
                <a:lnTo>
                  <a:pt x="9049" y="0"/>
                </a:lnTo>
                <a:lnTo>
                  <a:pt x="9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47720" y="732600"/>
            <a:ext cx="446040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Primitive Types (size &amp; range)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142280" y="1362240"/>
            <a:ext cx="656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Type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474640" y="1362240"/>
            <a:ext cx="535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Size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885600" y="1952280"/>
            <a:ext cx="743400" cy="362520"/>
          </a:xfrm>
          <a:custGeom>
            <a:avLst/>
            <a:gdLst/>
            <a:ahLst/>
            <a:rect l="0" t="0" r="r" b="b"/>
            <a:pathLst>
              <a:path w="2065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4"/>
                </a:cubicBezTo>
                <a:cubicBezTo>
                  <a:pt x="1947" y="6"/>
                  <a:pt x="1957" y="9"/>
                  <a:pt x="1967" y="13"/>
                </a:cubicBezTo>
                <a:cubicBezTo>
                  <a:pt x="1977" y="17"/>
                  <a:pt x="1986" y="21"/>
                  <a:pt x="1994" y="27"/>
                </a:cubicBezTo>
                <a:cubicBezTo>
                  <a:pt x="2003" y="33"/>
                  <a:pt x="2011" y="40"/>
                  <a:pt x="2018" y="47"/>
                </a:cubicBezTo>
                <a:cubicBezTo>
                  <a:pt x="2026" y="54"/>
                  <a:pt x="2032" y="62"/>
                  <a:pt x="2038" y="71"/>
                </a:cubicBezTo>
                <a:cubicBezTo>
                  <a:pt x="2044" y="80"/>
                  <a:pt x="2049" y="89"/>
                  <a:pt x="2053" y="98"/>
                </a:cubicBezTo>
                <a:cubicBezTo>
                  <a:pt x="2057" y="109"/>
                  <a:pt x="2060" y="119"/>
                  <a:pt x="2062" y="129"/>
                </a:cubicBezTo>
                <a:cubicBezTo>
                  <a:pt x="2064" y="139"/>
                  <a:pt x="2065" y="150"/>
                  <a:pt x="2065" y="160"/>
                </a:cubicBezTo>
                <a:lnTo>
                  <a:pt x="2065" y="848"/>
                </a:lnTo>
                <a:cubicBezTo>
                  <a:pt x="2065" y="859"/>
                  <a:pt x="2064" y="869"/>
                  <a:pt x="2062" y="879"/>
                </a:cubicBezTo>
                <a:cubicBezTo>
                  <a:pt x="2060" y="889"/>
                  <a:pt x="2057" y="899"/>
                  <a:pt x="2053" y="909"/>
                </a:cubicBezTo>
                <a:cubicBezTo>
                  <a:pt x="2049" y="919"/>
                  <a:pt x="2044" y="928"/>
                  <a:pt x="2038" y="936"/>
                </a:cubicBezTo>
                <a:cubicBezTo>
                  <a:pt x="2032" y="945"/>
                  <a:pt x="2026" y="953"/>
                  <a:pt x="2018" y="960"/>
                </a:cubicBezTo>
                <a:cubicBezTo>
                  <a:pt x="2011" y="968"/>
                  <a:pt x="2003" y="974"/>
                  <a:pt x="1994" y="980"/>
                </a:cubicBezTo>
                <a:cubicBezTo>
                  <a:pt x="1986" y="986"/>
                  <a:pt x="1977" y="991"/>
                  <a:pt x="1967" y="995"/>
                </a:cubicBezTo>
                <a:cubicBezTo>
                  <a:pt x="1957" y="999"/>
                  <a:pt x="1947" y="1002"/>
                  <a:pt x="1937" y="1004"/>
                </a:cubicBezTo>
                <a:cubicBezTo>
                  <a:pt x="1927" y="1006"/>
                  <a:pt x="1917" y="1007"/>
                  <a:pt x="1906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499280" y="1362240"/>
            <a:ext cx="865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Range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974880" y="200412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byte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311920" y="1914480"/>
            <a:ext cx="702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8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885600" y="250488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03" y="0"/>
                </a:lnTo>
                <a:cubicBezTo>
                  <a:pt x="2313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3" y="16"/>
                  <a:pt x="2383" y="21"/>
                  <a:pt x="2391" y="27"/>
                </a:cubicBezTo>
                <a:cubicBezTo>
                  <a:pt x="2400" y="33"/>
                  <a:pt x="2408" y="39"/>
                  <a:pt x="2415" y="47"/>
                </a:cubicBezTo>
                <a:cubicBezTo>
                  <a:pt x="2423" y="54"/>
                  <a:pt x="2429" y="62"/>
                  <a:pt x="2435" y="71"/>
                </a:cubicBezTo>
                <a:cubicBezTo>
                  <a:pt x="2441" y="79"/>
                  <a:pt x="2446" y="88"/>
                  <a:pt x="2450" y="98"/>
                </a:cubicBezTo>
                <a:cubicBezTo>
                  <a:pt x="2454" y="108"/>
                  <a:pt x="2457" y="118"/>
                  <a:pt x="2459" y="128"/>
                </a:cubicBezTo>
                <a:cubicBezTo>
                  <a:pt x="2461" y="138"/>
                  <a:pt x="2462" y="148"/>
                  <a:pt x="2462" y="159"/>
                </a:cubicBezTo>
                <a:lnTo>
                  <a:pt x="2462" y="848"/>
                </a:lnTo>
                <a:cubicBezTo>
                  <a:pt x="2462" y="858"/>
                  <a:pt x="2461" y="868"/>
                  <a:pt x="2459" y="879"/>
                </a:cubicBezTo>
                <a:cubicBezTo>
                  <a:pt x="2457" y="889"/>
                  <a:pt x="2454" y="899"/>
                  <a:pt x="2450" y="908"/>
                </a:cubicBezTo>
                <a:cubicBezTo>
                  <a:pt x="2446" y="918"/>
                  <a:pt x="2441" y="927"/>
                  <a:pt x="2435" y="936"/>
                </a:cubicBezTo>
                <a:cubicBezTo>
                  <a:pt x="2429" y="945"/>
                  <a:pt x="2423" y="953"/>
                  <a:pt x="2415" y="960"/>
                </a:cubicBezTo>
                <a:cubicBezTo>
                  <a:pt x="2408" y="967"/>
                  <a:pt x="2400" y="974"/>
                  <a:pt x="2391" y="980"/>
                </a:cubicBezTo>
                <a:cubicBezTo>
                  <a:pt x="2383" y="985"/>
                  <a:pt x="2373" y="990"/>
                  <a:pt x="2364" y="994"/>
                </a:cubicBezTo>
                <a:cubicBezTo>
                  <a:pt x="2354" y="998"/>
                  <a:pt x="2344" y="1001"/>
                  <a:pt x="2334" y="1003"/>
                </a:cubicBezTo>
                <a:cubicBezTo>
                  <a:pt x="2324" y="1005"/>
                  <a:pt x="2313" y="1006"/>
                  <a:pt x="230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430440" y="1914480"/>
            <a:ext cx="1446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-128 to 127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974880" y="255636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short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311920" y="246708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16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885600" y="3057480"/>
            <a:ext cx="609840" cy="362160"/>
          </a:xfrm>
          <a:custGeom>
            <a:avLst/>
            <a:gdLst/>
            <a:ahLst/>
            <a:rect l="0" t="0" r="r" b="b"/>
            <a:pathLst>
              <a:path w="1694" h="1006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6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5" y="54"/>
                  <a:pt x="1662" y="63"/>
                  <a:pt x="1668" y="71"/>
                </a:cubicBezTo>
                <a:cubicBezTo>
                  <a:pt x="1673" y="80"/>
                  <a:pt x="1678" y="89"/>
                  <a:pt x="1682" y="99"/>
                </a:cubicBezTo>
                <a:cubicBezTo>
                  <a:pt x="1686" y="108"/>
                  <a:pt x="1689" y="118"/>
                  <a:pt x="1691" y="128"/>
                </a:cubicBezTo>
                <a:cubicBezTo>
                  <a:pt x="1693" y="139"/>
                  <a:pt x="1694" y="149"/>
                  <a:pt x="1694" y="159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8"/>
                  <a:pt x="1686" y="898"/>
                  <a:pt x="1682" y="908"/>
                </a:cubicBezTo>
                <a:cubicBezTo>
                  <a:pt x="1678" y="918"/>
                  <a:pt x="1673" y="927"/>
                  <a:pt x="1668" y="935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1" y="967"/>
                  <a:pt x="1633" y="973"/>
                  <a:pt x="1624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6" y="1005"/>
                  <a:pt x="1546" y="1006"/>
                  <a:pt x="1536" y="1006"/>
                </a:cubicBezTo>
                <a:lnTo>
                  <a:pt x="160" y="1006"/>
                </a:lnTo>
                <a:cubicBezTo>
                  <a:pt x="149" y="1006"/>
                  <a:pt x="139" y="1005"/>
                  <a:pt x="129" y="1003"/>
                </a:cubicBezTo>
                <a:cubicBezTo>
                  <a:pt x="119" y="1001"/>
                  <a:pt x="109" y="998"/>
                  <a:pt x="99" y="994"/>
                </a:cubicBezTo>
                <a:cubicBezTo>
                  <a:pt x="89" y="990"/>
                  <a:pt x="79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430440" y="2467080"/>
            <a:ext cx="2225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-32,768 to 32,767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974880" y="310896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311920" y="301932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32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85600" y="3609720"/>
            <a:ext cx="743400" cy="362520"/>
          </a:xfrm>
          <a:custGeom>
            <a:avLst/>
            <a:gdLst/>
            <a:ahLst/>
            <a:rect l="0" t="0" r="r" b="b"/>
            <a:pathLst>
              <a:path w="2065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7"/>
                </a:cubicBezTo>
                <a:cubicBezTo>
                  <a:pt x="2003" y="33"/>
                  <a:pt x="2011" y="39"/>
                  <a:pt x="2018" y="47"/>
                </a:cubicBezTo>
                <a:cubicBezTo>
                  <a:pt x="2026" y="54"/>
                  <a:pt x="2032" y="62"/>
                  <a:pt x="2038" y="71"/>
                </a:cubicBezTo>
                <a:cubicBezTo>
                  <a:pt x="2044" y="79"/>
                  <a:pt x="2049" y="89"/>
                  <a:pt x="2053" y="98"/>
                </a:cubicBezTo>
                <a:cubicBezTo>
                  <a:pt x="2057" y="108"/>
                  <a:pt x="2060" y="118"/>
                  <a:pt x="2062" y="128"/>
                </a:cubicBezTo>
                <a:cubicBezTo>
                  <a:pt x="2064" y="138"/>
                  <a:pt x="2065" y="149"/>
                  <a:pt x="2065" y="159"/>
                </a:cubicBezTo>
                <a:lnTo>
                  <a:pt x="2065" y="848"/>
                </a:lnTo>
                <a:cubicBezTo>
                  <a:pt x="2065" y="858"/>
                  <a:pt x="2064" y="869"/>
                  <a:pt x="2062" y="879"/>
                </a:cubicBezTo>
                <a:cubicBezTo>
                  <a:pt x="2060" y="889"/>
                  <a:pt x="2057" y="899"/>
                  <a:pt x="2053" y="909"/>
                </a:cubicBezTo>
                <a:cubicBezTo>
                  <a:pt x="2049" y="918"/>
                  <a:pt x="2044" y="927"/>
                  <a:pt x="2038" y="936"/>
                </a:cubicBezTo>
                <a:cubicBezTo>
                  <a:pt x="2032" y="945"/>
                  <a:pt x="2026" y="953"/>
                  <a:pt x="2018" y="960"/>
                </a:cubicBezTo>
                <a:cubicBezTo>
                  <a:pt x="2011" y="967"/>
                  <a:pt x="2003" y="974"/>
                  <a:pt x="1994" y="980"/>
                </a:cubicBezTo>
                <a:cubicBezTo>
                  <a:pt x="1986" y="986"/>
                  <a:pt x="1977" y="991"/>
                  <a:pt x="1967" y="995"/>
                </a:cubicBezTo>
                <a:cubicBezTo>
                  <a:pt x="1957" y="999"/>
                  <a:pt x="1947" y="1002"/>
                  <a:pt x="1937" y="1004"/>
                </a:cubicBezTo>
                <a:cubicBezTo>
                  <a:pt x="1927" y="1006"/>
                  <a:pt x="1917" y="1007"/>
                  <a:pt x="1906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430440" y="3019320"/>
            <a:ext cx="1447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-2³¹ to 2³¹-1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74880" y="366120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long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311920" y="357192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64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85600" y="416232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84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03" y="0"/>
                </a:lnTo>
                <a:cubicBezTo>
                  <a:pt x="2313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3" y="16"/>
                  <a:pt x="2383" y="21"/>
                  <a:pt x="2391" y="27"/>
                </a:cubicBezTo>
                <a:cubicBezTo>
                  <a:pt x="2400" y="32"/>
                  <a:pt x="2408" y="39"/>
                  <a:pt x="2415" y="46"/>
                </a:cubicBezTo>
                <a:cubicBezTo>
                  <a:pt x="2423" y="54"/>
                  <a:pt x="2429" y="62"/>
                  <a:pt x="2435" y="70"/>
                </a:cubicBezTo>
                <a:cubicBezTo>
                  <a:pt x="2441" y="79"/>
                  <a:pt x="2446" y="88"/>
                  <a:pt x="2450" y="98"/>
                </a:cubicBezTo>
                <a:cubicBezTo>
                  <a:pt x="2454" y="107"/>
                  <a:pt x="2457" y="117"/>
                  <a:pt x="2459" y="128"/>
                </a:cubicBezTo>
                <a:cubicBezTo>
                  <a:pt x="2461" y="138"/>
                  <a:pt x="2462" y="148"/>
                  <a:pt x="2462" y="159"/>
                </a:cubicBezTo>
                <a:lnTo>
                  <a:pt x="2462" y="846"/>
                </a:lnTo>
                <a:cubicBezTo>
                  <a:pt x="2462" y="857"/>
                  <a:pt x="2461" y="867"/>
                  <a:pt x="2459" y="877"/>
                </a:cubicBezTo>
                <a:cubicBezTo>
                  <a:pt x="2457" y="888"/>
                  <a:pt x="2454" y="898"/>
                  <a:pt x="2450" y="907"/>
                </a:cubicBezTo>
                <a:cubicBezTo>
                  <a:pt x="2446" y="917"/>
                  <a:pt x="2441" y="926"/>
                  <a:pt x="2435" y="935"/>
                </a:cubicBezTo>
                <a:cubicBezTo>
                  <a:pt x="2429" y="943"/>
                  <a:pt x="2423" y="951"/>
                  <a:pt x="2415" y="959"/>
                </a:cubicBezTo>
                <a:cubicBezTo>
                  <a:pt x="2408" y="966"/>
                  <a:pt x="2400" y="973"/>
                  <a:pt x="2391" y="978"/>
                </a:cubicBezTo>
                <a:cubicBezTo>
                  <a:pt x="2383" y="984"/>
                  <a:pt x="2373" y="989"/>
                  <a:pt x="2364" y="993"/>
                </a:cubicBezTo>
                <a:cubicBezTo>
                  <a:pt x="2354" y="997"/>
                  <a:pt x="2344" y="1000"/>
                  <a:pt x="2334" y="1003"/>
                </a:cubicBezTo>
                <a:cubicBezTo>
                  <a:pt x="2324" y="1005"/>
                  <a:pt x="2313" y="1006"/>
                  <a:pt x="230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0"/>
                  <a:pt x="108" y="997"/>
                  <a:pt x="98" y="993"/>
                </a:cubicBezTo>
                <a:cubicBezTo>
                  <a:pt x="88" y="989"/>
                  <a:pt x="79" y="984"/>
                  <a:pt x="71" y="978"/>
                </a:cubicBezTo>
                <a:cubicBezTo>
                  <a:pt x="62" y="973"/>
                  <a:pt x="54" y="966"/>
                  <a:pt x="47" y="959"/>
                </a:cubicBezTo>
                <a:cubicBezTo>
                  <a:pt x="39" y="951"/>
                  <a:pt x="33" y="943"/>
                  <a:pt x="27" y="935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8"/>
                  <a:pt x="5" y="888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430440" y="3571920"/>
            <a:ext cx="1447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-2⁶³ to 2⁶³-1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974880" y="421380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311920" y="412416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32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885600" y="4714560"/>
            <a:ext cx="1029240" cy="362520"/>
          </a:xfrm>
          <a:custGeom>
            <a:avLst/>
            <a:gdLst/>
            <a:ahLst/>
            <a:rect l="0" t="0" r="r" b="b"/>
            <a:pathLst>
              <a:path w="2859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79" y="21"/>
                  <a:pt x="2788" y="27"/>
                </a:cubicBezTo>
                <a:cubicBezTo>
                  <a:pt x="2797" y="33"/>
                  <a:pt x="2805" y="39"/>
                  <a:pt x="2812" y="47"/>
                </a:cubicBezTo>
                <a:cubicBezTo>
                  <a:pt x="2819" y="54"/>
                  <a:pt x="2826" y="62"/>
                  <a:pt x="2832" y="71"/>
                </a:cubicBezTo>
                <a:cubicBezTo>
                  <a:pt x="2838" y="80"/>
                  <a:pt x="2843" y="89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9"/>
                  <a:pt x="2859" y="159"/>
                </a:cubicBezTo>
                <a:lnTo>
                  <a:pt x="2859" y="848"/>
                </a:lnTo>
                <a:cubicBezTo>
                  <a:pt x="2859" y="858"/>
                  <a:pt x="2858" y="869"/>
                  <a:pt x="2856" y="879"/>
                </a:cubicBezTo>
                <a:cubicBezTo>
                  <a:pt x="2854" y="889"/>
                  <a:pt x="2851" y="899"/>
                  <a:pt x="2847" y="909"/>
                </a:cubicBezTo>
                <a:cubicBezTo>
                  <a:pt x="2843" y="918"/>
                  <a:pt x="2838" y="928"/>
                  <a:pt x="2832" y="936"/>
                </a:cubicBezTo>
                <a:cubicBezTo>
                  <a:pt x="2826" y="945"/>
                  <a:pt x="2819" y="953"/>
                  <a:pt x="2812" y="960"/>
                </a:cubicBezTo>
                <a:cubicBezTo>
                  <a:pt x="2805" y="968"/>
                  <a:pt x="2797" y="974"/>
                  <a:pt x="2788" y="980"/>
                </a:cubicBezTo>
                <a:cubicBezTo>
                  <a:pt x="2779" y="986"/>
                  <a:pt x="2770" y="991"/>
                  <a:pt x="2761" y="995"/>
                </a:cubicBezTo>
                <a:cubicBezTo>
                  <a:pt x="2751" y="999"/>
                  <a:pt x="2741" y="1002"/>
                  <a:pt x="2731" y="1004"/>
                </a:cubicBezTo>
                <a:cubicBezTo>
                  <a:pt x="2721" y="1006"/>
                  <a:pt x="2710" y="1007"/>
                  <a:pt x="2700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430440" y="4124160"/>
            <a:ext cx="2432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~6‑7 decimal digits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974880" y="47660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double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311920" y="467676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64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885600" y="5267160"/>
            <a:ext cx="1171800" cy="362160"/>
          </a:xfrm>
          <a:custGeom>
            <a:avLst/>
            <a:gdLst/>
            <a:ahLst/>
            <a:rect l="0" t="0" r="r" b="b"/>
            <a:pathLst>
              <a:path w="3255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97" y="0"/>
                </a:lnTo>
                <a:cubicBezTo>
                  <a:pt x="3107" y="0"/>
                  <a:pt x="3117" y="1"/>
                  <a:pt x="3128" y="3"/>
                </a:cubicBezTo>
                <a:cubicBezTo>
                  <a:pt x="3138" y="5"/>
                  <a:pt x="3148" y="8"/>
                  <a:pt x="3157" y="12"/>
                </a:cubicBezTo>
                <a:cubicBezTo>
                  <a:pt x="3167" y="16"/>
                  <a:pt x="3176" y="21"/>
                  <a:pt x="3185" y="27"/>
                </a:cubicBezTo>
                <a:cubicBezTo>
                  <a:pt x="3194" y="33"/>
                  <a:pt x="3202" y="39"/>
                  <a:pt x="3209" y="46"/>
                </a:cubicBezTo>
                <a:cubicBezTo>
                  <a:pt x="3216" y="54"/>
                  <a:pt x="3223" y="62"/>
                  <a:pt x="3229" y="71"/>
                </a:cubicBezTo>
                <a:cubicBezTo>
                  <a:pt x="3235" y="79"/>
                  <a:pt x="3239" y="88"/>
                  <a:pt x="3243" y="98"/>
                </a:cubicBezTo>
                <a:cubicBezTo>
                  <a:pt x="3247" y="108"/>
                  <a:pt x="3250" y="118"/>
                  <a:pt x="3252" y="128"/>
                </a:cubicBezTo>
                <a:cubicBezTo>
                  <a:pt x="3254" y="138"/>
                  <a:pt x="3255" y="148"/>
                  <a:pt x="3255" y="159"/>
                </a:cubicBezTo>
                <a:lnTo>
                  <a:pt x="3255" y="847"/>
                </a:lnTo>
                <a:cubicBezTo>
                  <a:pt x="3255" y="857"/>
                  <a:pt x="3254" y="867"/>
                  <a:pt x="3252" y="878"/>
                </a:cubicBezTo>
                <a:cubicBezTo>
                  <a:pt x="3250" y="888"/>
                  <a:pt x="3247" y="898"/>
                  <a:pt x="3243" y="907"/>
                </a:cubicBezTo>
                <a:cubicBezTo>
                  <a:pt x="3239" y="917"/>
                  <a:pt x="3235" y="926"/>
                  <a:pt x="3229" y="935"/>
                </a:cubicBezTo>
                <a:cubicBezTo>
                  <a:pt x="3223" y="943"/>
                  <a:pt x="3216" y="953"/>
                  <a:pt x="3209" y="960"/>
                </a:cubicBezTo>
                <a:cubicBezTo>
                  <a:pt x="3202" y="967"/>
                  <a:pt x="3194" y="974"/>
                  <a:pt x="3185" y="980"/>
                </a:cubicBezTo>
                <a:cubicBezTo>
                  <a:pt x="3176" y="985"/>
                  <a:pt x="3167" y="990"/>
                  <a:pt x="3157" y="994"/>
                </a:cubicBezTo>
                <a:cubicBezTo>
                  <a:pt x="3148" y="998"/>
                  <a:pt x="3138" y="1001"/>
                  <a:pt x="3128" y="1003"/>
                </a:cubicBezTo>
                <a:cubicBezTo>
                  <a:pt x="3117" y="1005"/>
                  <a:pt x="3107" y="1006"/>
                  <a:pt x="3097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3"/>
                  <a:pt x="27" y="935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7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430440" y="4676760"/>
            <a:ext cx="2747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~15‑16 decimal digits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74880" y="531864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boolean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3428640" y="5267160"/>
            <a:ext cx="753120" cy="362160"/>
          </a:xfrm>
          <a:custGeom>
            <a:avLst/>
            <a:gdLst/>
            <a:ahLst/>
            <a:rect l="0" t="0" r="r" b="b"/>
            <a:pathLst>
              <a:path w="2092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932" y="0"/>
                </a:lnTo>
                <a:cubicBezTo>
                  <a:pt x="1942" y="0"/>
                  <a:pt x="1953" y="1"/>
                  <a:pt x="1963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30" y="33"/>
                  <a:pt x="2038" y="39"/>
                  <a:pt x="2045" y="46"/>
                </a:cubicBezTo>
                <a:cubicBezTo>
                  <a:pt x="2053" y="54"/>
                  <a:pt x="2059" y="62"/>
                  <a:pt x="2065" y="71"/>
                </a:cubicBezTo>
                <a:cubicBezTo>
                  <a:pt x="2071" y="79"/>
                  <a:pt x="2076" y="88"/>
                  <a:pt x="2080" y="98"/>
                </a:cubicBezTo>
                <a:cubicBezTo>
                  <a:pt x="2084" y="108"/>
                  <a:pt x="2087" y="118"/>
                  <a:pt x="2089" y="128"/>
                </a:cubicBezTo>
                <a:cubicBezTo>
                  <a:pt x="2091" y="138"/>
                  <a:pt x="2092" y="148"/>
                  <a:pt x="2092" y="159"/>
                </a:cubicBezTo>
                <a:lnTo>
                  <a:pt x="2092" y="847"/>
                </a:lnTo>
                <a:cubicBezTo>
                  <a:pt x="2092" y="857"/>
                  <a:pt x="2091" y="867"/>
                  <a:pt x="2089" y="878"/>
                </a:cubicBezTo>
                <a:cubicBezTo>
                  <a:pt x="2087" y="888"/>
                  <a:pt x="2084" y="898"/>
                  <a:pt x="2080" y="907"/>
                </a:cubicBezTo>
                <a:cubicBezTo>
                  <a:pt x="2076" y="917"/>
                  <a:pt x="2071" y="926"/>
                  <a:pt x="2065" y="935"/>
                </a:cubicBezTo>
                <a:cubicBezTo>
                  <a:pt x="2059" y="943"/>
                  <a:pt x="2053" y="953"/>
                  <a:pt x="2045" y="960"/>
                </a:cubicBezTo>
                <a:cubicBezTo>
                  <a:pt x="2038" y="967"/>
                  <a:pt x="2030" y="974"/>
                  <a:pt x="2021" y="980"/>
                </a:cubicBezTo>
                <a:cubicBezTo>
                  <a:pt x="2012" y="985"/>
                  <a:pt x="2003" y="990"/>
                  <a:pt x="1994" y="994"/>
                </a:cubicBezTo>
                <a:cubicBezTo>
                  <a:pt x="1984" y="998"/>
                  <a:pt x="1974" y="1001"/>
                  <a:pt x="1963" y="1003"/>
                </a:cubicBezTo>
                <a:cubicBezTo>
                  <a:pt x="1953" y="1005"/>
                  <a:pt x="1942" y="1006"/>
                  <a:pt x="1932" y="1006"/>
                </a:cubicBezTo>
                <a:lnTo>
                  <a:pt x="159" y="1006"/>
                </a:lnTo>
                <a:cubicBezTo>
                  <a:pt x="149" y="1006"/>
                  <a:pt x="139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3"/>
                  <a:pt x="33" y="943"/>
                  <a:pt x="27" y="935"/>
                </a:cubicBezTo>
                <a:cubicBezTo>
                  <a:pt x="21" y="926"/>
                  <a:pt x="17" y="917"/>
                  <a:pt x="13" y="907"/>
                </a:cubicBezTo>
                <a:cubicBezTo>
                  <a:pt x="9" y="898"/>
                  <a:pt x="6" y="888"/>
                  <a:pt x="4" y="878"/>
                </a:cubicBezTo>
                <a:cubicBezTo>
                  <a:pt x="2" y="867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311920" y="5229360"/>
            <a:ext cx="570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 bit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3524400" y="53186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true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429080" y="526716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329" y="0"/>
                </a:lnTo>
                <a:cubicBezTo>
                  <a:pt x="2339" y="0"/>
                  <a:pt x="2350" y="1"/>
                  <a:pt x="2360" y="3"/>
                </a:cubicBezTo>
                <a:cubicBezTo>
                  <a:pt x="2370" y="5"/>
                  <a:pt x="2380" y="8"/>
                  <a:pt x="2390" y="12"/>
                </a:cubicBezTo>
                <a:cubicBezTo>
                  <a:pt x="2399" y="16"/>
                  <a:pt x="2408" y="21"/>
                  <a:pt x="2417" y="27"/>
                </a:cubicBezTo>
                <a:cubicBezTo>
                  <a:pt x="2426" y="33"/>
                  <a:pt x="2434" y="39"/>
                  <a:pt x="2441" y="46"/>
                </a:cubicBezTo>
                <a:cubicBezTo>
                  <a:pt x="2449" y="54"/>
                  <a:pt x="2455" y="62"/>
                  <a:pt x="2461" y="71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8"/>
                  <a:pt x="2483" y="118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47"/>
                </a:lnTo>
                <a:cubicBezTo>
                  <a:pt x="2488" y="857"/>
                  <a:pt x="2487" y="867"/>
                  <a:pt x="2485" y="878"/>
                </a:cubicBezTo>
                <a:cubicBezTo>
                  <a:pt x="2483" y="888"/>
                  <a:pt x="2480" y="898"/>
                  <a:pt x="2476" y="907"/>
                </a:cubicBezTo>
                <a:cubicBezTo>
                  <a:pt x="2472" y="917"/>
                  <a:pt x="2467" y="926"/>
                  <a:pt x="2461" y="935"/>
                </a:cubicBezTo>
                <a:cubicBezTo>
                  <a:pt x="2455" y="943"/>
                  <a:pt x="2449" y="953"/>
                  <a:pt x="2441" y="960"/>
                </a:cubicBezTo>
                <a:cubicBezTo>
                  <a:pt x="2434" y="967"/>
                  <a:pt x="2426" y="974"/>
                  <a:pt x="2417" y="980"/>
                </a:cubicBezTo>
                <a:cubicBezTo>
                  <a:pt x="2408" y="985"/>
                  <a:pt x="2399" y="990"/>
                  <a:pt x="2390" y="994"/>
                </a:cubicBezTo>
                <a:cubicBezTo>
                  <a:pt x="2380" y="998"/>
                  <a:pt x="2370" y="1001"/>
                  <a:pt x="2360" y="1003"/>
                </a:cubicBezTo>
                <a:cubicBezTo>
                  <a:pt x="2350" y="1005"/>
                  <a:pt x="2339" y="1006"/>
                  <a:pt x="2329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3" y="967"/>
                  <a:pt x="46" y="960"/>
                </a:cubicBezTo>
                <a:cubicBezTo>
                  <a:pt x="39" y="953"/>
                  <a:pt x="32" y="943"/>
                  <a:pt x="26" y="935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7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181760" y="52196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885600" y="5819760"/>
            <a:ext cx="743400" cy="362160"/>
          </a:xfrm>
          <a:custGeom>
            <a:avLst/>
            <a:gdLst/>
            <a:ahLst/>
            <a:rect l="0" t="0" r="r" b="b"/>
            <a:pathLst>
              <a:path w="2065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6"/>
                </a:cubicBezTo>
                <a:cubicBezTo>
                  <a:pt x="2003" y="32"/>
                  <a:pt x="2011" y="39"/>
                  <a:pt x="2018" y="46"/>
                </a:cubicBezTo>
                <a:cubicBezTo>
                  <a:pt x="2026" y="53"/>
                  <a:pt x="2032" y="61"/>
                  <a:pt x="2038" y="70"/>
                </a:cubicBezTo>
                <a:cubicBezTo>
                  <a:pt x="2044" y="79"/>
                  <a:pt x="2049" y="88"/>
                  <a:pt x="2053" y="98"/>
                </a:cubicBezTo>
                <a:cubicBezTo>
                  <a:pt x="2057" y="107"/>
                  <a:pt x="2060" y="117"/>
                  <a:pt x="2062" y="127"/>
                </a:cubicBezTo>
                <a:cubicBezTo>
                  <a:pt x="2064" y="138"/>
                  <a:pt x="2065" y="148"/>
                  <a:pt x="2065" y="158"/>
                </a:cubicBezTo>
                <a:lnTo>
                  <a:pt x="2065" y="847"/>
                </a:lnTo>
                <a:cubicBezTo>
                  <a:pt x="2065" y="858"/>
                  <a:pt x="2064" y="868"/>
                  <a:pt x="2062" y="878"/>
                </a:cubicBezTo>
                <a:cubicBezTo>
                  <a:pt x="2060" y="888"/>
                  <a:pt x="2057" y="898"/>
                  <a:pt x="2053" y="908"/>
                </a:cubicBezTo>
                <a:cubicBezTo>
                  <a:pt x="2049" y="918"/>
                  <a:pt x="2044" y="927"/>
                  <a:pt x="2038" y="935"/>
                </a:cubicBezTo>
                <a:cubicBezTo>
                  <a:pt x="2032" y="944"/>
                  <a:pt x="2026" y="952"/>
                  <a:pt x="2018" y="959"/>
                </a:cubicBezTo>
                <a:cubicBezTo>
                  <a:pt x="2011" y="967"/>
                  <a:pt x="2003" y="973"/>
                  <a:pt x="1994" y="979"/>
                </a:cubicBezTo>
                <a:cubicBezTo>
                  <a:pt x="1986" y="985"/>
                  <a:pt x="1977" y="990"/>
                  <a:pt x="1967" y="994"/>
                </a:cubicBezTo>
                <a:cubicBezTo>
                  <a:pt x="1957" y="998"/>
                  <a:pt x="1947" y="1001"/>
                  <a:pt x="1937" y="1003"/>
                </a:cubicBezTo>
                <a:cubicBezTo>
                  <a:pt x="1927" y="1005"/>
                  <a:pt x="1917" y="1006"/>
                  <a:pt x="190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521960" y="531864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false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74880" y="58712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char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311920" y="5781600"/>
            <a:ext cx="86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16 bits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430440" y="5781600"/>
            <a:ext cx="3005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single character / ASCII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47600" y="29145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47720" y="2189880"/>
            <a:ext cx="34315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Variable Naming Rules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3543120" y="2809800"/>
            <a:ext cx="333720" cy="362160"/>
          </a:xfrm>
          <a:custGeom>
            <a:avLst/>
            <a:gdLst/>
            <a:ahLst/>
            <a:rect l="0" t="0" r="r" b="b"/>
            <a:pathLst>
              <a:path w="927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67" y="0"/>
                </a:lnTo>
                <a:cubicBezTo>
                  <a:pt x="778" y="0"/>
                  <a:pt x="788" y="1"/>
                  <a:pt x="798" y="3"/>
                </a:cubicBezTo>
                <a:cubicBezTo>
                  <a:pt x="809" y="5"/>
                  <a:pt x="819" y="8"/>
                  <a:pt x="829" y="12"/>
                </a:cubicBezTo>
                <a:cubicBezTo>
                  <a:pt x="839" y="16"/>
                  <a:pt x="848" y="21"/>
                  <a:pt x="856" y="26"/>
                </a:cubicBezTo>
                <a:cubicBezTo>
                  <a:pt x="865" y="32"/>
                  <a:pt x="873" y="39"/>
                  <a:pt x="881" y="46"/>
                </a:cubicBezTo>
                <a:cubicBezTo>
                  <a:pt x="888" y="54"/>
                  <a:pt x="894" y="62"/>
                  <a:pt x="900" y="70"/>
                </a:cubicBezTo>
                <a:cubicBezTo>
                  <a:pt x="906" y="79"/>
                  <a:pt x="911" y="88"/>
                  <a:pt x="915" y="98"/>
                </a:cubicBezTo>
                <a:cubicBezTo>
                  <a:pt x="919" y="107"/>
                  <a:pt x="922" y="117"/>
                  <a:pt x="924" y="127"/>
                </a:cubicBezTo>
                <a:cubicBezTo>
                  <a:pt x="926" y="138"/>
                  <a:pt x="927" y="148"/>
                  <a:pt x="927" y="158"/>
                </a:cubicBezTo>
                <a:lnTo>
                  <a:pt x="927" y="847"/>
                </a:lnTo>
                <a:cubicBezTo>
                  <a:pt x="927" y="858"/>
                  <a:pt x="926" y="868"/>
                  <a:pt x="924" y="878"/>
                </a:cubicBezTo>
                <a:cubicBezTo>
                  <a:pt x="922" y="889"/>
                  <a:pt x="919" y="898"/>
                  <a:pt x="915" y="908"/>
                </a:cubicBezTo>
                <a:cubicBezTo>
                  <a:pt x="911" y="918"/>
                  <a:pt x="906" y="927"/>
                  <a:pt x="900" y="936"/>
                </a:cubicBezTo>
                <a:cubicBezTo>
                  <a:pt x="894" y="944"/>
                  <a:pt x="888" y="952"/>
                  <a:pt x="881" y="960"/>
                </a:cubicBezTo>
                <a:cubicBezTo>
                  <a:pt x="873" y="967"/>
                  <a:pt x="865" y="974"/>
                  <a:pt x="856" y="979"/>
                </a:cubicBezTo>
                <a:cubicBezTo>
                  <a:pt x="848" y="985"/>
                  <a:pt x="839" y="990"/>
                  <a:pt x="829" y="994"/>
                </a:cubicBezTo>
                <a:cubicBezTo>
                  <a:pt x="819" y="998"/>
                  <a:pt x="809" y="1001"/>
                  <a:pt x="798" y="1003"/>
                </a:cubicBezTo>
                <a:cubicBezTo>
                  <a:pt x="788" y="1005"/>
                  <a:pt x="778" y="1006"/>
                  <a:pt x="767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300320" y="2762280"/>
            <a:ext cx="2289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Begin with letter,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3641760" y="28612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$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4371840" y="2809800"/>
            <a:ext cx="333720" cy="362160"/>
          </a:xfrm>
          <a:custGeom>
            <a:avLst/>
            <a:gdLst/>
            <a:ahLst/>
            <a:rect l="0" t="0" r="r" b="b"/>
            <a:pathLst>
              <a:path w="927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68" y="0"/>
                </a:lnTo>
                <a:cubicBezTo>
                  <a:pt x="779" y="0"/>
                  <a:pt x="789" y="1"/>
                  <a:pt x="799" y="3"/>
                </a:cubicBezTo>
                <a:cubicBezTo>
                  <a:pt x="809" y="5"/>
                  <a:pt x="819" y="8"/>
                  <a:pt x="829" y="12"/>
                </a:cubicBezTo>
                <a:cubicBezTo>
                  <a:pt x="839" y="16"/>
                  <a:pt x="848" y="21"/>
                  <a:pt x="856" y="26"/>
                </a:cubicBezTo>
                <a:cubicBezTo>
                  <a:pt x="865" y="32"/>
                  <a:pt x="873" y="39"/>
                  <a:pt x="880" y="46"/>
                </a:cubicBezTo>
                <a:cubicBezTo>
                  <a:pt x="888" y="54"/>
                  <a:pt x="894" y="62"/>
                  <a:pt x="900" y="70"/>
                </a:cubicBezTo>
                <a:cubicBezTo>
                  <a:pt x="906" y="79"/>
                  <a:pt x="911" y="88"/>
                  <a:pt x="915" y="98"/>
                </a:cubicBezTo>
                <a:cubicBezTo>
                  <a:pt x="919" y="107"/>
                  <a:pt x="922" y="117"/>
                  <a:pt x="924" y="127"/>
                </a:cubicBezTo>
                <a:cubicBezTo>
                  <a:pt x="926" y="138"/>
                  <a:pt x="927" y="148"/>
                  <a:pt x="927" y="158"/>
                </a:cubicBezTo>
                <a:lnTo>
                  <a:pt x="927" y="847"/>
                </a:lnTo>
                <a:cubicBezTo>
                  <a:pt x="927" y="858"/>
                  <a:pt x="926" y="868"/>
                  <a:pt x="924" y="878"/>
                </a:cubicBezTo>
                <a:cubicBezTo>
                  <a:pt x="922" y="889"/>
                  <a:pt x="919" y="898"/>
                  <a:pt x="915" y="908"/>
                </a:cubicBezTo>
                <a:cubicBezTo>
                  <a:pt x="911" y="918"/>
                  <a:pt x="906" y="927"/>
                  <a:pt x="900" y="936"/>
                </a:cubicBezTo>
                <a:cubicBezTo>
                  <a:pt x="894" y="944"/>
                  <a:pt x="888" y="952"/>
                  <a:pt x="880" y="960"/>
                </a:cubicBezTo>
                <a:cubicBezTo>
                  <a:pt x="873" y="967"/>
                  <a:pt x="865" y="974"/>
                  <a:pt x="856" y="979"/>
                </a:cubicBezTo>
                <a:cubicBezTo>
                  <a:pt x="848" y="985"/>
                  <a:pt x="839" y="990"/>
                  <a:pt x="829" y="994"/>
                </a:cubicBezTo>
                <a:cubicBezTo>
                  <a:pt x="819" y="998"/>
                  <a:pt x="809" y="1001"/>
                  <a:pt x="799" y="1003"/>
                </a:cubicBezTo>
                <a:cubicBezTo>
                  <a:pt x="789" y="1005"/>
                  <a:pt x="779" y="1006"/>
                  <a:pt x="768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3876840" y="2762280"/>
            <a:ext cx="498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or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4469400" y="28612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_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047600" y="34099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7"/>
                  <a:pt x="255" y="184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704480" y="2762280"/>
            <a:ext cx="4355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(recommended: lowercase letter)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047600" y="3895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300320" y="3257640"/>
            <a:ext cx="7994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Can contain digits, underscores, dollar signs –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 whitespace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419280" y="379080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0" y="8"/>
                  <a:pt x="2390" y="12"/>
                </a:cubicBezTo>
                <a:cubicBezTo>
                  <a:pt x="2400" y="16"/>
                  <a:pt x="2409" y="21"/>
                  <a:pt x="2418" y="28"/>
                </a:cubicBezTo>
                <a:cubicBezTo>
                  <a:pt x="2426" y="33"/>
                  <a:pt x="2434" y="40"/>
                  <a:pt x="2442" y="47"/>
                </a:cubicBezTo>
                <a:cubicBezTo>
                  <a:pt x="2449" y="55"/>
                  <a:pt x="2456" y="63"/>
                  <a:pt x="2461" y="71"/>
                </a:cubicBezTo>
                <a:cubicBezTo>
                  <a:pt x="2467" y="80"/>
                  <a:pt x="2472" y="89"/>
                  <a:pt x="2476" y="99"/>
                </a:cubicBezTo>
                <a:cubicBezTo>
                  <a:pt x="2480" y="109"/>
                  <a:pt x="2483" y="118"/>
                  <a:pt x="2485" y="129"/>
                </a:cubicBezTo>
                <a:cubicBezTo>
                  <a:pt x="2487" y="139"/>
                  <a:pt x="2488" y="149"/>
                  <a:pt x="2488" y="160"/>
                </a:cubicBezTo>
                <a:lnTo>
                  <a:pt x="2488" y="848"/>
                </a:lnTo>
                <a:cubicBezTo>
                  <a:pt x="2488" y="858"/>
                  <a:pt x="2487" y="868"/>
                  <a:pt x="2485" y="879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7" y="927"/>
                  <a:pt x="2461" y="936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4" y="967"/>
                  <a:pt x="2426" y="974"/>
                  <a:pt x="2418" y="980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0" y="998"/>
                  <a:pt x="2371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300320" y="3743280"/>
            <a:ext cx="2116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Case‑sensitive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513240" y="384228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myVar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686120" y="379080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6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0" y="8"/>
                  <a:pt x="2390" y="12"/>
                </a:cubicBezTo>
                <a:cubicBezTo>
                  <a:pt x="2400" y="16"/>
                  <a:pt x="2409" y="21"/>
                  <a:pt x="2418" y="28"/>
                </a:cubicBezTo>
                <a:cubicBezTo>
                  <a:pt x="2426" y="33"/>
                  <a:pt x="2434" y="40"/>
                  <a:pt x="2442" y="47"/>
                </a:cubicBezTo>
                <a:cubicBezTo>
                  <a:pt x="2449" y="55"/>
                  <a:pt x="2456" y="63"/>
                  <a:pt x="2461" y="71"/>
                </a:cubicBezTo>
                <a:cubicBezTo>
                  <a:pt x="2467" y="80"/>
                  <a:pt x="2472" y="89"/>
                  <a:pt x="2476" y="99"/>
                </a:cubicBezTo>
                <a:cubicBezTo>
                  <a:pt x="2480" y="109"/>
                  <a:pt x="2483" y="118"/>
                  <a:pt x="2485" y="129"/>
                </a:cubicBezTo>
                <a:cubicBezTo>
                  <a:pt x="2487" y="139"/>
                  <a:pt x="2488" y="149"/>
                  <a:pt x="2488" y="160"/>
                </a:cubicBezTo>
                <a:lnTo>
                  <a:pt x="2488" y="848"/>
                </a:lnTo>
                <a:cubicBezTo>
                  <a:pt x="2488" y="858"/>
                  <a:pt x="2487" y="868"/>
                  <a:pt x="2485" y="879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7" y="927"/>
                  <a:pt x="2461" y="936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4" y="967"/>
                  <a:pt x="2426" y="974"/>
                  <a:pt x="2418" y="980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0" y="998"/>
                  <a:pt x="2371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311360" y="3743280"/>
            <a:ext cx="376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!=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781520" y="384228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myvar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047600" y="43909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579640" y="374328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4829040" y="4286160"/>
            <a:ext cx="609840" cy="362160"/>
          </a:xfrm>
          <a:custGeom>
            <a:avLst/>
            <a:gdLst/>
            <a:ahLst/>
            <a:rect l="0" t="0" r="r" b="b"/>
            <a:pathLst>
              <a:path w="1694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5" y="0"/>
                </a:lnTo>
                <a:cubicBezTo>
                  <a:pt x="1546" y="0"/>
                  <a:pt x="1556" y="1"/>
                  <a:pt x="1566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2" y="32"/>
                  <a:pt x="1640" y="39"/>
                  <a:pt x="1648" y="46"/>
                </a:cubicBezTo>
                <a:cubicBezTo>
                  <a:pt x="1655" y="54"/>
                  <a:pt x="1662" y="62"/>
                  <a:pt x="1667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7" y="936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0" y="967"/>
                  <a:pt x="1632" y="974"/>
                  <a:pt x="1624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7" y="998"/>
                  <a:pt x="1577" y="1001"/>
                  <a:pt x="1566" y="1003"/>
                </a:cubicBezTo>
                <a:cubicBezTo>
                  <a:pt x="1556" y="1005"/>
                  <a:pt x="1546" y="1006"/>
                  <a:pt x="1535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300320" y="4238640"/>
            <a:ext cx="3533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Cannot use Java keywords 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4920120" y="43376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581440" y="428616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6" y="32"/>
                  <a:pt x="2434" y="39"/>
                  <a:pt x="2442" y="46"/>
                </a:cubicBezTo>
                <a:cubicBezTo>
                  <a:pt x="2449" y="54"/>
                  <a:pt x="2456" y="62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8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7" y="927"/>
                  <a:pt x="2461" y="936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4" y="967"/>
                  <a:pt x="2426" y="974"/>
                  <a:pt x="2418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1" y="998"/>
                  <a:pt x="2371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5436720" y="42386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676480" y="433764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619680" y="4286160"/>
            <a:ext cx="1038600" cy="362160"/>
          </a:xfrm>
          <a:custGeom>
            <a:avLst/>
            <a:gdLst/>
            <a:ahLst/>
            <a:rect l="0" t="0" r="r" b="b"/>
            <a:pathLst>
              <a:path w="2885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26" y="0"/>
                </a:lnTo>
                <a:cubicBezTo>
                  <a:pt x="2737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7" y="16"/>
                  <a:pt x="2806" y="21"/>
                  <a:pt x="2814" y="27"/>
                </a:cubicBezTo>
                <a:cubicBezTo>
                  <a:pt x="2823" y="32"/>
                  <a:pt x="2831" y="39"/>
                  <a:pt x="2839" y="46"/>
                </a:cubicBezTo>
                <a:cubicBezTo>
                  <a:pt x="2846" y="54"/>
                  <a:pt x="2852" y="62"/>
                  <a:pt x="2858" y="70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7"/>
                  <a:pt x="2880" y="117"/>
                  <a:pt x="2882" y="128"/>
                </a:cubicBezTo>
                <a:cubicBezTo>
                  <a:pt x="2884" y="138"/>
                  <a:pt x="2885" y="148"/>
                  <a:pt x="2885" y="158"/>
                </a:cubicBezTo>
                <a:lnTo>
                  <a:pt x="2885" y="847"/>
                </a:lnTo>
                <a:cubicBezTo>
                  <a:pt x="2885" y="858"/>
                  <a:pt x="2884" y="868"/>
                  <a:pt x="2882" y="878"/>
                </a:cubicBezTo>
                <a:cubicBezTo>
                  <a:pt x="2880" y="889"/>
                  <a:pt x="2877" y="899"/>
                  <a:pt x="2873" y="908"/>
                </a:cubicBezTo>
                <a:cubicBezTo>
                  <a:pt x="2869" y="918"/>
                  <a:pt x="2864" y="927"/>
                  <a:pt x="2858" y="936"/>
                </a:cubicBezTo>
                <a:cubicBezTo>
                  <a:pt x="2852" y="944"/>
                  <a:pt x="2846" y="952"/>
                  <a:pt x="2839" y="960"/>
                </a:cubicBezTo>
                <a:cubicBezTo>
                  <a:pt x="2831" y="967"/>
                  <a:pt x="2823" y="974"/>
                  <a:pt x="2814" y="979"/>
                </a:cubicBezTo>
                <a:cubicBezTo>
                  <a:pt x="2806" y="985"/>
                  <a:pt x="2797" y="990"/>
                  <a:pt x="2787" y="994"/>
                </a:cubicBezTo>
                <a:cubicBezTo>
                  <a:pt x="2777" y="998"/>
                  <a:pt x="2767" y="1001"/>
                  <a:pt x="2757" y="1003"/>
                </a:cubicBezTo>
                <a:cubicBezTo>
                  <a:pt x="2747" y="1005"/>
                  <a:pt x="2737" y="1006"/>
                  <a:pt x="272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474600" y="42386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714360" y="43376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653600" y="4238640"/>
            <a:ext cx="447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…)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752400" y="2047680"/>
            <a:ext cx="943200" cy="533880"/>
          </a:xfrm>
          <a:custGeom>
            <a:avLst/>
            <a:gdLst/>
            <a:ahLst/>
            <a:rect l="0" t="0" r="r" b="b"/>
            <a:pathLst>
              <a:path w="2620" h="1483">
                <a:moveTo>
                  <a:pt x="0" y="0"/>
                </a:moveTo>
                <a:lnTo>
                  <a:pt x="2620" y="0"/>
                </a:lnTo>
                <a:lnTo>
                  <a:pt x="262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695240" y="2047680"/>
            <a:ext cx="2029320" cy="533880"/>
          </a:xfrm>
          <a:custGeom>
            <a:avLst/>
            <a:gdLst/>
            <a:ahLst/>
            <a:rect l="0" t="0" r="r" b="b"/>
            <a:pathLst>
              <a:path w="5637" h="1483">
                <a:moveTo>
                  <a:pt x="0" y="0"/>
                </a:moveTo>
                <a:lnTo>
                  <a:pt x="5637" y="0"/>
                </a:lnTo>
                <a:lnTo>
                  <a:pt x="563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752400" y="2581200"/>
            <a:ext cx="943200" cy="552600"/>
          </a:xfrm>
          <a:custGeom>
            <a:avLst/>
            <a:gdLst/>
            <a:ahLst/>
            <a:rect l="0" t="0" r="r" b="b"/>
            <a:pathLst>
              <a:path w="2620" h="1535">
                <a:moveTo>
                  <a:pt x="0" y="0"/>
                </a:moveTo>
                <a:lnTo>
                  <a:pt x="2620" y="0"/>
                </a:lnTo>
                <a:lnTo>
                  <a:pt x="262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695240" y="2581200"/>
            <a:ext cx="2029320" cy="552600"/>
          </a:xfrm>
          <a:custGeom>
            <a:avLst/>
            <a:gdLst/>
            <a:ahLst/>
            <a:rect l="0" t="0" r="r" b="b"/>
            <a:pathLst>
              <a:path w="5637" h="1535">
                <a:moveTo>
                  <a:pt x="0" y="0"/>
                </a:moveTo>
                <a:lnTo>
                  <a:pt x="5637" y="0"/>
                </a:lnTo>
                <a:lnTo>
                  <a:pt x="563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752400" y="3133440"/>
            <a:ext cx="943200" cy="552960"/>
          </a:xfrm>
          <a:custGeom>
            <a:avLst/>
            <a:gdLst/>
            <a:ahLst/>
            <a:rect l="0" t="0" r="r" b="b"/>
            <a:pathLst>
              <a:path w="2620" h="1536">
                <a:moveTo>
                  <a:pt x="0" y="0"/>
                </a:moveTo>
                <a:lnTo>
                  <a:pt x="2620" y="0"/>
                </a:lnTo>
                <a:lnTo>
                  <a:pt x="262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695240" y="3133440"/>
            <a:ext cx="2029320" cy="552960"/>
          </a:xfrm>
          <a:custGeom>
            <a:avLst/>
            <a:gdLst/>
            <a:ahLst/>
            <a:rect l="0" t="0" r="r" b="b"/>
            <a:pathLst>
              <a:path w="5637" h="1536">
                <a:moveTo>
                  <a:pt x="0" y="0"/>
                </a:moveTo>
                <a:lnTo>
                  <a:pt x="5637" y="0"/>
                </a:lnTo>
                <a:lnTo>
                  <a:pt x="563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752400" y="3686040"/>
            <a:ext cx="943200" cy="552600"/>
          </a:xfrm>
          <a:custGeom>
            <a:avLst/>
            <a:gdLst/>
            <a:ahLst/>
            <a:rect l="0" t="0" r="r" b="b"/>
            <a:pathLst>
              <a:path w="2620" h="1535">
                <a:moveTo>
                  <a:pt x="0" y="0"/>
                </a:moveTo>
                <a:lnTo>
                  <a:pt x="2620" y="0"/>
                </a:lnTo>
                <a:lnTo>
                  <a:pt x="262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695240" y="3686040"/>
            <a:ext cx="2029320" cy="552600"/>
          </a:xfrm>
          <a:custGeom>
            <a:avLst/>
            <a:gdLst/>
            <a:ahLst/>
            <a:rect l="0" t="0" r="r" b="b"/>
            <a:pathLst>
              <a:path w="5637" h="1535">
                <a:moveTo>
                  <a:pt x="0" y="0"/>
                </a:moveTo>
                <a:lnTo>
                  <a:pt x="5637" y="0"/>
                </a:lnTo>
                <a:lnTo>
                  <a:pt x="563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52400" y="4238280"/>
            <a:ext cx="943200" cy="552960"/>
          </a:xfrm>
          <a:custGeom>
            <a:avLst/>
            <a:gdLst/>
            <a:ahLst/>
            <a:rect l="0" t="0" r="r" b="b"/>
            <a:pathLst>
              <a:path w="2620" h="1536">
                <a:moveTo>
                  <a:pt x="0" y="0"/>
                </a:moveTo>
                <a:lnTo>
                  <a:pt x="2620" y="0"/>
                </a:lnTo>
                <a:lnTo>
                  <a:pt x="262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695240" y="4238280"/>
            <a:ext cx="2029320" cy="552960"/>
          </a:xfrm>
          <a:custGeom>
            <a:avLst/>
            <a:gdLst/>
            <a:ahLst/>
            <a:rect l="0" t="0" r="r" b="b"/>
            <a:pathLst>
              <a:path w="5637" h="1536">
                <a:moveTo>
                  <a:pt x="0" y="0"/>
                </a:moveTo>
                <a:lnTo>
                  <a:pt x="5637" y="0"/>
                </a:lnTo>
                <a:lnTo>
                  <a:pt x="563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752400" y="4790880"/>
            <a:ext cx="943200" cy="552960"/>
          </a:xfrm>
          <a:custGeom>
            <a:avLst/>
            <a:gdLst/>
            <a:ahLst/>
            <a:rect l="0" t="0" r="r" b="b"/>
            <a:pathLst>
              <a:path w="2620" h="1536">
                <a:moveTo>
                  <a:pt x="0" y="0"/>
                </a:moveTo>
                <a:lnTo>
                  <a:pt x="2620" y="0"/>
                </a:lnTo>
                <a:lnTo>
                  <a:pt x="262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695240" y="4790880"/>
            <a:ext cx="2029320" cy="552960"/>
          </a:xfrm>
          <a:custGeom>
            <a:avLst/>
            <a:gdLst/>
            <a:ahLst/>
            <a:rect l="0" t="0" r="r" b="b"/>
            <a:pathLst>
              <a:path w="5637" h="1536">
                <a:moveTo>
                  <a:pt x="0" y="0"/>
                </a:moveTo>
                <a:lnTo>
                  <a:pt x="5637" y="0"/>
                </a:lnTo>
                <a:lnTo>
                  <a:pt x="563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52400" y="20383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752400" y="20383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695240" y="20383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704960" y="203832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724200" y="20383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752400" y="2581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704960" y="258120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752400" y="25905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695240" y="25905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3724200" y="25905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752400" y="31431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752400" y="31334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695240" y="31431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704960" y="3133440"/>
            <a:ext cx="2028960" cy="10080"/>
          </a:xfrm>
          <a:custGeom>
            <a:avLst/>
            <a:gdLst/>
            <a:ah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3724200" y="31431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752400" y="36954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752400" y="36860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695240" y="369540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704960" y="368604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724200" y="36954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752400" y="42480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752400" y="423828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695240" y="424800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704960" y="4238280"/>
            <a:ext cx="2028960" cy="10080"/>
          </a:xfrm>
          <a:custGeom>
            <a:avLst/>
            <a:gdLst/>
            <a:ah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3724200" y="42480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752400" y="48002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752400" y="47908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695240" y="48002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704960" y="479088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3724200" y="48002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752400" y="53434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704960" y="534348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747720" y="1485000"/>
            <a:ext cx="58363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Escape Sequences (used inside strings)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880920" y="2124000"/>
            <a:ext cx="689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Code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885600" y="271440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3"/>
                  <a:pt x="1244" y="39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8"/>
                  <a:pt x="1298" y="159"/>
                </a:cubicBezTo>
                <a:lnTo>
                  <a:pt x="1298" y="847"/>
                </a:lnTo>
                <a:cubicBezTo>
                  <a:pt x="1298" y="857"/>
                  <a:pt x="1297" y="868"/>
                  <a:pt x="1295" y="878"/>
                </a:cubicBezTo>
                <a:cubicBezTo>
                  <a:pt x="1292" y="888"/>
                  <a:pt x="1289" y="898"/>
                  <a:pt x="1285" y="908"/>
                </a:cubicBezTo>
                <a:cubicBezTo>
                  <a:pt x="1282" y="917"/>
                  <a:pt x="1277" y="926"/>
                  <a:pt x="1271" y="935"/>
                </a:cubicBezTo>
                <a:cubicBezTo>
                  <a:pt x="1265" y="944"/>
                  <a:pt x="1258" y="952"/>
                  <a:pt x="1251" y="959"/>
                </a:cubicBezTo>
                <a:cubicBezTo>
                  <a:pt x="1244" y="966"/>
                  <a:pt x="1236" y="973"/>
                  <a:pt x="1227" y="979"/>
                </a:cubicBezTo>
                <a:cubicBezTo>
                  <a:pt x="1218" y="985"/>
                  <a:pt x="1209" y="989"/>
                  <a:pt x="1200" y="993"/>
                </a:cubicBezTo>
                <a:cubicBezTo>
                  <a:pt x="1190" y="997"/>
                  <a:pt x="1180" y="1000"/>
                  <a:pt x="1170" y="1002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2"/>
                </a:cubicBezTo>
                <a:cubicBezTo>
                  <a:pt x="118" y="1000"/>
                  <a:pt x="108" y="997"/>
                  <a:pt x="98" y="993"/>
                </a:cubicBezTo>
                <a:cubicBezTo>
                  <a:pt x="88" y="989"/>
                  <a:pt x="79" y="985"/>
                  <a:pt x="71" y="979"/>
                </a:cubicBezTo>
                <a:cubicBezTo>
                  <a:pt x="62" y="973"/>
                  <a:pt x="54" y="966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2109960" y="2124000"/>
            <a:ext cx="1206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Meaning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74880" y="276588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\n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885600" y="3267000"/>
            <a:ext cx="467280" cy="362160"/>
          </a:xfrm>
          <a:custGeom>
            <a:avLst/>
            <a:gdLst/>
            <a:ahLst/>
            <a:rect l="0" t="0" r="r" b="b"/>
            <a:pathLst>
              <a:path w="129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6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8" y="54"/>
                  <a:pt x="1265" y="62"/>
                  <a:pt x="1271" y="70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7"/>
                  <a:pt x="1292" y="117"/>
                  <a:pt x="1295" y="127"/>
                </a:cubicBezTo>
                <a:cubicBezTo>
                  <a:pt x="1297" y="138"/>
                  <a:pt x="1298" y="148"/>
                  <a:pt x="1298" y="158"/>
                </a:cubicBezTo>
                <a:lnTo>
                  <a:pt x="1298" y="847"/>
                </a:lnTo>
                <a:cubicBezTo>
                  <a:pt x="1298" y="858"/>
                  <a:pt x="1297" y="868"/>
                  <a:pt x="1295" y="878"/>
                </a:cubicBezTo>
                <a:cubicBezTo>
                  <a:pt x="1292" y="889"/>
                  <a:pt x="1289" y="898"/>
                  <a:pt x="1285" y="908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4"/>
                  <a:pt x="1258" y="952"/>
                  <a:pt x="1251" y="960"/>
                </a:cubicBezTo>
                <a:cubicBezTo>
                  <a:pt x="1244" y="967"/>
                  <a:pt x="1236" y="974"/>
                  <a:pt x="1227" y="979"/>
                </a:cubicBezTo>
                <a:cubicBezTo>
                  <a:pt x="1218" y="985"/>
                  <a:pt x="1209" y="990"/>
                  <a:pt x="1200" y="994"/>
                </a:cubicBezTo>
                <a:cubicBezTo>
                  <a:pt x="1190" y="998"/>
                  <a:pt x="1180" y="1001"/>
                  <a:pt x="1170" y="1003"/>
                </a:cubicBezTo>
                <a:cubicBezTo>
                  <a:pt x="1160" y="1005"/>
                  <a:pt x="1149" y="1006"/>
                  <a:pt x="113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827720" y="2666880"/>
            <a:ext cx="1122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New line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74880" y="331848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\t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885600" y="381924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3"/>
                  <a:pt x="1244" y="39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80"/>
                  <a:pt x="1282" y="89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9"/>
                  <a:pt x="1298" y="159"/>
                </a:cubicBezTo>
                <a:lnTo>
                  <a:pt x="1298" y="847"/>
                </a:lnTo>
                <a:cubicBezTo>
                  <a:pt x="1298" y="857"/>
                  <a:pt x="1297" y="868"/>
                  <a:pt x="1295" y="878"/>
                </a:cubicBezTo>
                <a:cubicBezTo>
                  <a:pt x="1292" y="888"/>
                  <a:pt x="1289" y="898"/>
                  <a:pt x="1285" y="908"/>
                </a:cubicBezTo>
                <a:cubicBezTo>
                  <a:pt x="1282" y="917"/>
                  <a:pt x="1277" y="926"/>
                  <a:pt x="1271" y="935"/>
                </a:cubicBezTo>
                <a:cubicBezTo>
                  <a:pt x="1265" y="944"/>
                  <a:pt x="1258" y="953"/>
                  <a:pt x="1251" y="960"/>
                </a:cubicBezTo>
                <a:cubicBezTo>
                  <a:pt x="1244" y="968"/>
                  <a:pt x="1236" y="974"/>
                  <a:pt x="1227" y="980"/>
                </a:cubicBezTo>
                <a:cubicBezTo>
                  <a:pt x="1218" y="986"/>
                  <a:pt x="1209" y="991"/>
                  <a:pt x="1200" y="995"/>
                </a:cubicBezTo>
                <a:cubicBezTo>
                  <a:pt x="1190" y="999"/>
                  <a:pt x="1180" y="1002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827720" y="3219480"/>
            <a:ext cx="478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Tab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74880" y="387072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\b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85600" y="4371840"/>
            <a:ext cx="467280" cy="362160"/>
          </a:xfrm>
          <a:custGeom>
            <a:avLst/>
            <a:gdLst/>
            <a:ahLst/>
            <a:rect l="0" t="0" r="r" b="b"/>
            <a:pathLst>
              <a:path w="1298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8" y="54"/>
                  <a:pt x="1265" y="62"/>
                  <a:pt x="1271" y="70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8"/>
                  <a:pt x="1292" y="117"/>
                  <a:pt x="1295" y="128"/>
                </a:cubicBezTo>
                <a:cubicBezTo>
                  <a:pt x="1297" y="138"/>
                  <a:pt x="1298" y="148"/>
                  <a:pt x="1298" y="159"/>
                </a:cubicBezTo>
                <a:lnTo>
                  <a:pt x="1298" y="848"/>
                </a:lnTo>
                <a:cubicBezTo>
                  <a:pt x="1298" y="858"/>
                  <a:pt x="1297" y="868"/>
                  <a:pt x="1295" y="879"/>
                </a:cubicBezTo>
                <a:cubicBezTo>
                  <a:pt x="1292" y="889"/>
                  <a:pt x="1289" y="899"/>
                  <a:pt x="1285" y="908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4"/>
                  <a:pt x="1258" y="952"/>
                  <a:pt x="1251" y="960"/>
                </a:cubicBezTo>
                <a:cubicBezTo>
                  <a:pt x="1244" y="967"/>
                  <a:pt x="1236" y="974"/>
                  <a:pt x="1227" y="980"/>
                </a:cubicBezTo>
                <a:cubicBezTo>
                  <a:pt x="1218" y="985"/>
                  <a:pt x="1209" y="990"/>
                  <a:pt x="1200" y="994"/>
                </a:cubicBezTo>
                <a:cubicBezTo>
                  <a:pt x="1190" y="998"/>
                  <a:pt x="1180" y="1001"/>
                  <a:pt x="1170" y="1003"/>
                </a:cubicBezTo>
                <a:cubicBezTo>
                  <a:pt x="1160" y="1005"/>
                  <a:pt x="1149" y="1006"/>
                  <a:pt x="113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827720" y="3771720"/>
            <a:ext cx="1359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Backspace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974880" y="442332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\"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885600" y="492408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4"/>
                </a:cubicBezTo>
                <a:cubicBezTo>
                  <a:pt x="1180" y="6"/>
                  <a:pt x="1190" y="9"/>
                  <a:pt x="1200" y="13"/>
                </a:cubicBezTo>
                <a:cubicBezTo>
                  <a:pt x="1209" y="17"/>
                  <a:pt x="1218" y="21"/>
                  <a:pt x="1227" y="27"/>
                </a:cubicBezTo>
                <a:cubicBezTo>
                  <a:pt x="1236" y="33"/>
                  <a:pt x="1244" y="40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80"/>
                  <a:pt x="1282" y="89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9"/>
                  <a:pt x="1298" y="159"/>
                </a:cubicBezTo>
                <a:lnTo>
                  <a:pt x="1298" y="847"/>
                </a:lnTo>
                <a:cubicBezTo>
                  <a:pt x="1298" y="858"/>
                  <a:pt x="1297" y="868"/>
                  <a:pt x="1295" y="878"/>
                </a:cubicBezTo>
                <a:cubicBezTo>
                  <a:pt x="1292" y="888"/>
                  <a:pt x="1289" y="899"/>
                  <a:pt x="1285" y="909"/>
                </a:cubicBezTo>
                <a:cubicBezTo>
                  <a:pt x="1282" y="919"/>
                  <a:pt x="1277" y="928"/>
                  <a:pt x="1271" y="936"/>
                </a:cubicBezTo>
                <a:cubicBezTo>
                  <a:pt x="1265" y="945"/>
                  <a:pt x="1258" y="953"/>
                  <a:pt x="1251" y="960"/>
                </a:cubicBezTo>
                <a:cubicBezTo>
                  <a:pt x="1244" y="968"/>
                  <a:pt x="1236" y="974"/>
                  <a:pt x="1227" y="980"/>
                </a:cubicBezTo>
                <a:cubicBezTo>
                  <a:pt x="1218" y="986"/>
                  <a:pt x="1209" y="991"/>
                  <a:pt x="1200" y="995"/>
                </a:cubicBezTo>
                <a:cubicBezTo>
                  <a:pt x="1190" y="999"/>
                  <a:pt x="1180" y="1002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827720" y="4324320"/>
            <a:ext cx="1769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Double quote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74880" y="497592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\\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827720" y="4876920"/>
            <a:ext cx="1275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Backslash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757080" y="29955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4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1"/>
                  <a:pt x="29676" y="3800"/>
                </a:cubicBezTo>
                <a:cubicBezTo>
                  <a:pt x="29672" y="3809"/>
                  <a:pt x="29668" y="3817"/>
                  <a:pt x="29663" y="3825"/>
                </a:cubicBezTo>
                <a:cubicBezTo>
                  <a:pt x="29657" y="3833"/>
                  <a:pt x="29651" y="3841"/>
                  <a:pt x="29645" y="3847"/>
                </a:cubicBezTo>
                <a:cubicBezTo>
                  <a:pt x="29638" y="3854"/>
                  <a:pt x="29630" y="3860"/>
                  <a:pt x="29623" y="3865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5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5"/>
                  <a:pt x="99" y="3883"/>
                  <a:pt x="90" y="3879"/>
                </a:cubicBezTo>
                <a:cubicBezTo>
                  <a:pt x="81" y="3875"/>
                  <a:pt x="73" y="3871"/>
                  <a:pt x="65" y="3865"/>
                </a:cubicBezTo>
                <a:cubicBezTo>
                  <a:pt x="57" y="3860"/>
                  <a:pt x="49" y="3854"/>
                  <a:pt x="43" y="3847"/>
                </a:cubicBezTo>
                <a:cubicBezTo>
                  <a:pt x="36" y="3841"/>
                  <a:pt x="30" y="3833"/>
                  <a:pt x="24" y="3825"/>
                </a:cubicBezTo>
                <a:cubicBezTo>
                  <a:pt x="19" y="3817"/>
                  <a:pt x="15" y="3809"/>
                  <a:pt x="11" y="3800"/>
                </a:cubicBezTo>
                <a:cubicBezTo>
                  <a:pt x="7" y="3791"/>
                  <a:pt x="5" y="3782"/>
                  <a:pt x="3" y="3773"/>
                </a:cubicBezTo>
                <a:cubicBezTo>
                  <a:pt x="1" y="3764"/>
                  <a:pt x="0" y="3754"/>
                  <a:pt x="0" y="374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757080" y="29955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4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1"/>
                  <a:pt x="29676" y="3800"/>
                </a:cubicBezTo>
                <a:cubicBezTo>
                  <a:pt x="29672" y="3809"/>
                  <a:pt x="29668" y="3817"/>
                  <a:pt x="29663" y="3825"/>
                </a:cubicBezTo>
                <a:cubicBezTo>
                  <a:pt x="29657" y="3833"/>
                  <a:pt x="29651" y="3841"/>
                  <a:pt x="29645" y="3847"/>
                </a:cubicBezTo>
                <a:cubicBezTo>
                  <a:pt x="29638" y="3854"/>
                  <a:pt x="29630" y="3860"/>
                  <a:pt x="29623" y="3865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5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5"/>
                  <a:pt x="99" y="3883"/>
                  <a:pt x="90" y="3879"/>
                </a:cubicBezTo>
                <a:cubicBezTo>
                  <a:pt x="81" y="3875"/>
                  <a:pt x="73" y="3871"/>
                  <a:pt x="65" y="3865"/>
                </a:cubicBezTo>
                <a:cubicBezTo>
                  <a:pt x="57" y="3860"/>
                  <a:pt x="49" y="3854"/>
                  <a:pt x="43" y="3847"/>
                </a:cubicBezTo>
                <a:cubicBezTo>
                  <a:pt x="36" y="3841"/>
                  <a:pt x="30" y="3833"/>
                  <a:pt x="24" y="3825"/>
                </a:cubicBezTo>
                <a:cubicBezTo>
                  <a:pt x="19" y="3817"/>
                  <a:pt x="15" y="3809"/>
                  <a:pt x="11" y="3800"/>
                </a:cubicBezTo>
                <a:cubicBezTo>
                  <a:pt x="7" y="3791"/>
                  <a:pt x="5" y="3782"/>
                  <a:pt x="3" y="3773"/>
                </a:cubicBezTo>
                <a:cubicBezTo>
                  <a:pt x="1" y="3764"/>
                  <a:pt x="0" y="3754"/>
                  <a:pt x="0" y="374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47720" y="2437560"/>
            <a:ext cx="32133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String Concatenation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14400" y="3157200"/>
            <a:ext cx="6197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fName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"Mohamed"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lName =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"Ramadan"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914400" y="3423960"/>
            <a:ext cx="8732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System.out.println(fName +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 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+ lName);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"Mohamed Ramadan"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914400" y="3700080"/>
            <a:ext cx="845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"20"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"25"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 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"2025" (string)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914400" y="3966840"/>
            <a:ext cx="8028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     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45 (numeric)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47720" y="3130920"/>
            <a:ext cx="4092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4. User Input (Scanner)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47720" y="2180160"/>
            <a:ext cx="432144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Steps to read from keyboard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342880" y="2800080"/>
            <a:ext cx="3705840" cy="362520"/>
          </a:xfrm>
          <a:custGeom>
            <a:avLst/>
            <a:gdLst/>
            <a:ahLst/>
            <a:rect l="0" t="0" r="r" b="b"/>
            <a:pathLst>
              <a:path w="10294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135" y="0"/>
                </a:lnTo>
                <a:cubicBezTo>
                  <a:pt x="10145" y="0"/>
                  <a:pt x="10156" y="1"/>
                  <a:pt x="10166" y="3"/>
                </a:cubicBezTo>
                <a:cubicBezTo>
                  <a:pt x="10176" y="5"/>
                  <a:pt x="10186" y="8"/>
                  <a:pt x="10196" y="12"/>
                </a:cubicBezTo>
                <a:cubicBezTo>
                  <a:pt x="10205" y="16"/>
                  <a:pt x="10214" y="21"/>
                  <a:pt x="10223" y="27"/>
                </a:cubicBezTo>
                <a:cubicBezTo>
                  <a:pt x="10232" y="33"/>
                  <a:pt x="10240" y="39"/>
                  <a:pt x="10247" y="47"/>
                </a:cubicBezTo>
                <a:cubicBezTo>
                  <a:pt x="10254" y="54"/>
                  <a:pt x="10261" y="62"/>
                  <a:pt x="10267" y="71"/>
                </a:cubicBezTo>
                <a:cubicBezTo>
                  <a:pt x="10273" y="79"/>
                  <a:pt x="10277" y="89"/>
                  <a:pt x="10281" y="98"/>
                </a:cubicBezTo>
                <a:cubicBezTo>
                  <a:pt x="10285" y="108"/>
                  <a:pt x="10288" y="118"/>
                  <a:pt x="10290" y="128"/>
                </a:cubicBezTo>
                <a:cubicBezTo>
                  <a:pt x="10293" y="138"/>
                  <a:pt x="10294" y="149"/>
                  <a:pt x="10294" y="159"/>
                </a:cubicBezTo>
                <a:lnTo>
                  <a:pt x="10294" y="848"/>
                </a:lnTo>
                <a:cubicBezTo>
                  <a:pt x="10294" y="858"/>
                  <a:pt x="10293" y="869"/>
                  <a:pt x="10290" y="879"/>
                </a:cubicBezTo>
                <a:cubicBezTo>
                  <a:pt x="10288" y="889"/>
                  <a:pt x="10285" y="899"/>
                  <a:pt x="10281" y="909"/>
                </a:cubicBezTo>
                <a:cubicBezTo>
                  <a:pt x="10277" y="918"/>
                  <a:pt x="10273" y="927"/>
                  <a:pt x="10267" y="936"/>
                </a:cubicBezTo>
                <a:cubicBezTo>
                  <a:pt x="10261" y="945"/>
                  <a:pt x="10254" y="953"/>
                  <a:pt x="10247" y="960"/>
                </a:cubicBezTo>
                <a:cubicBezTo>
                  <a:pt x="10240" y="968"/>
                  <a:pt x="10232" y="974"/>
                  <a:pt x="10223" y="980"/>
                </a:cubicBezTo>
                <a:cubicBezTo>
                  <a:pt x="10214" y="986"/>
                  <a:pt x="10205" y="991"/>
                  <a:pt x="10196" y="995"/>
                </a:cubicBezTo>
                <a:cubicBezTo>
                  <a:pt x="10186" y="999"/>
                  <a:pt x="10176" y="1002"/>
                  <a:pt x="10166" y="1004"/>
                </a:cubicBezTo>
                <a:cubicBezTo>
                  <a:pt x="10156" y="1006"/>
                  <a:pt x="10145" y="1007"/>
                  <a:pt x="10135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996120" y="2752560"/>
            <a:ext cx="1342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Import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433240" y="2851560"/>
            <a:ext cx="352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import java.util.Scanner;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3209760" y="3295440"/>
            <a:ext cx="5686920" cy="362160"/>
          </a:xfrm>
          <a:custGeom>
            <a:avLst/>
            <a:gdLst/>
            <a:ahLst/>
            <a:rect l="0" t="0" r="r" b="b"/>
            <a:pathLst>
              <a:path w="15797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638" y="0"/>
                </a:lnTo>
                <a:cubicBezTo>
                  <a:pt x="15648" y="0"/>
                  <a:pt x="15659" y="1"/>
                  <a:pt x="15669" y="3"/>
                </a:cubicBezTo>
                <a:cubicBezTo>
                  <a:pt x="15679" y="5"/>
                  <a:pt x="15689" y="8"/>
                  <a:pt x="15699" y="12"/>
                </a:cubicBezTo>
                <a:cubicBezTo>
                  <a:pt x="15708" y="16"/>
                  <a:pt x="15717" y="21"/>
                  <a:pt x="15726" y="27"/>
                </a:cubicBezTo>
                <a:cubicBezTo>
                  <a:pt x="15735" y="33"/>
                  <a:pt x="15743" y="39"/>
                  <a:pt x="15750" y="47"/>
                </a:cubicBezTo>
                <a:cubicBezTo>
                  <a:pt x="15757" y="54"/>
                  <a:pt x="15764" y="62"/>
                  <a:pt x="15770" y="71"/>
                </a:cubicBezTo>
                <a:cubicBezTo>
                  <a:pt x="15776" y="79"/>
                  <a:pt x="15781" y="88"/>
                  <a:pt x="15784" y="98"/>
                </a:cubicBezTo>
                <a:cubicBezTo>
                  <a:pt x="15788" y="108"/>
                  <a:pt x="15791" y="118"/>
                  <a:pt x="15794" y="128"/>
                </a:cubicBezTo>
                <a:cubicBezTo>
                  <a:pt x="15796" y="138"/>
                  <a:pt x="15797" y="148"/>
                  <a:pt x="15797" y="159"/>
                </a:cubicBezTo>
                <a:lnTo>
                  <a:pt x="15797" y="848"/>
                </a:lnTo>
                <a:cubicBezTo>
                  <a:pt x="15797" y="858"/>
                  <a:pt x="15796" y="868"/>
                  <a:pt x="15794" y="879"/>
                </a:cubicBezTo>
                <a:cubicBezTo>
                  <a:pt x="15791" y="889"/>
                  <a:pt x="15788" y="899"/>
                  <a:pt x="15784" y="909"/>
                </a:cubicBezTo>
                <a:cubicBezTo>
                  <a:pt x="15781" y="918"/>
                  <a:pt x="15776" y="927"/>
                  <a:pt x="15770" y="936"/>
                </a:cubicBezTo>
                <a:cubicBezTo>
                  <a:pt x="15764" y="945"/>
                  <a:pt x="15757" y="953"/>
                  <a:pt x="15750" y="960"/>
                </a:cubicBezTo>
                <a:cubicBezTo>
                  <a:pt x="15743" y="967"/>
                  <a:pt x="15735" y="974"/>
                  <a:pt x="15726" y="980"/>
                </a:cubicBezTo>
                <a:cubicBezTo>
                  <a:pt x="15717" y="986"/>
                  <a:pt x="15708" y="990"/>
                  <a:pt x="15699" y="994"/>
                </a:cubicBezTo>
                <a:cubicBezTo>
                  <a:pt x="15689" y="998"/>
                  <a:pt x="15679" y="1001"/>
                  <a:pt x="15669" y="1003"/>
                </a:cubicBezTo>
                <a:cubicBezTo>
                  <a:pt x="15659" y="1005"/>
                  <a:pt x="15648" y="1006"/>
                  <a:pt x="15638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6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996120" y="3247920"/>
            <a:ext cx="2217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Create object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3305160" y="3346920"/>
            <a:ext cx="5493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Scanner input = new Scanner(System.in);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143240" y="3800160"/>
            <a:ext cx="1600560" cy="352800"/>
          </a:xfrm>
          <a:custGeom>
            <a:avLst/>
            <a:gdLst/>
            <a:ahLst/>
            <a:rect l="0" t="0" r="r" b="b"/>
            <a:pathLst>
              <a:path w="4446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87" y="0"/>
                </a:lnTo>
                <a:cubicBezTo>
                  <a:pt x="4298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8" y="16"/>
                  <a:pt x="4367" y="21"/>
                  <a:pt x="4375" y="27"/>
                </a:cubicBezTo>
                <a:cubicBezTo>
                  <a:pt x="4384" y="33"/>
                  <a:pt x="4392" y="40"/>
                  <a:pt x="4399" y="47"/>
                </a:cubicBezTo>
                <a:cubicBezTo>
                  <a:pt x="4407" y="54"/>
                  <a:pt x="4413" y="62"/>
                  <a:pt x="4419" y="71"/>
                </a:cubicBezTo>
                <a:cubicBezTo>
                  <a:pt x="4425" y="80"/>
                  <a:pt x="4430" y="89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9"/>
                  <a:pt x="4446" y="159"/>
                </a:cubicBezTo>
                <a:lnTo>
                  <a:pt x="4446" y="822"/>
                </a:lnTo>
                <a:cubicBezTo>
                  <a:pt x="4446" y="832"/>
                  <a:pt x="4445" y="842"/>
                  <a:pt x="4443" y="853"/>
                </a:cubicBezTo>
                <a:cubicBezTo>
                  <a:pt x="4441" y="863"/>
                  <a:pt x="4438" y="873"/>
                  <a:pt x="4434" y="882"/>
                </a:cubicBezTo>
                <a:cubicBezTo>
                  <a:pt x="4430" y="892"/>
                  <a:pt x="4425" y="901"/>
                  <a:pt x="4419" y="910"/>
                </a:cubicBezTo>
                <a:cubicBezTo>
                  <a:pt x="4413" y="918"/>
                  <a:pt x="4407" y="926"/>
                  <a:pt x="4399" y="934"/>
                </a:cubicBezTo>
                <a:cubicBezTo>
                  <a:pt x="4392" y="941"/>
                  <a:pt x="4384" y="948"/>
                  <a:pt x="4375" y="954"/>
                </a:cubicBezTo>
                <a:cubicBezTo>
                  <a:pt x="4367" y="959"/>
                  <a:pt x="4358" y="964"/>
                  <a:pt x="4348" y="968"/>
                </a:cubicBezTo>
                <a:cubicBezTo>
                  <a:pt x="4338" y="972"/>
                  <a:pt x="4328" y="975"/>
                  <a:pt x="4318" y="977"/>
                </a:cubicBezTo>
                <a:cubicBezTo>
                  <a:pt x="4308" y="979"/>
                  <a:pt x="4298" y="980"/>
                  <a:pt x="4287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96120" y="3753000"/>
            <a:ext cx="3144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Read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using methods: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4238640" y="385164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nextLine()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886360" y="3800160"/>
            <a:ext cx="1457640" cy="352800"/>
          </a:xfrm>
          <a:custGeom>
            <a:avLst/>
            <a:gdLst/>
            <a:ahLst/>
            <a:rect l="0" t="0" r="r" b="b"/>
            <a:pathLst>
              <a:path w="4049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890" y="0"/>
                </a:lnTo>
                <a:cubicBezTo>
                  <a:pt x="3901" y="0"/>
                  <a:pt x="3911" y="1"/>
                  <a:pt x="3921" y="3"/>
                </a:cubicBezTo>
                <a:cubicBezTo>
                  <a:pt x="3931" y="5"/>
                  <a:pt x="3941" y="8"/>
                  <a:pt x="3951" y="12"/>
                </a:cubicBezTo>
                <a:cubicBezTo>
                  <a:pt x="3961" y="16"/>
                  <a:pt x="3970" y="21"/>
                  <a:pt x="3978" y="27"/>
                </a:cubicBezTo>
                <a:cubicBezTo>
                  <a:pt x="3987" y="33"/>
                  <a:pt x="3995" y="40"/>
                  <a:pt x="4002" y="47"/>
                </a:cubicBezTo>
                <a:cubicBezTo>
                  <a:pt x="4010" y="54"/>
                  <a:pt x="4016" y="62"/>
                  <a:pt x="4022" y="71"/>
                </a:cubicBezTo>
                <a:cubicBezTo>
                  <a:pt x="4028" y="80"/>
                  <a:pt x="4033" y="89"/>
                  <a:pt x="4037" y="98"/>
                </a:cubicBezTo>
                <a:cubicBezTo>
                  <a:pt x="4041" y="108"/>
                  <a:pt x="4044" y="118"/>
                  <a:pt x="4046" y="128"/>
                </a:cubicBezTo>
                <a:cubicBezTo>
                  <a:pt x="4048" y="138"/>
                  <a:pt x="4049" y="149"/>
                  <a:pt x="4049" y="159"/>
                </a:cubicBezTo>
                <a:lnTo>
                  <a:pt x="4049" y="822"/>
                </a:lnTo>
                <a:cubicBezTo>
                  <a:pt x="4049" y="832"/>
                  <a:pt x="4048" y="842"/>
                  <a:pt x="4046" y="853"/>
                </a:cubicBezTo>
                <a:cubicBezTo>
                  <a:pt x="4044" y="863"/>
                  <a:pt x="4041" y="873"/>
                  <a:pt x="4037" y="882"/>
                </a:cubicBezTo>
                <a:cubicBezTo>
                  <a:pt x="4033" y="892"/>
                  <a:pt x="4028" y="901"/>
                  <a:pt x="4022" y="910"/>
                </a:cubicBezTo>
                <a:cubicBezTo>
                  <a:pt x="4016" y="918"/>
                  <a:pt x="4010" y="926"/>
                  <a:pt x="4002" y="934"/>
                </a:cubicBezTo>
                <a:cubicBezTo>
                  <a:pt x="3995" y="941"/>
                  <a:pt x="3987" y="948"/>
                  <a:pt x="3978" y="954"/>
                </a:cubicBezTo>
                <a:cubicBezTo>
                  <a:pt x="3970" y="959"/>
                  <a:pt x="3961" y="964"/>
                  <a:pt x="3951" y="968"/>
                </a:cubicBezTo>
                <a:cubicBezTo>
                  <a:pt x="3941" y="972"/>
                  <a:pt x="3931" y="975"/>
                  <a:pt x="3921" y="977"/>
                </a:cubicBezTo>
                <a:cubicBezTo>
                  <a:pt x="3911" y="979"/>
                  <a:pt x="3901" y="980"/>
                  <a:pt x="3890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5740920" y="37530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980680" y="3851640"/>
            <a:ext cx="1268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nextInt()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7486560" y="3800160"/>
            <a:ext cx="1876680" cy="352800"/>
          </a:xfrm>
          <a:custGeom>
            <a:avLst/>
            <a:gdLst/>
            <a:ahLst/>
            <a:rect l="0" t="0" r="r" b="b"/>
            <a:pathLst>
              <a:path w="5213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5054" y="0"/>
                </a:lnTo>
                <a:cubicBezTo>
                  <a:pt x="5065" y="0"/>
                  <a:pt x="5075" y="1"/>
                  <a:pt x="5085" y="3"/>
                </a:cubicBezTo>
                <a:cubicBezTo>
                  <a:pt x="5095" y="5"/>
                  <a:pt x="5105" y="8"/>
                  <a:pt x="5115" y="12"/>
                </a:cubicBezTo>
                <a:cubicBezTo>
                  <a:pt x="5125" y="16"/>
                  <a:pt x="5134" y="21"/>
                  <a:pt x="5142" y="27"/>
                </a:cubicBezTo>
                <a:cubicBezTo>
                  <a:pt x="5151" y="33"/>
                  <a:pt x="5159" y="40"/>
                  <a:pt x="5167" y="47"/>
                </a:cubicBezTo>
                <a:cubicBezTo>
                  <a:pt x="5174" y="54"/>
                  <a:pt x="5180" y="62"/>
                  <a:pt x="5186" y="71"/>
                </a:cubicBezTo>
                <a:cubicBezTo>
                  <a:pt x="5192" y="80"/>
                  <a:pt x="5197" y="89"/>
                  <a:pt x="5201" y="98"/>
                </a:cubicBezTo>
                <a:cubicBezTo>
                  <a:pt x="5205" y="108"/>
                  <a:pt x="5208" y="118"/>
                  <a:pt x="5210" y="128"/>
                </a:cubicBezTo>
                <a:cubicBezTo>
                  <a:pt x="5212" y="138"/>
                  <a:pt x="5213" y="149"/>
                  <a:pt x="5213" y="159"/>
                </a:cubicBezTo>
                <a:lnTo>
                  <a:pt x="5213" y="822"/>
                </a:lnTo>
                <a:cubicBezTo>
                  <a:pt x="5213" y="832"/>
                  <a:pt x="5212" y="842"/>
                  <a:pt x="5210" y="853"/>
                </a:cubicBezTo>
                <a:cubicBezTo>
                  <a:pt x="5208" y="863"/>
                  <a:pt x="5205" y="873"/>
                  <a:pt x="5201" y="882"/>
                </a:cubicBezTo>
                <a:cubicBezTo>
                  <a:pt x="5197" y="892"/>
                  <a:pt x="5192" y="901"/>
                  <a:pt x="5186" y="910"/>
                </a:cubicBezTo>
                <a:cubicBezTo>
                  <a:pt x="5180" y="918"/>
                  <a:pt x="5174" y="926"/>
                  <a:pt x="5167" y="934"/>
                </a:cubicBezTo>
                <a:cubicBezTo>
                  <a:pt x="5159" y="941"/>
                  <a:pt x="5151" y="948"/>
                  <a:pt x="5142" y="954"/>
                </a:cubicBezTo>
                <a:cubicBezTo>
                  <a:pt x="5134" y="959"/>
                  <a:pt x="5125" y="964"/>
                  <a:pt x="5115" y="968"/>
                </a:cubicBezTo>
                <a:cubicBezTo>
                  <a:pt x="5105" y="972"/>
                  <a:pt x="5095" y="975"/>
                  <a:pt x="5085" y="977"/>
                </a:cubicBezTo>
                <a:cubicBezTo>
                  <a:pt x="5075" y="979"/>
                  <a:pt x="5065" y="980"/>
                  <a:pt x="5054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342200" y="37530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581960" y="3851640"/>
            <a:ext cx="1690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nextDouble()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9366120" y="3753000"/>
            <a:ext cx="607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etc.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104920" y="4295520"/>
            <a:ext cx="2162520" cy="362520"/>
          </a:xfrm>
          <a:custGeom>
            <a:avLst/>
            <a:gdLst/>
            <a:ahLst/>
            <a:rect l="0" t="0" r="r" b="b"/>
            <a:pathLst>
              <a:path w="6007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848" y="0"/>
                </a:lnTo>
                <a:cubicBezTo>
                  <a:pt x="5859" y="0"/>
                  <a:pt x="5869" y="1"/>
                  <a:pt x="5879" y="3"/>
                </a:cubicBezTo>
                <a:cubicBezTo>
                  <a:pt x="5889" y="5"/>
                  <a:pt x="5899" y="8"/>
                  <a:pt x="5909" y="12"/>
                </a:cubicBezTo>
                <a:cubicBezTo>
                  <a:pt x="5918" y="16"/>
                  <a:pt x="5928" y="21"/>
                  <a:pt x="5936" y="27"/>
                </a:cubicBezTo>
                <a:cubicBezTo>
                  <a:pt x="5945" y="33"/>
                  <a:pt x="5953" y="39"/>
                  <a:pt x="5960" y="47"/>
                </a:cubicBezTo>
                <a:cubicBezTo>
                  <a:pt x="5968" y="54"/>
                  <a:pt x="5974" y="62"/>
                  <a:pt x="5980" y="71"/>
                </a:cubicBezTo>
                <a:cubicBezTo>
                  <a:pt x="5986" y="79"/>
                  <a:pt x="5991" y="89"/>
                  <a:pt x="5995" y="98"/>
                </a:cubicBezTo>
                <a:cubicBezTo>
                  <a:pt x="5999" y="108"/>
                  <a:pt x="6002" y="118"/>
                  <a:pt x="6004" y="128"/>
                </a:cubicBezTo>
                <a:cubicBezTo>
                  <a:pt x="6006" y="138"/>
                  <a:pt x="6007" y="149"/>
                  <a:pt x="6007" y="159"/>
                </a:cubicBezTo>
                <a:lnTo>
                  <a:pt x="6007" y="848"/>
                </a:lnTo>
                <a:cubicBezTo>
                  <a:pt x="6007" y="858"/>
                  <a:pt x="6006" y="869"/>
                  <a:pt x="6004" y="879"/>
                </a:cubicBezTo>
                <a:cubicBezTo>
                  <a:pt x="6002" y="889"/>
                  <a:pt x="5999" y="899"/>
                  <a:pt x="5995" y="909"/>
                </a:cubicBezTo>
                <a:cubicBezTo>
                  <a:pt x="5991" y="918"/>
                  <a:pt x="5986" y="927"/>
                  <a:pt x="5980" y="936"/>
                </a:cubicBezTo>
                <a:cubicBezTo>
                  <a:pt x="5974" y="945"/>
                  <a:pt x="5968" y="953"/>
                  <a:pt x="5960" y="960"/>
                </a:cubicBezTo>
                <a:cubicBezTo>
                  <a:pt x="5953" y="967"/>
                  <a:pt x="5945" y="974"/>
                  <a:pt x="5936" y="980"/>
                </a:cubicBezTo>
                <a:cubicBezTo>
                  <a:pt x="5928" y="986"/>
                  <a:pt x="5918" y="991"/>
                  <a:pt x="5909" y="995"/>
                </a:cubicBezTo>
                <a:cubicBezTo>
                  <a:pt x="5899" y="999"/>
                  <a:pt x="5889" y="1002"/>
                  <a:pt x="5879" y="1004"/>
                </a:cubicBezTo>
                <a:cubicBezTo>
                  <a:pt x="5869" y="1006"/>
                  <a:pt x="5859" y="1007"/>
                  <a:pt x="5848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996120" y="4248000"/>
            <a:ext cx="1110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Close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2201760" y="4347000"/>
            <a:ext cx="197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input.close();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757080" y="2214360"/>
            <a:ext cx="10687320" cy="1943640"/>
          </a:xfrm>
          <a:custGeom>
            <a:avLst/>
            <a:gdLst/>
            <a:ahLst/>
            <a:rect l="0" t="0" r="r" b="b"/>
            <a:pathLst>
              <a:path w="29687" h="5399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757080" y="2214360"/>
            <a:ext cx="10687320" cy="1943640"/>
          </a:xfrm>
          <a:custGeom>
            <a:avLst/>
            <a:gdLst/>
            <a:ahLst/>
            <a:rect l="0" t="0" r="r" b="b"/>
            <a:pathLst>
              <a:path w="29687" h="5399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52400" y="4314600"/>
            <a:ext cx="66960" cy="857520"/>
          </a:xfrm>
          <a:custGeom>
            <a:avLst/>
            <a:gdLst/>
            <a:ahLst/>
            <a:rect l="0" t="0" r="r" b="b"/>
            <a:pathLst>
              <a:path w="186" h="2382">
                <a:moveTo>
                  <a:pt x="0" y="0"/>
                </a:moveTo>
                <a:lnTo>
                  <a:pt x="186" y="0"/>
                </a:lnTo>
                <a:lnTo>
                  <a:pt x="186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7720" y="1666080"/>
            <a:ext cx="128628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Example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14400" y="2376000"/>
            <a:ext cx="5070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sc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(System.in);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14400" y="2642760"/>
            <a:ext cx="4648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"Enter name: 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14400" y="2919240"/>
            <a:ext cx="3943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sc.nextLine();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14400" y="3185640"/>
            <a:ext cx="4507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"Enter age: 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914400" y="3452400"/>
            <a:ext cx="3240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age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sc.nextInt();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914400" y="3728880"/>
            <a:ext cx="154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sc.close();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800000" y="4390920"/>
            <a:ext cx="1457640" cy="352800"/>
          </a:xfrm>
          <a:custGeom>
            <a:avLst/>
            <a:gdLst/>
            <a:ahLst/>
            <a:rect l="0" t="0" r="r" b="b"/>
            <a:pathLst>
              <a:path w="4049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90" y="0"/>
                </a:lnTo>
                <a:cubicBezTo>
                  <a:pt x="3901" y="0"/>
                  <a:pt x="3911" y="1"/>
                  <a:pt x="3921" y="3"/>
                </a:cubicBezTo>
                <a:cubicBezTo>
                  <a:pt x="3932" y="5"/>
                  <a:pt x="3942" y="8"/>
                  <a:pt x="3951" y="12"/>
                </a:cubicBezTo>
                <a:cubicBezTo>
                  <a:pt x="3961" y="16"/>
                  <a:pt x="3970" y="21"/>
                  <a:pt x="3979" y="27"/>
                </a:cubicBezTo>
                <a:cubicBezTo>
                  <a:pt x="3987" y="33"/>
                  <a:pt x="3995" y="40"/>
                  <a:pt x="4003" y="47"/>
                </a:cubicBezTo>
                <a:cubicBezTo>
                  <a:pt x="4010" y="55"/>
                  <a:pt x="4017" y="63"/>
                  <a:pt x="4022" y="71"/>
                </a:cubicBezTo>
                <a:cubicBezTo>
                  <a:pt x="4028" y="80"/>
                  <a:pt x="4033" y="89"/>
                  <a:pt x="4037" y="99"/>
                </a:cubicBezTo>
                <a:cubicBezTo>
                  <a:pt x="4041" y="108"/>
                  <a:pt x="4044" y="118"/>
                  <a:pt x="4046" y="129"/>
                </a:cubicBezTo>
                <a:cubicBezTo>
                  <a:pt x="4048" y="139"/>
                  <a:pt x="4049" y="149"/>
                  <a:pt x="4049" y="160"/>
                </a:cubicBezTo>
                <a:lnTo>
                  <a:pt x="4049" y="821"/>
                </a:lnTo>
                <a:cubicBezTo>
                  <a:pt x="4049" y="831"/>
                  <a:pt x="4048" y="842"/>
                  <a:pt x="4046" y="852"/>
                </a:cubicBezTo>
                <a:cubicBezTo>
                  <a:pt x="4044" y="862"/>
                  <a:pt x="4041" y="872"/>
                  <a:pt x="4037" y="882"/>
                </a:cubicBezTo>
                <a:cubicBezTo>
                  <a:pt x="4033" y="891"/>
                  <a:pt x="4028" y="901"/>
                  <a:pt x="4022" y="909"/>
                </a:cubicBezTo>
                <a:cubicBezTo>
                  <a:pt x="4017" y="918"/>
                  <a:pt x="4010" y="926"/>
                  <a:pt x="4003" y="933"/>
                </a:cubicBezTo>
                <a:cubicBezTo>
                  <a:pt x="3995" y="941"/>
                  <a:pt x="3987" y="947"/>
                  <a:pt x="3979" y="953"/>
                </a:cubicBezTo>
                <a:cubicBezTo>
                  <a:pt x="3970" y="959"/>
                  <a:pt x="3961" y="964"/>
                  <a:pt x="3951" y="968"/>
                </a:cubicBezTo>
                <a:cubicBezTo>
                  <a:pt x="3942" y="972"/>
                  <a:pt x="3932" y="975"/>
                  <a:pt x="3921" y="977"/>
                </a:cubicBezTo>
                <a:cubicBezTo>
                  <a:pt x="3911" y="979"/>
                  <a:pt x="3901" y="980"/>
                  <a:pt x="3890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8" y="964"/>
                  <a:pt x="79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1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90440" y="4334040"/>
            <a:ext cx="71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After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897560" y="4442400"/>
            <a:ext cx="1268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nextInt()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3259080" y="4334040"/>
            <a:ext cx="7070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, the newline remains in buﬀer. To read a string after 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924000" y="4819320"/>
            <a:ext cx="2019600" cy="352800"/>
          </a:xfrm>
          <a:custGeom>
            <a:avLst/>
            <a:gdLst/>
            <a:ahLst/>
            <a:rect l="0" t="0" r="r" b="b"/>
            <a:pathLst>
              <a:path w="5610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452" y="0"/>
                </a:lnTo>
                <a:cubicBezTo>
                  <a:pt x="5462" y="0"/>
                  <a:pt x="5472" y="1"/>
                  <a:pt x="5483" y="3"/>
                </a:cubicBezTo>
                <a:cubicBezTo>
                  <a:pt x="5493" y="5"/>
                  <a:pt x="5503" y="9"/>
                  <a:pt x="5512" y="12"/>
                </a:cubicBezTo>
                <a:cubicBezTo>
                  <a:pt x="5522" y="16"/>
                  <a:pt x="5531" y="21"/>
                  <a:pt x="5540" y="27"/>
                </a:cubicBezTo>
                <a:cubicBezTo>
                  <a:pt x="5549" y="33"/>
                  <a:pt x="5557" y="40"/>
                  <a:pt x="5564" y="47"/>
                </a:cubicBezTo>
                <a:cubicBezTo>
                  <a:pt x="5571" y="54"/>
                  <a:pt x="5578" y="62"/>
                  <a:pt x="5584" y="71"/>
                </a:cubicBezTo>
                <a:cubicBezTo>
                  <a:pt x="5590" y="80"/>
                  <a:pt x="5594" y="89"/>
                  <a:pt x="5598" y="98"/>
                </a:cubicBezTo>
                <a:cubicBezTo>
                  <a:pt x="5602" y="108"/>
                  <a:pt x="5605" y="118"/>
                  <a:pt x="5607" y="128"/>
                </a:cubicBezTo>
                <a:cubicBezTo>
                  <a:pt x="5609" y="138"/>
                  <a:pt x="5610" y="149"/>
                  <a:pt x="5610" y="159"/>
                </a:cubicBezTo>
                <a:lnTo>
                  <a:pt x="5610" y="822"/>
                </a:lnTo>
                <a:cubicBezTo>
                  <a:pt x="5610" y="832"/>
                  <a:pt x="5609" y="842"/>
                  <a:pt x="5607" y="853"/>
                </a:cubicBezTo>
                <a:cubicBezTo>
                  <a:pt x="5605" y="863"/>
                  <a:pt x="5602" y="873"/>
                  <a:pt x="5598" y="882"/>
                </a:cubicBezTo>
                <a:cubicBezTo>
                  <a:pt x="5594" y="892"/>
                  <a:pt x="5590" y="901"/>
                  <a:pt x="5584" y="910"/>
                </a:cubicBezTo>
                <a:cubicBezTo>
                  <a:pt x="5578" y="918"/>
                  <a:pt x="5571" y="927"/>
                  <a:pt x="5564" y="934"/>
                </a:cubicBezTo>
                <a:cubicBezTo>
                  <a:pt x="5557" y="941"/>
                  <a:pt x="5549" y="948"/>
                  <a:pt x="5540" y="954"/>
                </a:cubicBezTo>
                <a:cubicBezTo>
                  <a:pt x="5531" y="959"/>
                  <a:pt x="5522" y="964"/>
                  <a:pt x="5512" y="968"/>
                </a:cubicBezTo>
                <a:cubicBezTo>
                  <a:pt x="5503" y="972"/>
                  <a:pt x="5493" y="975"/>
                  <a:pt x="5483" y="977"/>
                </a:cubicBezTo>
                <a:cubicBezTo>
                  <a:pt x="5472" y="979"/>
                  <a:pt x="5462" y="980"/>
                  <a:pt x="5452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7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090440" y="4762440"/>
            <a:ext cx="2888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number, add an extra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4021200" y="4870800"/>
            <a:ext cx="1831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sc.nextLine()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5946120" y="47624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47720" y="3130920"/>
            <a:ext cx="4932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5. Operators &amp; Conditionals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52400" y="1771560"/>
            <a:ext cx="1514880" cy="533520"/>
          </a:xfrm>
          <a:custGeom>
            <a:avLst/>
            <a:gdLst/>
            <a:ahLst/>
            <a:rect l="0" t="0" r="r" b="b"/>
            <a:pathLst>
              <a:path w="4208" h="1482">
                <a:moveTo>
                  <a:pt x="0" y="0"/>
                </a:moveTo>
                <a:lnTo>
                  <a:pt x="4208" y="0"/>
                </a:lnTo>
                <a:lnTo>
                  <a:pt x="42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266920" y="1771560"/>
            <a:ext cx="2362320" cy="533520"/>
          </a:xfrm>
          <a:custGeom>
            <a:avLst/>
            <a:gdLst/>
            <a:ahLst/>
            <a:rect l="0" t="0" r="r" b="b"/>
            <a:pathLst>
              <a:path w="6562" h="1482">
                <a:moveTo>
                  <a:pt x="0" y="0"/>
                </a:moveTo>
                <a:lnTo>
                  <a:pt x="6562" y="0"/>
                </a:lnTo>
                <a:lnTo>
                  <a:pt x="656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52400" y="230472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266920" y="2304720"/>
            <a:ext cx="2362320" cy="552960"/>
          </a:xfrm>
          <a:custGeom>
            <a:avLst/>
            <a:gdLst/>
            <a:ahLst/>
            <a:rect l="0" t="0" r="r" b="b"/>
            <a:pathLst>
              <a:path w="6562" h="1536">
                <a:moveTo>
                  <a:pt x="0" y="0"/>
                </a:moveTo>
                <a:lnTo>
                  <a:pt x="6562" y="0"/>
                </a:lnTo>
                <a:lnTo>
                  <a:pt x="6562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752400" y="285732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266920" y="2857320"/>
            <a:ext cx="2362320" cy="552960"/>
          </a:xfrm>
          <a:custGeom>
            <a:avLst/>
            <a:gdLst/>
            <a:ahLst/>
            <a:rect l="0" t="0" r="r" b="b"/>
            <a:pathLst>
              <a:path w="6562" h="1536">
                <a:moveTo>
                  <a:pt x="0" y="0"/>
                </a:moveTo>
                <a:lnTo>
                  <a:pt x="6562" y="0"/>
                </a:lnTo>
                <a:lnTo>
                  <a:pt x="6562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52400" y="3409920"/>
            <a:ext cx="1514880" cy="552600"/>
          </a:xfrm>
          <a:custGeom>
            <a:avLst/>
            <a:gdLst/>
            <a:ahLst/>
            <a:rect l="0" t="0" r="r" b="b"/>
            <a:pathLst>
              <a:path w="4208" h="1535">
                <a:moveTo>
                  <a:pt x="0" y="0"/>
                </a:moveTo>
                <a:lnTo>
                  <a:pt x="4208" y="0"/>
                </a:lnTo>
                <a:lnTo>
                  <a:pt x="420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266920" y="3409920"/>
            <a:ext cx="2362320" cy="552600"/>
          </a:xfrm>
          <a:custGeom>
            <a:avLst/>
            <a:gdLst/>
            <a:ahLst/>
            <a:rect l="0" t="0" r="r" b="b"/>
            <a:pathLst>
              <a:path w="6562" h="1535">
                <a:moveTo>
                  <a:pt x="0" y="0"/>
                </a:moveTo>
                <a:lnTo>
                  <a:pt x="6562" y="0"/>
                </a:lnTo>
                <a:lnTo>
                  <a:pt x="656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52400" y="396216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266920" y="3962160"/>
            <a:ext cx="2362320" cy="552960"/>
          </a:xfrm>
          <a:custGeom>
            <a:avLst/>
            <a:gdLst/>
            <a:ahLst/>
            <a:rect l="0" t="0" r="r" b="b"/>
            <a:pathLst>
              <a:path w="6562" h="1536">
                <a:moveTo>
                  <a:pt x="0" y="0"/>
                </a:moveTo>
                <a:lnTo>
                  <a:pt x="6562" y="0"/>
                </a:lnTo>
                <a:lnTo>
                  <a:pt x="6562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52400" y="4514760"/>
            <a:ext cx="1514880" cy="552600"/>
          </a:xfrm>
          <a:custGeom>
            <a:avLst/>
            <a:gdLst/>
            <a:ahLst/>
            <a:rect l="0" t="0" r="r" b="b"/>
            <a:pathLst>
              <a:path w="4208" h="1535">
                <a:moveTo>
                  <a:pt x="0" y="0"/>
                </a:moveTo>
                <a:lnTo>
                  <a:pt x="4208" y="0"/>
                </a:lnTo>
                <a:lnTo>
                  <a:pt x="420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266920" y="4514760"/>
            <a:ext cx="2362320" cy="552600"/>
          </a:xfrm>
          <a:custGeom>
            <a:avLst/>
            <a:gdLst/>
            <a:ahLst/>
            <a:rect l="0" t="0" r="r" b="b"/>
            <a:pathLst>
              <a:path w="6562" h="1535">
                <a:moveTo>
                  <a:pt x="0" y="0"/>
                </a:moveTo>
                <a:lnTo>
                  <a:pt x="6562" y="0"/>
                </a:lnTo>
                <a:lnTo>
                  <a:pt x="656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52400" y="506700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266920" y="5067000"/>
            <a:ext cx="2362320" cy="552960"/>
          </a:xfrm>
          <a:custGeom>
            <a:avLst/>
            <a:gdLst/>
            <a:ahLst/>
            <a:rect l="0" t="0" r="r" b="b"/>
            <a:pathLst>
              <a:path w="6562" h="1536">
                <a:moveTo>
                  <a:pt x="0" y="0"/>
                </a:moveTo>
                <a:lnTo>
                  <a:pt x="6562" y="0"/>
                </a:lnTo>
                <a:lnTo>
                  <a:pt x="6562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752400" y="17618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52400" y="176184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2266920" y="17618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2276280" y="176184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4628880" y="17618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752400" y="230472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276280" y="230472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75240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226692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4628880" y="23144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75240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752400" y="28573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26692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276280" y="285732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4628880" y="28666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75240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752400" y="34099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26692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276280" y="340992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4628880" y="34192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75240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752400" y="396216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26692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276280" y="396216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4628880" y="397188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75240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752400" y="451476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26692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276280" y="451476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4628880" y="45241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752400" y="5076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752400" y="506700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266920" y="5076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276280" y="506700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4628880" y="50767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52400" y="561960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276280" y="561960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47720" y="1208880"/>
            <a:ext cx="616140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Comparison Operators (result = boolean)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880920" y="1847880"/>
            <a:ext cx="1261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Operator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885600" y="2438280"/>
            <a:ext cx="467280" cy="362160"/>
          </a:xfrm>
          <a:custGeom>
            <a:avLst/>
            <a:gdLst/>
            <a:ahLst/>
            <a:rect l="0" t="0" r="r" b="b"/>
            <a:pathLst>
              <a:path w="1298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8" y="54"/>
                  <a:pt x="1265" y="62"/>
                  <a:pt x="1271" y="70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7"/>
                  <a:pt x="1292" y="117"/>
                  <a:pt x="1295" y="128"/>
                </a:cubicBezTo>
                <a:cubicBezTo>
                  <a:pt x="1297" y="138"/>
                  <a:pt x="1298" y="148"/>
                  <a:pt x="1298" y="159"/>
                </a:cubicBezTo>
                <a:lnTo>
                  <a:pt x="1298" y="847"/>
                </a:lnTo>
                <a:cubicBezTo>
                  <a:pt x="1298" y="858"/>
                  <a:pt x="1297" y="868"/>
                  <a:pt x="1295" y="878"/>
                </a:cubicBezTo>
                <a:cubicBezTo>
                  <a:pt x="1292" y="889"/>
                  <a:pt x="1289" y="899"/>
                  <a:pt x="1285" y="908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4"/>
                  <a:pt x="1258" y="952"/>
                  <a:pt x="1251" y="960"/>
                </a:cubicBezTo>
                <a:cubicBezTo>
                  <a:pt x="1244" y="967"/>
                  <a:pt x="1236" y="974"/>
                  <a:pt x="1227" y="979"/>
                </a:cubicBezTo>
                <a:cubicBezTo>
                  <a:pt x="1218" y="985"/>
                  <a:pt x="1209" y="990"/>
                  <a:pt x="1200" y="994"/>
                </a:cubicBezTo>
                <a:cubicBezTo>
                  <a:pt x="1190" y="998"/>
                  <a:pt x="1180" y="1001"/>
                  <a:pt x="1170" y="1003"/>
                </a:cubicBezTo>
                <a:cubicBezTo>
                  <a:pt x="1160" y="1005"/>
                  <a:pt x="1149" y="1006"/>
                  <a:pt x="113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2845440" y="1847880"/>
            <a:ext cx="1206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Meaning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974880" y="248976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==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885600" y="299052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9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3"/>
                  <a:pt x="1244" y="40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80"/>
                  <a:pt x="1282" y="89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9"/>
                  <a:pt x="1298" y="159"/>
                </a:cubicBezTo>
                <a:lnTo>
                  <a:pt x="1298" y="848"/>
                </a:lnTo>
                <a:cubicBezTo>
                  <a:pt x="1298" y="859"/>
                  <a:pt x="1297" y="869"/>
                  <a:pt x="1295" y="879"/>
                </a:cubicBezTo>
                <a:cubicBezTo>
                  <a:pt x="1292" y="889"/>
                  <a:pt x="1289" y="899"/>
                  <a:pt x="1285" y="909"/>
                </a:cubicBezTo>
                <a:cubicBezTo>
                  <a:pt x="1282" y="918"/>
                  <a:pt x="1277" y="928"/>
                  <a:pt x="1271" y="936"/>
                </a:cubicBezTo>
                <a:cubicBezTo>
                  <a:pt x="1265" y="945"/>
                  <a:pt x="1258" y="953"/>
                  <a:pt x="1251" y="960"/>
                </a:cubicBezTo>
                <a:cubicBezTo>
                  <a:pt x="1244" y="968"/>
                  <a:pt x="1236" y="974"/>
                  <a:pt x="1227" y="980"/>
                </a:cubicBezTo>
                <a:cubicBezTo>
                  <a:pt x="1218" y="986"/>
                  <a:pt x="1209" y="991"/>
                  <a:pt x="1200" y="995"/>
                </a:cubicBezTo>
                <a:cubicBezTo>
                  <a:pt x="1190" y="999"/>
                  <a:pt x="1180" y="1002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395800" y="2390760"/>
            <a:ext cx="1060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equal to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974880" y="304200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!=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885600" y="3543120"/>
            <a:ext cx="324360" cy="362160"/>
          </a:xfrm>
          <a:custGeom>
            <a:avLst/>
            <a:gdLst/>
            <a:ahLst/>
            <a:rect l="0" t="0" r="r" b="b"/>
            <a:pathLst>
              <a:path w="901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2" y="0"/>
                </a:lnTo>
                <a:cubicBezTo>
                  <a:pt x="752" y="0"/>
                  <a:pt x="763" y="1"/>
                  <a:pt x="773" y="3"/>
                </a:cubicBezTo>
                <a:cubicBezTo>
                  <a:pt x="783" y="5"/>
                  <a:pt x="793" y="8"/>
                  <a:pt x="803" y="12"/>
                </a:cubicBezTo>
                <a:cubicBezTo>
                  <a:pt x="812" y="16"/>
                  <a:pt x="821" y="21"/>
                  <a:pt x="830" y="27"/>
                </a:cubicBezTo>
                <a:cubicBezTo>
                  <a:pt x="839" y="33"/>
                  <a:pt x="847" y="39"/>
                  <a:pt x="854" y="46"/>
                </a:cubicBezTo>
                <a:cubicBezTo>
                  <a:pt x="862" y="54"/>
                  <a:pt x="868" y="62"/>
                  <a:pt x="874" y="71"/>
                </a:cubicBezTo>
                <a:cubicBezTo>
                  <a:pt x="880" y="79"/>
                  <a:pt x="885" y="88"/>
                  <a:pt x="889" y="98"/>
                </a:cubicBezTo>
                <a:cubicBezTo>
                  <a:pt x="893" y="108"/>
                  <a:pt x="896" y="118"/>
                  <a:pt x="898" y="128"/>
                </a:cubicBezTo>
                <a:cubicBezTo>
                  <a:pt x="900" y="138"/>
                  <a:pt x="901" y="148"/>
                  <a:pt x="901" y="159"/>
                </a:cubicBezTo>
                <a:lnTo>
                  <a:pt x="901" y="848"/>
                </a:lnTo>
                <a:cubicBezTo>
                  <a:pt x="901" y="858"/>
                  <a:pt x="900" y="868"/>
                  <a:pt x="898" y="879"/>
                </a:cubicBezTo>
                <a:cubicBezTo>
                  <a:pt x="896" y="889"/>
                  <a:pt x="893" y="899"/>
                  <a:pt x="889" y="908"/>
                </a:cubicBezTo>
                <a:cubicBezTo>
                  <a:pt x="885" y="918"/>
                  <a:pt x="880" y="927"/>
                  <a:pt x="874" y="936"/>
                </a:cubicBezTo>
                <a:cubicBezTo>
                  <a:pt x="868" y="945"/>
                  <a:pt x="862" y="953"/>
                  <a:pt x="854" y="960"/>
                </a:cubicBezTo>
                <a:cubicBezTo>
                  <a:pt x="847" y="967"/>
                  <a:pt x="839" y="974"/>
                  <a:pt x="830" y="980"/>
                </a:cubicBezTo>
                <a:cubicBezTo>
                  <a:pt x="821" y="985"/>
                  <a:pt x="812" y="990"/>
                  <a:pt x="803" y="994"/>
                </a:cubicBezTo>
                <a:cubicBezTo>
                  <a:pt x="793" y="998"/>
                  <a:pt x="783" y="1001"/>
                  <a:pt x="773" y="1003"/>
                </a:cubicBezTo>
                <a:cubicBezTo>
                  <a:pt x="763" y="1005"/>
                  <a:pt x="752" y="1006"/>
                  <a:pt x="742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395800" y="2943360"/>
            <a:ext cx="1230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equal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974880" y="359460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885600" y="4095720"/>
            <a:ext cx="324360" cy="362160"/>
          </a:xfrm>
          <a:custGeom>
            <a:avLst/>
            <a:gdLst/>
            <a:ahLst/>
            <a:rect l="0" t="0" r="r" b="b"/>
            <a:pathLst>
              <a:path w="901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2" y="0"/>
                </a:lnTo>
                <a:cubicBezTo>
                  <a:pt x="752" y="0"/>
                  <a:pt x="763" y="1"/>
                  <a:pt x="773" y="3"/>
                </a:cubicBezTo>
                <a:cubicBezTo>
                  <a:pt x="783" y="5"/>
                  <a:pt x="793" y="8"/>
                  <a:pt x="803" y="12"/>
                </a:cubicBezTo>
                <a:cubicBezTo>
                  <a:pt x="812" y="16"/>
                  <a:pt x="821" y="21"/>
                  <a:pt x="830" y="26"/>
                </a:cubicBezTo>
                <a:cubicBezTo>
                  <a:pt x="839" y="32"/>
                  <a:pt x="847" y="39"/>
                  <a:pt x="854" y="46"/>
                </a:cubicBezTo>
                <a:cubicBezTo>
                  <a:pt x="862" y="53"/>
                  <a:pt x="868" y="61"/>
                  <a:pt x="874" y="70"/>
                </a:cubicBezTo>
                <a:cubicBezTo>
                  <a:pt x="880" y="79"/>
                  <a:pt x="885" y="88"/>
                  <a:pt x="889" y="98"/>
                </a:cubicBezTo>
                <a:cubicBezTo>
                  <a:pt x="893" y="107"/>
                  <a:pt x="896" y="117"/>
                  <a:pt x="898" y="127"/>
                </a:cubicBezTo>
                <a:cubicBezTo>
                  <a:pt x="900" y="138"/>
                  <a:pt x="901" y="148"/>
                  <a:pt x="901" y="158"/>
                </a:cubicBezTo>
                <a:lnTo>
                  <a:pt x="901" y="847"/>
                </a:lnTo>
                <a:cubicBezTo>
                  <a:pt x="901" y="858"/>
                  <a:pt x="900" y="868"/>
                  <a:pt x="898" y="878"/>
                </a:cubicBezTo>
                <a:cubicBezTo>
                  <a:pt x="896" y="888"/>
                  <a:pt x="893" y="898"/>
                  <a:pt x="889" y="908"/>
                </a:cubicBezTo>
                <a:cubicBezTo>
                  <a:pt x="885" y="918"/>
                  <a:pt x="880" y="927"/>
                  <a:pt x="874" y="935"/>
                </a:cubicBezTo>
                <a:cubicBezTo>
                  <a:pt x="868" y="944"/>
                  <a:pt x="862" y="952"/>
                  <a:pt x="854" y="960"/>
                </a:cubicBezTo>
                <a:cubicBezTo>
                  <a:pt x="847" y="967"/>
                  <a:pt x="839" y="973"/>
                  <a:pt x="830" y="979"/>
                </a:cubicBezTo>
                <a:cubicBezTo>
                  <a:pt x="821" y="985"/>
                  <a:pt x="812" y="990"/>
                  <a:pt x="803" y="994"/>
                </a:cubicBezTo>
                <a:cubicBezTo>
                  <a:pt x="793" y="998"/>
                  <a:pt x="783" y="1001"/>
                  <a:pt x="773" y="1003"/>
                </a:cubicBezTo>
                <a:cubicBezTo>
                  <a:pt x="763" y="1005"/>
                  <a:pt x="752" y="1006"/>
                  <a:pt x="742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395800" y="3495600"/>
            <a:ext cx="1630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greater than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974880" y="414720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&lt;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885600" y="464796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3"/>
                  <a:pt x="1244" y="39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79"/>
                  <a:pt x="1282" y="89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8"/>
                  <a:pt x="1298" y="159"/>
                </a:cubicBezTo>
                <a:lnTo>
                  <a:pt x="1298" y="848"/>
                </a:lnTo>
                <a:cubicBezTo>
                  <a:pt x="1298" y="858"/>
                  <a:pt x="1297" y="869"/>
                  <a:pt x="1295" y="879"/>
                </a:cubicBezTo>
                <a:cubicBezTo>
                  <a:pt x="1292" y="889"/>
                  <a:pt x="1289" y="899"/>
                  <a:pt x="1285" y="909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5"/>
                  <a:pt x="1258" y="953"/>
                  <a:pt x="1251" y="960"/>
                </a:cubicBezTo>
                <a:cubicBezTo>
                  <a:pt x="1244" y="967"/>
                  <a:pt x="1236" y="974"/>
                  <a:pt x="1227" y="980"/>
                </a:cubicBezTo>
                <a:cubicBezTo>
                  <a:pt x="1218" y="986"/>
                  <a:pt x="1209" y="991"/>
                  <a:pt x="1200" y="994"/>
                </a:cubicBezTo>
                <a:cubicBezTo>
                  <a:pt x="1190" y="998"/>
                  <a:pt x="1180" y="1001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395800" y="4048200"/>
            <a:ext cx="1158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less than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974880" y="469944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&gt;=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885600" y="5200560"/>
            <a:ext cx="467280" cy="362160"/>
          </a:xfrm>
          <a:custGeom>
            <a:avLst/>
            <a:gdLst/>
            <a:ahLst/>
            <a:rect l="0" t="0" r="r" b="b"/>
            <a:pathLst>
              <a:path w="1298" h="1006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8" y="54"/>
                  <a:pt x="1265" y="62"/>
                  <a:pt x="1271" y="70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7"/>
                  <a:pt x="1292" y="117"/>
                  <a:pt x="1295" y="129"/>
                </a:cubicBezTo>
                <a:cubicBezTo>
                  <a:pt x="1297" y="139"/>
                  <a:pt x="1298" y="149"/>
                  <a:pt x="1298" y="159"/>
                </a:cubicBezTo>
                <a:lnTo>
                  <a:pt x="1298" y="847"/>
                </a:lnTo>
                <a:cubicBezTo>
                  <a:pt x="1298" y="858"/>
                  <a:pt x="1297" y="868"/>
                  <a:pt x="1295" y="878"/>
                </a:cubicBezTo>
                <a:cubicBezTo>
                  <a:pt x="1292" y="889"/>
                  <a:pt x="1289" y="899"/>
                  <a:pt x="1285" y="908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4"/>
                  <a:pt x="1258" y="952"/>
                  <a:pt x="1251" y="960"/>
                </a:cubicBezTo>
                <a:cubicBezTo>
                  <a:pt x="1244" y="967"/>
                  <a:pt x="1236" y="974"/>
                  <a:pt x="1227" y="979"/>
                </a:cubicBezTo>
                <a:cubicBezTo>
                  <a:pt x="1218" y="985"/>
                  <a:pt x="1209" y="990"/>
                  <a:pt x="1200" y="994"/>
                </a:cubicBezTo>
                <a:cubicBezTo>
                  <a:pt x="1190" y="998"/>
                  <a:pt x="1180" y="1001"/>
                  <a:pt x="1170" y="1003"/>
                </a:cubicBezTo>
                <a:cubicBezTo>
                  <a:pt x="1160" y="1005"/>
                  <a:pt x="1149" y="1006"/>
                  <a:pt x="113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395800" y="4600440"/>
            <a:ext cx="2109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greater or equal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974880" y="525204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2395800" y="5153040"/>
            <a:ext cx="1637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less or equal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752400" y="2600280"/>
            <a:ext cx="1514880" cy="533520"/>
          </a:xfrm>
          <a:custGeom>
            <a:avLst/>
            <a:gdLst/>
            <a:ahLst/>
            <a:rect l="0" t="0" r="r" b="b"/>
            <a:pathLst>
              <a:path w="4208" h="1482">
                <a:moveTo>
                  <a:pt x="0" y="0"/>
                </a:moveTo>
                <a:lnTo>
                  <a:pt x="4208" y="0"/>
                </a:lnTo>
                <a:lnTo>
                  <a:pt x="42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266920" y="2600280"/>
            <a:ext cx="8458560" cy="533520"/>
          </a:xfrm>
          <a:custGeom>
            <a:avLst/>
            <a:gdLst/>
            <a:ahLst/>
            <a:rect l="0" t="0" r="r" b="b"/>
            <a:pathLst>
              <a:path w="23496" h="1482">
                <a:moveTo>
                  <a:pt x="0" y="0"/>
                </a:moveTo>
                <a:lnTo>
                  <a:pt x="23496" y="0"/>
                </a:lnTo>
                <a:lnTo>
                  <a:pt x="2349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752400" y="313344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266920" y="3133440"/>
            <a:ext cx="8458560" cy="552960"/>
          </a:xfrm>
          <a:custGeom>
            <a:avLst/>
            <a:gdLst/>
            <a:ahLst/>
            <a:rect l="0" t="0" r="r" b="b"/>
            <a:pathLst>
              <a:path w="23496" h="1536">
                <a:moveTo>
                  <a:pt x="0" y="0"/>
                </a:moveTo>
                <a:lnTo>
                  <a:pt x="23496" y="0"/>
                </a:lnTo>
                <a:lnTo>
                  <a:pt x="23496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752400" y="3686040"/>
            <a:ext cx="1514880" cy="552600"/>
          </a:xfrm>
          <a:custGeom>
            <a:avLst/>
            <a:gdLst/>
            <a:ahLst/>
            <a:rect l="0" t="0" r="r" b="b"/>
            <a:pathLst>
              <a:path w="4208" h="1535">
                <a:moveTo>
                  <a:pt x="0" y="0"/>
                </a:moveTo>
                <a:lnTo>
                  <a:pt x="4208" y="0"/>
                </a:lnTo>
                <a:lnTo>
                  <a:pt x="420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266920" y="3686040"/>
            <a:ext cx="8458560" cy="552600"/>
          </a:xfrm>
          <a:custGeom>
            <a:avLst/>
            <a:gdLst/>
            <a:ahLst/>
            <a:rect l="0" t="0" r="r" b="b"/>
            <a:pathLst>
              <a:path w="23496" h="1535">
                <a:moveTo>
                  <a:pt x="0" y="0"/>
                </a:moveTo>
                <a:lnTo>
                  <a:pt x="23496" y="0"/>
                </a:lnTo>
                <a:lnTo>
                  <a:pt x="23496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752400" y="4238280"/>
            <a:ext cx="1514880" cy="552960"/>
          </a:xfrm>
          <a:custGeom>
            <a:avLst/>
            <a:gdLst/>
            <a:ahLst/>
            <a:rect l="0" t="0" r="r" b="b"/>
            <a:pathLst>
              <a:path w="4208" h="1536">
                <a:moveTo>
                  <a:pt x="0" y="0"/>
                </a:moveTo>
                <a:lnTo>
                  <a:pt x="4208" y="0"/>
                </a:lnTo>
                <a:lnTo>
                  <a:pt x="420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266920" y="4238280"/>
            <a:ext cx="8458560" cy="552960"/>
          </a:xfrm>
          <a:custGeom>
            <a:avLst/>
            <a:gdLst/>
            <a:ahLst/>
            <a:rect l="0" t="0" r="r" b="b"/>
            <a:pathLst>
              <a:path w="23496" h="1536">
                <a:moveTo>
                  <a:pt x="0" y="0"/>
                </a:moveTo>
                <a:lnTo>
                  <a:pt x="23496" y="0"/>
                </a:lnTo>
                <a:lnTo>
                  <a:pt x="23496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752400" y="25905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752400" y="259056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266920" y="25905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276280" y="2590560"/>
            <a:ext cx="8458560" cy="10080"/>
          </a:xfrm>
          <a:custGeom>
            <a:avLst/>
            <a:gdLst/>
            <a:ahLst/>
            <a:rect l="0" t="0" r="r" b="b"/>
            <a:pathLst>
              <a:path w="23496" h="28">
                <a:moveTo>
                  <a:pt x="0" y="0"/>
                </a:moveTo>
                <a:lnTo>
                  <a:pt x="23496" y="0"/>
                </a:lnTo>
                <a:lnTo>
                  <a:pt x="234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0725120" y="25905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752400" y="313344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276280" y="3133440"/>
            <a:ext cx="8458560" cy="10080"/>
          </a:xfrm>
          <a:custGeom>
            <a:avLst/>
            <a:gdLst/>
            <a:ahLst/>
            <a:rect l="0" t="0" r="r" b="b"/>
            <a:pathLst>
              <a:path w="23496" h="28">
                <a:moveTo>
                  <a:pt x="0" y="0"/>
                </a:moveTo>
                <a:lnTo>
                  <a:pt x="23496" y="0"/>
                </a:lnTo>
                <a:lnTo>
                  <a:pt x="234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752400" y="31431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266920" y="31431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0725120" y="31431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752400" y="36954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752400" y="368604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266920" y="36954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276280" y="3686040"/>
            <a:ext cx="8458560" cy="9720"/>
          </a:xfrm>
          <a:custGeom>
            <a:avLst/>
            <a:gdLst/>
            <a:ahLst/>
            <a:rect l="0" t="0" r="r" b="b"/>
            <a:pathLst>
              <a:path w="23496" h="27">
                <a:moveTo>
                  <a:pt x="0" y="0"/>
                </a:moveTo>
                <a:lnTo>
                  <a:pt x="23496" y="0"/>
                </a:lnTo>
                <a:lnTo>
                  <a:pt x="234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725120" y="36954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752400" y="42480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752400" y="423828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266920" y="42480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276280" y="4238280"/>
            <a:ext cx="8458560" cy="10080"/>
          </a:xfrm>
          <a:custGeom>
            <a:avLst/>
            <a:gdLst/>
            <a:ahLst/>
            <a:rect l="0" t="0" r="r" b="b"/>
            <a:pathLst>
              <a:path w="23496" h="28">
                <a:moveTo>
                  <a:pt x="0" y="0"/>
                </a:moveTo>
                <a:lnTo>
                  <a:pt x="23496" y="0"/>
                </a:lnTo>
                <a:lnTo>
                  <a:pt x="234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0725120" y="42480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752400" y="479088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276280" y="4790880"/>
            <a:ext cx="8458560" cy="9720"/>
          </a:xfrm>
          <a:custGeom>
            <a:avLst/>
            <a:gdLst/>
            <a:ahLst/>
            <a:rect l="0" t="0" r="r" b="b"/>
            <a:pathLst>
              <a:path w="23496" h="27">
                <a:moveTo>
                  <a:pt x="0" y="0"/>
                </a:moveTo>
                <a:lnTo>
                  <a:pt x="23496" y="0"/>
                </a:lnTo>
                <a:lnTo>
                  <a:pt x="234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47720" y="2037240"/>
            <a:ext cx="483480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Logical Operators (short‑circuit)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880920" y="2676600"/>
            <a:ext cx="1261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Operator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885600" y="3267000"/>
            <a:ext cx="467280" cy="362160"/>
          </a:xfrm>
          <a:custGeom>
            <a:avLst/>
            <a:gdLst/>
            <a:ahLst/>
            <a:rect l="0" t="0" r="r" b="b"/>
            <a:pathLst>
              <a:path w="129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6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8" y="54"/>
                  <a:pt x="1265" y="62"/>
                  <a:pt x="1271" y="70"/>
                </a:cubicBezTo>
                <a:cubicBezTo>
                  <a:pt x="1277" y="79"/>
                  <a:pt x="1282" y="88"/>
                  <a:pt x="1285" y="98"/>
                </a:cubicBezTo>
                <a:cubicBezTo>
                  <a:pt x="1289" y="107"/>
                  <a:pt x="1292" y="117"/>
                  <a:pt x="1295" y="127"/>
                </a:cubicBezTo>
                <a:cubicBezTo>
                  <a:pt x="1297" y="138"/>
                  <a:pt x="1298" y="148"/>
                  <a:pt x="1298" y="158"/>
                </a:cubicBezTo>
                <a:lnTo>
                  <a:pt x="1298" y="847"/>
                </a:lnTo>
                <a:cubicBezTo>
                  <a:pt x="1298" y="858"/>
                  <a:pt x="1297" y="868"/>
                  <a:pt x="1295" y="878"/>
                </a:cubicBezTo>
                <a:cubicBezTo>
                  <a:pt x="1292" y="889"/>
                  <a:pt x="1289" y="898"/>
                  <a:pt x="1285" y="908"/>
                </a:cubicBezTo>
                <a:cubicBezTo>
                  <a:pt x="1282" y="918"/>
                  <a:pt x="1277" y="927"/>
                  <a:pt x="1271" y="936"/>
                </a:cubicBezTo>
                <a:cubicBezTo>
                  <a:pt x="1265" y="944"/>
                  <a:pt x="1258" y="952"/>
                  <a:pt x="1251" y="960"/>
                </a:cubicBezTo>
                <a:cubicBezTo>
                  <a:pt x="1244" y="967"/>
                  <a:pt x="1236" y="974"/>
                  <a:pt x="1227" y="979"/>
                </a:cubicBezTo>
                <a:cubicBezTo>
                  <a:pt x="1218" y="985"/>
                  <a:pt x="1209" y="990"/>
                  <a:pt x="1200" y="994"/>
                </a:cubicBezTo>
                <a:cubicBezTo>
                  <a:pt x="1190" y="998"/>
                  <a:pt x="1180" y="1001"/>
                  <a:pt x="1170" y="1003"/>
                </a:cubicBezTo>
                <a:cubicBezTo>
                  <a:pt x="1160" y="1005"/>
                  <a:pt x="1149" y="1006"/>
                  <a:pt x="113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883480" y="2676600"/>
            <a:ext cx="1229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Behavior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974880" y="331848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885600" y="381924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5"/>
                  <a:pt x="1190" y="8"/>
                  <a:pt x="1200" y="12"/>
                </a:cubicBezTo>
                <a:cubicBezTo>
                  <a:pt x="1209" y="16"/>
                  <a:pt x="1218" y="21"/>
                  <a:pt x="1227" y="27"/>
                </a:cubicBezTo>
                <a:cubicBezTo>
                  <a:pt x="1236" y="33"/>
                  <a:pt x="1244" y="39"/>
                  <a:pt x="1251" y="47"/>
                </a:cubicBezTo>
                <a:cubicBezTo>
                  <a:pt x="1258" y="54"/>
                  <a:pt x="1265" y="62"/>
                  <a:pt x="1271" y="71"/>
                </a:cubicBezTo>
                <a:cubicBezTo>
                  <a:pt x="1277" y="80"/>
                  <a:pt x="1282" y="89"/>
                  <a:pt x="1285" y="98"/>
                </a:cubicBezTo>
                <a:cubicBezTo>
                  <a:pt x="1289" y="108"/>
                  <a:pt x="1292" y="118"/>
                  <a:pt x="1295" y="128"/>
                </a:cubicBezTo>
                <a:cubicBezTo>
                  <a:pt x="1297" y="138"/>
                  <a:pt x="1298" y="149"/>
                  <a:pt x="1298" y="159"/>
                </a:cubicBezTo>
                <a:lnTo>
                  <a:pt x="1298" y="847"/>
                </a:lnTo>
                <a:cubicBezTo>
                  <a:pt x="1298" y="857"/>
                  <a:pt x="1297" y="868"/>
                  <a:pt x="1295" y="878"/>
                </a:cubicBezTo>
                <a:cubicBezTo>
                  <a:pt x="1292" y="888"/>
                  <a:pt x="1289" y="898"/>
                  <a:pt x="1285" y="908"/>
                </a:cubicBezTo>
                <a:cubicBezTo>
                  <a:pt x="1282" y="917"/>
                  <a:pt x="1277" y="926"/>
                  <a:pt x="1271" y="935"/>
                </a:cubicBezTo>
                <a:cubicBezTo>
                  <a:pt x="1265" y="944"/>
                  <a:pt x="1258" y="953"/>
                  <a:pt x="1251" y="960"/>
                </a:cubicBezTo>
                <a:cubicBezTo>
                  <a:pt x="1244" y="968"/>
                  <a:pt x="1236" y="974"/>
                  <a:pt x="1227" y="980"/>
                </a:cubicBezTo>
                <a:cubicBezTo>
                  <a:pt x="1218" y="986"/>
                  <a:pt x="1209" y="991"/>
                  <a:pt x="1200" y="995"/>
                </a:cubicBezTo>
                <a:cubicBezTo>
                  <a:pt x="1190" y="999"/>
                  <a:pt x="1180" y="1002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395800" y="3219480"/>
            <a:ext cx="8192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AND – true only if both true; if ﬁrst false, second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evaluated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974880" y="387072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||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885600" y="4371840"/>
            <a:ext cx="324360" cy="362160"/>
          </a:xfrm>
          <a:custGeom>
            <a:avLst/>
            <a:gdLst/>
            <a:ahLst/>
            <a:rect l="0" t="0" r="r" b="b"/>
            <a:pathLst>
              <a:path w="901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2" y="0"/>
                </a:lnTo>
                <a:cubicBezTo>
                  <a:pt x="752" y="0"/>
                  <a:pt x="763" y="1"/>
                  <a:pt x="773" y="3"/>
                </a:cubicBezTo>
                <a:cubicBezTo>
                  <a:pt x="783" y="5"/>
                  <a:pt x="793" y="8"/>
                  <a:pt x="803" y="12"/>
                </a:cubicBezTo>
                <a:cubicBezTo>
                  <a:pt x="812" y="16"/>
                  <a:pt x="821" y="21"/>
                  <a:pt x="830" y="27"/>
                </a:cubicBezTo>
                <a:cubicBezTo>
                  <a:pt x="839" y="32"/>
                  <a:pt x="847" y="39"/>
                  <a:pt x="854" y="46"/>
                </a:cubicBezTo>
                <a:cubicBezTo>
                  <a:pt x="862" y="54"/>
                  <a:pt x="868" y="62"/>
                  <a:pt x="874" y="70"/>
                </a:cubicBezTo>
                <a:cubicBezTo>
                  <a:pt x="880" y="79"/>
                  <a:pt x="885" y="88"/>
                  <a:pt x="889" y="98"/>
                </a:cubicBezTo>
                <a:cubicBezTo>
                  <a:pt x="893" y="108"/>
                  <a:pt x="896" y="117"/>
                  <a:pt x="898" y="128"/>
                </a:cubicBezTo>
                <a:cubicBezTo>
                  <a:pt x="900" y="138"/>
                  <a:pt x="901" y="148"/>
                  <a:pt x="901" y="159"/>
                </a:cubicBezTo>
                <a:lnTo>
                  <a:pt x="901" y="848"/>
                </a:lnTo>
                <a:cubicBezTo>
                  <a:pt x="901" y="858"/>
                  <a:pt x="900" y="868"/>
                  <a:pt x="898" y="879"/>
                </a:cubicBezTo>
                <a:cubicBezTo>
                  <a:pt x="896" y="889"/>
                  <a:pt x="893" y="899"/>
                  <a:pt x="889" y="908"/>
                </a:cubicBezTo>
                <a:cubicBezTo>
                  <a:pt x="885" y="918"/>
                  <a:pt x="880" y="927"/>
                  <a:pt x="874" y="936"/>
                </a:cubicBezTo>
                <a:cubicBezTo>
                  <a:pt x="868" y="944"/>
                  <a:pt x="862" y="952"/>
                  <a:pt x="854" y="960"/>
                </a:cubicBezTo>
                <a:cubicBezTo>
                  <a:pt x="847" y="967"/>
                  <a:pt x="839" y="974"/>
                  <a:pt x="830" y="980"/>
                </a:cubicBezTo>
                <a:cubicBezTo>
                  <a:pt x="821" y="985"/>
                  <a:pt x="812" y="990"/>
                  <a:pt x="803" y="994"/>
                </a:cubicBezTo>
                <a:cubicBezTo>
                  <a:pt x="793" y="998"/>
                  <a:pt x="783" y="1001"/>
                  <a:pt x="773" y="1003"/>
                </a:cubicBezTo>
                <a:cubicBezTo>
                  <a:pt x="763" y="1005"/>
                  <a:pt x="752" y="1006"/>
                  <a:pt x="742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2395800" y="3771720"/>
            <a:ext cx="8200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OR – true if at least one true; if ﬁrst true, second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evaluated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974880" y="442332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!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2395800" y="4324320"/>
            <a:ext cx="3086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– reverses boolean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757080" y="232884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3"/>
                </a:lnTo>
                <a:cubicBezTo>
                  <a:pt x="29687" y="6003"/>
                  <a:pt x="29686" y="6012"/>
                  <a:pt x="29684" y="6022"/>
                </a:cubicBezTo>
                <a:cubicBezTo>
                  <a:pt x="29683" y="6031"/>
                  <a:pt x="29680" y="6040"/>
                  <a:pt x="29676" y="6049"/>
                </a:cubicBezTo>
                <a:cubicBezTo>
                  <a:pt x="29672" y="6058"/>
                  <a:pt x="29668" y="6066"/>
                  <a:pt x="29663" y="6074"/>
                </a:cubicBezTo>
                <a:cubicBezTo>
                  <a:pt x="29657" y="6082"/>
                  <a:pt x="29651" y="6090"/>
                  <a:pt x="29645" y="6096"/>
                </a:cubicBezTo>
                <a:cubicBezTo>
                  <a:pt x="29638" y="6103"/>
                  <a:pt x="29630" y="6109"/>
                  <a:pt x="29623" y="6114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1"/>
                  <a:pt x="29579" y="6134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4"/>
                  <a:pt x="99" y="6131"/>
                  <a:pt x="90" y="6128"/>
                </a:cubicBezTo>
                <a:cubicBezTo>
                  <a:pt x="81" y="6124"/>
                  <a:pt x="73" y="6120"/>
                  <a:pt x="65" y="6114"/>
                </a:cubicBezTo>
                <a:cubicBezTo>
                  <a:pt x="57" y="6109"/>
                  <a:pt x="49" y="6103"/>
                  <a:pt x="43" y="6096"/>
                </a:cubicBezTo>
                <a:cubicBezTo>
                  <a:pt x="36" y="6090"/>
                  <a:pt x="30" y="6082"/>
                  <a:pt x="24" y="6074"/>
                </a:cubicBezTo>
                <a:cubicBezTo>
                  <a:pt x="19" y="6066"/>
                  <a:pt x="15" y="6058"/>
                  <a:pt x="11" y="6049"/>
                </a:cubicBezTo>
                <a:cubicBezTo>
                  <a:pt x="7" y="6040"/>
                  <a:pt x="5" y="6031"/>
                  <a:pt x="3" y="6022"/>
                </a:cubicBezTo>
                <a:cubicBezTo>
                  <a:pt x="1" y="6012"/>
                  <a:pt x="0" y="6003"/>
                  <a:pt x="0" y="599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757080" y="232884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3"/>
                </a:lnTo>
                <a:cubicBezTo>
                  <a:pt x="29687" y="6003"/>
                  <a:pt x="29686" y="6012"/>
                  <a:pt x="29684" y="6022"/>
                </a:cubicBezTo>
                <a:cubicBezTo>
                  <a:pt x="29683" y="6031"/>
                  <a:pt x="29680" y="6040"/>
                  <a:pt x="29676" y="6049"/>
                </a:cubicBezTo>
                <a:cubicBezTo>
                  <a:pt x="29672" y="6058"/>
                  <a:pt x="29668" y="6066"/>
                  <a:pt x="29663" y="6074"/>
                </a:cubicBezTo>
                <a:cubicBezTo>
                  <a:pt x="29657" y="6082"/>
                  <a:pt x="29651" y="6090"/>
                  <a:pt x="29645" y="6096"/>
                </a:cubicBezTo>
                <a:cubicBezTo>
                  <a:pt x="29638" y="6103"/>
                  <a:pt x="29630" y="6109"/>
                  <a:pt x="29623" y="6114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1"/>
                  <a:pt x="29579" y="6134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4"/>
                  <a:pt x="99" y="6131"/>
                  <a:pt x="90" y="6128"/>
                </a:cubicBezTo>
                <a:cubicBezTo>
                  <a:pt x="81" y="6124"/>
                  <a:pt x="73" y="6120"/>
                  <a:pt x="65" y="6114"/>
                </a:cubicBezTo>
                <a:cubicBezTo>
                  <a:pt x="57" y="6109"/>
                  <a:pt x="49" y="6103"/>
                  <a:pt x="43" y="6096"/>
                </a:cubicBezTo>
                <a:cubicBezTo>
                  <a:pt x="36" y="6090"/>
                  <a:pt x="30" y="6082"/>
                  <a:pt x="24" y="6074"/>
                </a:cubicBezTo>
                <a:cubicBezTo>
                  <a:pt x="19" y="6066"/>
                  <a:pt x="15" y="6058"/>
                  <a:pt x="11" y="6049"/>
                </a:cubicBezTo>
                <a:cubicBezTo>
                  <a:pt x="7" y="6040"/>
                  <a:pt x="5" y="6031"/>
                  <a:pt x="3" y="6022"/>
                </a:cubicBezTo>
                <a:cubicBezTo>
                  <a:pt x="1" y="6012"/>
                  <a:pt x="0" y="6003"/>
                  <a:pt x="0" y="599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752400" y="1800000"/>
            <a:ext cx="1943280" cy="352800"/>
          </a:xfrm>
          <a:custGeom>
            <a:avLst/>
            <a:gdLst/>
            <a:ahLst/>
            <a:rect l="0" t="0" r="r" b="b"/>
            <a:pathLst>
              <a:path w="5398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239" y="0"/>
                </a:lnTo>
                <a:cubicBezTo>
                  <a:pt x="5250" y="0"/>
                  <a:pt x="5260" y="1"/>
                  <a:pt x="5270" y="3"/>
                </a:cubicBezTo>
                <a:cubicBezTo>
                  <a:pt x="5281" y="5"/>
                  <a:pt x="5291" y="8"/>
                  <a:pt x="5300" y="12"/>
                </a:cubicBezTo>
                <a:cubicBezTo>
                  <a:pt x="5310" y="16"/>
                  <a:pt x="5319" y="21"/>
                  <a:pt x="5328" y="27"/>
                </a:cubicBezTo>
                <a:cubicBezTo>
                  <a:pt x="5336" y="33"/>
                  <a:pt x="5344" y="39"/>
                  <a:pt x="5352" y="47"/>
                </a:cubicBezTo>
                <a:cubicBezTo>
                  <a:pt x="5359" y="54"/>
                  <a:pt x="5366" y="62"/>
                  <a:pt x="5371" y="71"/>
                </a:cubicBezTo>
                <a:cubicBezTo>
                  <a:pt x="5377" y="79"/>
                  <a:pt x="5382" y="88"/>
                  <a:pt x="5386" y="98"/>
                </a:cubicBezTo>
                <a:cubicBezTo>
                  <a:pt x="5390" y="108"/>
                  <a:pt x="5393" y="118"/>
                  <a:pt x="5395" y="128"/>
                </a:cubicBezTo>
                <a:cubicBezTo>
                  <a:pt x="5397" y="138"/>
                  <a:pt x="5398" y="148"/>
                  <a:pt x="5398" y="159"/>
                </a:cubicBezTo>
                <a:lnTo>
                  <a:pt x="5398" y="821"/>
                </a:lnTo>
                <a:cubicBezTo>
                  <a:pt x="5398" y="832"/>
                  <a:pt x="5397" y="842"/>
                  <a:pt x="5395" y="852"/>
                </a:cubicBezTo>
                <a:cubicBezTo>
                  <a:pt x="5393" y="863"/>
                  <a:pt x="5390" y="872"/>
                  <a:pt x="5386" y="882"/>
                </a:cubicBezTo>
                <a:cubicBezTo>
                  <a:pt x="5382" y="892"/>
                  <a:pt x="5377" y="901"/>
                  <a:pt x="5371" y="910"/>
                </a:cubicBezTo>
                <a:cubicBezTo>
                  <a:pt x="5366" y="918"/>
                  <a:pt x="5359" y="926"/>
                  <a:pt x="5352" y="934"/>
                </a:cubicBezTo>
                <a:cubicBezTo>
                  <a:pt x="5344" y="941"/>
                  <a:pt x="5336" y="948"/>
                  <a:pt x="5328" y="953"/>
                </a:cubicBezTo>
                <a:cubicBezTo>
                  <a:pt x="5319" y="959"/>
                  <a:pt x="5310" y="964"/>
                  <a:pt x="5300" y="968"/>
                </a:cubicBezTo>
                <a:cubicBezTo>
                  <a:pt x="5291" y="972"/>
                  <a:pt x="5281" y="975"/>
                  <a:pt x="5270" y="977"/>
                </a:cubicBezTo>
                <a:cubicBezTo>
                  <a:pt x="5260" y="979"/>
                  <a:pt x="5250" y="980"/>
                  <a:pt x="523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3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08560" y="1804320"/>
            <a:ext cx="18205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if-else-if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2692080" y="1732680"/>
            <a:ext cx="11307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Ladder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914400" y="2490480"/>
            <a:ext cx="2394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(condition1)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914400" y="2757240"/>
            <a:ext cx="2817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condition1 true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914400" y="3033360"/>
            <a:ext cx="3380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(condition2)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914400" y="3300120"/>
            <a:ext cx="5352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condition1 false, condition2 true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914400" y="3566880"/>
            <a:ext cx="1127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914400" y="3843000"/>
            <a:ext cx="197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all false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047600" y="4867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9"/>
                  <a:pt x="10" y="82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9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914400" y="410976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300320" y="4714920"/>
            <a:ext cx="9344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Conditions evaluated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top to bottom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; ﬁrst true block executes, then exit.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757080" y="177624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4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5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757080" y="177624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4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5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752400" y="1257120"/>
            <a:ext cx="1209960" cy="352800"/>
          </a:xfrm>
          <a:custGeom>
            <a:avLst/>
            <a:gdLst/>
            <a:ahLst/>
            <a:rect l="0" t="0" r="r" b="b"/>
            <a:pathLst>
              <a:path w="3361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202" y="0"/>
                </a:lnTo>
                <a:cubicBezTo>
                  <a:pt x="3213" y="0"/>
                  <a:pt x="3223" y="1"/>
                  <a:pt x="3233" y="3"/>
                </a:cubicBezTo>
                <a:cubicBezTo>
                  <a:pt x="3243" y="5"/>
                  <a:pt x="3253" y="8"/>
                  <a:pt x="3263" y="12"/>
                </a:cubicBezTo>
                <a:cubicBezTo>
                  <a:pt x="3273" y="16"/>
                  <a:pt x="3282" y="21"/>
                  <a:pt x="3290" y="27"/>
                </a:cubicBezTo>
                <a:cubicBezTo>
                  <a:pt x="3299" y="33"/>
                  <a:pt x="3307" y="39"/>
                  <a:pt x="3314" y="46"/>
                </a:cubicBezTo>
                <a:cubicBezTo>
                  <a:pt x="3322" y="54"/>
                  <a:pt x="3328" y="62"/>
                  <a:pt x="3334" y="71"/>
                </a:cubicBezTo>
                <a:cubicBezTo>
                  <a:pt x="3340" y="79"/>
                  <a:pt x="3345" y="88"/>
                  <a:pt x="3349" y="98"/>
                </a:cubicBezTo>
                <a:cubicBezTo>
                  <a:pt x="3353" y="108"/>
                  <a:pt x="3356" y="118"/>
                  <a:pt x="3358" y="128"/>
                </a:cubicBezTo>
                <a:cubicBezTo>
                  <a:pt x="3360" y="138"/>
                  <a:pt x="3361" y="148"/>
                  <a:pt x="3361" y="159"/>
                </a:cubicBezTo>
                <a:lnTo>
                  <a:pt x="3361" y="820"/>
                </a:lnTo>
                <a:cubicBezTo>
                  <a:pt x="3361" y="831"/>
                  <a:pt x="3360" y="841"/>
                  <a:pt x="3358" y="851"/>
                </a:cubicBezTo>
                <a:cubicBezTo>
                  <a:pt x="3356" y="861"/>
                  <a:pt x="3353" y="871"/>
                  <a:pt x="3349" y="881"/>
                </a:cubicBezTo>
                <a:cubicBezTo>
                  <a:pt x="3345" y="891"/>
                  <a:pt x="3340" y="900"/>
                  <a:pt x="3334" y="908"/>
                </a:cubicBezTo>
                <a:cubicBezTo>
                  <a:pt x="3328" y="918"/>
                  <a:pt x="3322" y="926"/>
                  <a:pt x="3314" y="933"/>
                </a:cubicBezTo>
                <a:cubicBezTo>
                  <a:pt x="3307" y="941"/>
                  <a:pt x="3299" y="947"/>
                  <a:pt x="3290" y="953"/>
                </a:cubicBezTo>
                <a:cubicBezTo>
                  <a:pt x="3282" y="959"/>
                  <a:pt x="3273" y="964"/>
                  <a:pt x="3263" y="968"/>
                </a:cubicBezTo>
                <a:cubicBezTo>
                  <a:pt x="3253" y="972"/>
                  <a:pt x="3243" y="975"/>
                  <a:pt x="3233" y="977"/>
                </a:cubicBezTo>
                <a:cubicBezTo>
                  <a:pt x="3223" y="979"/>
                  <a:pt x="3213" y="980"/>
                  <a:pt x="3202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6" y="908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808560" y="1261440"/>
            <a:ext cx="10926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switch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1962720" y="1189800"/>
            <a:ext cx="16779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Statement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914400" y="1937880"/>
            <a:ext cx="7183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expression: byte, short, int, char, String, enum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914400" y="2204640"/>
            <a:ext cx="2958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switch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(expression)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914400" y="2481120"/>
            <a:ext cx="197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value1: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914400" y="2747520"/>
            <a:ext cx="1550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code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914400" y="3014280"/>
            <a:ext cx="816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break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exit switch (without break -&gt; fall‐through)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914400" y="3290400"/>
            <a:ext cx="197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value2: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14400" y="3557160"/>
            <a:ext cx="1550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code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914400" y="382392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break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14400" y="410004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default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14400" y="4366800"/>
            <a:ext cx="3099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no case matched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047600" y="53910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914400" y="463356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7867440" y="5295600"/>
            <a:ext cx="886320" cy="352800"/>
          </a:xfrm>
          <a:custGeom>
            <a:avLst/>
            <a:gdLst/>
            <a:ahLst/>
            <a:rect l="0" t="0" r="r" b="b"/>
            <a:pathLst>
              <a:path w="2462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03" y="0"/>
                </a:lnTo>
                <a:cubicBezTo>
                  <a:pt x="2313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3" y="16"/>
                  <a:pt x="2382" y="21"/>
                  <a:pt x="2391" y="27"/>
                </a:cubicBezTo>
                <a:cubicBezTo>
                  <a:pt x="2400" y="33"/>
                  <a:pt x="2408" y="39"/>
                  <a:pt x="2415" y="47"/>
                </a:cubicBezTo>
                <a:cubicBezTo>
                  <a:pt x="2423" y="54"/>
                  <a:pt x="2429" y="62"/>
                  <a:pt x="2435" y="71"/>
                </a:cubicBezTo>
                <a:cubicBezTo>
                  <a:pt x="2441" y="80"/>
                  <a:pt x="2446" y="89"/>
                  <a:pt x="2450" y="98"/>
                </a:cubicBezTo>
                <a:cubicBezTo>
                  <a:pt x="2454" y="108"/>
                  <a:pt x="2457" y="118"/>
                  <a:pt x="2459" y="128"/>
                </a:cubicBezTo>
                <a:cubicBezTo>
                  <a:pt x="2461" y="138"/>
                  <a:pt x="2462" y="149"/>
                  <a:pt x="2462" y="159"/>
                </a:cubicBezTo>
                <a:lnTo>
                  <a:pt x="2462" y="822"/>
                </a:lnTo>
                <a:cubicBezTo>
                  <a:pt x="2462" y="832"/>
                  <a:pt x="2461" y="842"/>
                  <a:pt x="2459" y="853"/>
                </a:cubicBezTo>
                <a:cubicBezTo>
                  <a:pt x="2457" y="863"/>
                  <a:pt x="2454" y="873"/>
                  <a:pt x="2450" y="882"/>
                </a:cubicBezTo>
                <a:cubicBezTo>
                  <a:pt x="2446" y="892"/>
                  <a:pt x="2441" y="901"/>
                  <a:pt x="2435" y="910"/>
                </a:cubicBezTo>
                <a:cubicBezTo>
                  <a:pt x="2429" y="918"/>
                  <a:pt x="2423" y="926"/>
                  <a:pt x="2415" y="934"/>
                </a:cubicBezTo>
                <a:cubicBezTo>
                  <a:pt x="2408" y="941"/>
                  <a:pt x="2400" y="948"/>
                  <a:pt x="2391" y="954"/>
                </a:cubicBezTo>
                <a:cubicBezTo>
                  <a:pt x="2382" y="959"/>
                  <a:pt x="2373" y="964"/>
                  <a:pt x="2364" y="968"/>
                </a:cubicBezTo>
                <a:cubicBezTo>
                  <a:pt x="2354" y="972"/>
                  <a:pt x="2344" y="975"/>
                  <a:pt x="2334" y="977"/>
                </a:cubicBezTo>
                <a:cubicBezTo>
                  <a:pt x="2324" y="979"/>
                  <a:pt x="2313" y="980"/>
                  <a:pt x="2303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8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300320" y="5238720"/>
            <a:ext cx="6572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Fall‑through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is a common exam trap – always use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7958160" y="534708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break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8756280" y="5238720"/>
            <a:ext cx="2451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unless intentional.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47720" y="3130920"/>
            <a:ext cx="1459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6. Loops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752400" y="2333520"/>
            <a:ext cx="1571760" cy="533520"/>
          </a:xfrm>
          <a:custGeom>
            <a:avLst/>
            <a:gdLst/>
            <a:ahLst/>
            <a:rect l="0" t="0" r="r" b="b"/>
            <a:pathLst>
              <a:path w="4366" h="1482">
                <a:moveTo>
                  <a:pt x="0" y="0"/>
                </a:moveTo>
                <a:lnTo>
                  <a:pt x="4366" y="0"/>
                </a:lnTo>
                <a:lnTo>
                  <a:pt x="43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323800" y="2333520"/>
            <a:ext cx="5353560" cy="533520"/>
          </a:xfrm>
          <a:custGeom>
            <a:avLst/>
            <a:gdLst/>
            <a:ahLst/>
            <a:rect l="0" t="0" r="r" b="b"/>
            <a:pathLst>
              <a:path w="14871" h="1482">
                <a:moveTo>
                  <a:pt x="0" y="0"/>
                </a:moveTo>
                <a:lnTo>
                  <a:pt x="14871" y="0"/>
                </a:lnTo>
                <a:lnTo>
                  <a:pt x="1487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7677000" y="2333520"/>
            <a:ext cx="1219680" cy="533520"/>
          </a:xfrm>
          <a:custGeom>
            <a:avLst/>
            <a:gdLst/>
            <a:ahLst/>
            <a:rect l="0" t="0" r="r" b="b"/>
            <a:pathLst>
              <a:path w="3388" h="1482">
                <a:moveTo>
                  <a:pt x="0" y="0"/>
                </a:moveTo>
                <a:lnTo>
                  <a:pt x="3388" y="0"/>
                </a:lnTo>
                <a:lnTo>
                  <a:pt x="338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8896320" y="2333520"/>
            <a:ext cx="2343240" cy="533520"/>
          </a:xfrm>
          <a:custGeom>
            <a:avLst/>
            <a:gdLst/>
            <a:ahLst/>
            <a:rect l="0" t="0" r="r" b="b"/>
            <a:pathLst>
              <a:path w="6509" h="1482">
                <a:moveTo>
                  <a:pt x="0" y="0"/>
                </a:moveTo>
                <a:lnTo>
                  <a:pt x="6509" y="0"/>
                </a:lnTo>
                <a:lnTo>
                  <a:pt x="650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752400" y="2866680"/>
            <a:ext cx="1571760" cy="552960"/>
          </a:xfrm>
          <a:custGeom>
            <a:avLst/>
            <a:gdLst/>
            <a:ahLst/>
            <a:rect l="0" t="0" r="r" b="b"/>
            <a:pathLst>
              <a:path w="4366" h="1536">
                <a:moveTo>
                  <a:pt x="0" y="0"/>
                </a:moveTo>
                <a:lnTo>
                  <a:pt x="4366" y="0"/>
                </a:lnTo>
                <a:lnTo>
                  <a:pt x="4366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323800" y="2866680"/>
            <a:ext cx="5353560" cy="552960"/>
          </a:xfrm>
          <a:custGeom>
            <a:avLst/>
            <a:gdLst/>
            <a:ahLst/>
            <a:rect l="0" t="0" r="r" b="b"/>
            <a:pathLst>
              <a:path w="14871" h="1536">
                <a:moveTo>
                  <a:pt x="0" y="0"/>
                </a:moveTo>
                <a:lnTo>
                  <a:pt x="14871" y="0"/>
                </a:lnTo>
                <a:lnTo>
                  <a:pt x="14871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7677000" y="2866680"/>
            <a:ext cx="1219680" cy="552960"/>
          </a:xfrm>
          <a:custGeom>
            <a:avLst/>
            <a:gdLst/>
            <a:ahLst/>
            <a:rect l="0" t="0" r="r" b="b"/>
            <a:pathLst>
              <a:path w="3388" h="1536">
                <a:moveTo>
                  <a:pt x="0" y="0"/>
                </a:moveTo>
                <a:lnTo>
                  <a:pt x="3388" y="0"/>
                </a:lnTo>
                <a:lnTo>
                  <a:pt x="338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8896320" y="2866680"/>
            <a:ext cx="2343240" cy="552960"/>
          </a:xfrm>
          <a:custGeom>
            <a:avLst/>
            <a:gdLst/>
            <a:ahLst/>
            <a:rect l="0" t="0" r="r" b="b"/>
            <a:pathLst>
              <a:path w="6509" h="1536">
                <a:moveTo>
                  <a:pt x="0" y="0"/>
                </a:moveTo>
                <a:lnTo>
                  <a:pt x="6509" y="0"/>
                </a:lnTo>
                <a:lnTo>
                  <a:pt x="650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752400" y="3419280"/>
            <a:ext cx="1571760" cy="552960"/>
          </a:xfrm>
          <a:custGeom>
            <a:avLst/>
            <a:gdLst/>
            <a:ahLst/>
            <a:rect l="0" t="0" r="r" b="b"/>
            <a:pathLst>
              <a:path w="4366" h="1536">
                <a:moveTo>
                  <a:pt x="0" y="0"/>
                </a:moveTo>
                <a:lnTo>
                  <a:pt x="4366" y="0"/>
                </a:lnTo>
                <a:lnTo>
                  <a:pt x="4366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323800" y="3419280"/>
            <a:ext cx="5353560" cy="552960"/>
          </a:xfrm>
          <a:custGeom>
            <a:avLst/>
            <a:gdLst/>
            <a:ahLst/>
            <a:rect l="0" t="0" r="r" b="b"/>
            <a:pathLst>
              <a:path w="14871" h="1536">
                <a:moveTo>
                  <a:pt x="0" y="0"/>
                </a:moveTo>
                <a:lnTo>
                  <a:pt x="14871" y="0"/>
                </a:lnTo>
                <a:lnTo>
                  <a:pt x="14871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7677000" y="3419280"/>
            <a:ext cx="1219680" cy="552960"/>
          </a:xfrm>
          <a:custGeom>
            <a:avLst/>
            <a:gdLst/>
            <a:ahLst/>
            <a:rect l="0" t="0" r="r" b="b"/>
            <a:pathLst>
              <a:path w="3388" h="1536">
                <a:moveTo>
                  <a:pt x="0" y="0"/>
                </a:moveTo>
                <a:lnTo>
                  <a:pt x="3388" y="0"/>
                </a:lnTo>
                <a:lnTo>
                  <a:pt x="338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8896320" y="3419280"/>
            <a:ext cx="2343240" cy="552960"/>
          </a:xfrm>
          <a:custGeom>
            <a:avLst/>
            <a:gdLst/>
            <a:ahLst/>
            <a:rect l="0" t="0" r="r" b="b"/>
            <a:pathLst>
              <a:path w="6509" h="1536">
                <a:moveTo>
                  <a:pt x="0" y="0"/>
                </a:moveTo>
                <a:lnTo>
                  <a:pt x="6509" y="0"/>
                </a:lnTo>
                <a:lnTo>
                  <a:pt x="6509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752400" y="3971880"/>
            <a:ext cx="1571760" cy="552600"/>
          </a:xfrm>
          <a:custGeom>
            <a:avLst/>
            <a:gdLst/>
            <a:ahLst/>
            <a:rect l="0" t="0" r="r" b="b"/>
            <a:pathLst>
              <a:path w="4366" h="1535">
                <a:moveTo>
                  <a:pt x="0" y="0"/>
                </a:moveTo>
                <a:lnTo>
                  <a:pt x="4366" y="0"/>
                </a:lnTo>
                <a:lnTo>
                  <a:pt x="4366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323800" y="3971880"/>
            <a:ext cx="5353560" cy="552600"/>
          </a:xfrm>
          <a:custGeom>
            <a:avLst/>
            <a:gdLst/>
            <a:ahLst/>
            <a:rect l="0" t="0" r="r" b="b"/>
            <a:pathLst>
              <a:path w="14871" h="1535">
                <a:moveTo>
                  <a:pt x="0" y="0"/>
                </a:moveTo>
                <a:lnTo>
                  <a:pt x="14871" y="0"/>
                </a:lnTo>
                <a:lnTo>
                  <a:pt x="14871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7677000" y="3971880"/>
            <a:ext cx="1219680" cy="552600"/>
          </a:xfrm>
          <a:custGeom>
            <a:avLst/>
            <a:gdLst/>
            <a:ahLst/>
            <a:rect l="0" t="0" r="r" b="b"/>
            <a:pathLst>
              <a:path w="3388" h="1535">
                <a:moveTo>
                  <a:pt x="0" y="0"/>
                </a:moveTo>
                <a:lnTo>
                  <a:pt x="3388" y="0"/>
                </a:lnTo>
                <a:lnTo>
                  <a:pt x="338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8896320" y="3971880"/>
            <a:ext cx="2343240" cy="552600"/>
          </a:xfrm>
          <a:custGeom>
            <a:avLst/>
            <a:gdLst/>
            <a:ahLst/>
            <a:rect l="0" t="0" r="r" b="b"/>
            <a:pathLst>
              <a:path w="6509" h="1535">
                <a:moveTo>
                  <a:pt x="0" y="0"/>
                </a:moveTo>
                <a:lnTo>
                  <a:pt x="6509" y="0"/>
                </a:lnTo>
                <a:lnTo>
                  <a:pt x="6509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752400" y="23238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752400" y="232380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323800" y="232380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333520" y="232380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7677000" y="23238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7686360" y="2323800"/>
            <a:ext cx="1219680" cy="10080"/>
          </a:xfrm>
          <a:custGeom>
            <a:avLst/>
            <a:gdLst/>
            <a:ahLst/>
            <a:rect l="0" t="0" r="r" b="b"/>
            <a:pathLst>
              <a:path w="3388" h="28">
                <a:moveTo>
                  <a:pt x="0" y="0"/>
                </a:moveTo>
                <a:lnTo>
                  <a:pt x="3388" y="0"/>
                </a:lnTo>
                <a:lnTo>
                  <a:pt x="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8896320" y="232380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8905680" y="2323800"/>
            <a:ext cx="2343600" cy="10080"/>
          </a:xfrm>
          <a:custGeom>
            <a:avLst/>
            <a:gdLst/>
            <a:ahLst/>
            <a:rect l="0" t="0" r="r" b="b"/>
            <a:pathLst>
              <a:path w="6510" h="28">
                <a:moveTo>
                  <a:pt x="0" y="0"/>
                </a:moveTo>
                <a:lnTo>
                  <a:pt x="6510" y="0"/>
                </a:lnTo>
                <a:lnTo>
                  <a:pt x="65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1239200" y="232380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752400" y="286668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333520" y="286668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7686360" y="2866680"/>
            <a:ext cx="1219680" cy="10080"/>
          </a:xfrm>
          <a:custGeom>
            <a:avLst/>
            <a:gdLst/>
            <a:ahLst/>
            <a:rect l="0" t="0" r="r" b="b"/>
            <a:pathLst>
              <a:path w="3388" h="28">
                <a:moveTo>
                  <a:pt x="0" y="0"/>
                </a:moveTo>
                <a:lnTo>
                  <a:pt x="3388" y="0"/>
                </a:lnTo>
                <a:lnTo>
                  <a:pt x="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8905680" y="2866680"/>
            <a:ext cx="2343600" cy="10080"/>
          </a:xfrm>
          <a:custGeom>
            <a:avLst/>
            <a:gdLst/>
            <a:ahLst/>
            <a:rect l="0" t="0" r="r" b="b"/>
            <a:pathLst>
              <a:path w="6510" h="28">
                <a:moveTo>
                  <a:pt x="0" y="0"/>
                </a:moveTo>
                <a:lnTo>
                  <a:pt x="6510" y="0"/>
                </a:lnTo>
                <a:lnTo>
                  <a:pt x="65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752400" y="28764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323800" y="287640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7677000" y="28764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8896320" y="287640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11239200" y="287640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752400" y="3428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752400" y="341928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323800" y="34286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333520" y="3419280"/>
            <a:ext cx="5353200" cy="9720"/>
          </a:xfrm>
          <a:custGeom>
            <a:avLst/>
            <a:gdLst/>
            <a:ahLst/>
            <a:rect l="0" t="0" r="r" b="b"/>
            <a:pathLst>
              <a:path w="14870" h="27">
                <a:moveTo>
                  <a:pt x="0" y="0"/>
                </a:moveTo>
                <a:lnTo>
                  <a:pt x="14870" y="0"/>
                </a:lnTo>
                <a:lnTo>
                  <a:pt x="1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7677000" y="3428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7686360" y="3419280"/>
            <a:ext cx="1219680" cy="9720"/>
          </a:xfrm>
          <a:custGeom>
            <a:avLst/>
            <a:gdLst/>
            <a:ahLst/>
            <a:rect l="0" t="0" r="r" b="b"/>
            <a:pathLst>
              <a:path w="3388" h="27">
                <a:moveTo>
                  <a:pt x="0" y="0"/>
                </a:moveTo>
                <a:lnTo>
                  <a:pt x="3388" y="0"/>
                </a:lnTo>
                <a:lnTo>
                  <a:pt x="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8896320" y="3428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8905680" y="3419280"/>
            <a:ext cx="2343600" cy="9720"/>
          </a:xfrm>
          <a:custGeom>
            <a:avLst/>
            <a:gdLst/>
            <a:ahLst/>
            <a:rect l="0" t="0" r="r" b="b"/>
            <a:pathLst>
              <a:path w="6510" h="27">
                <a:moveTo>
                  <a:pt x="0" y="0"/>
                </a:moveTo>
                <a:lnTo>
                  <a:pt x="6510" y="0"/>
                </a:lnTo>
                <a:lnTo>
                  <a:pt x="65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1239200" y="34286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752400" y="39812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752400" y="397188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323800" y="39812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333520" y="3971880"/>
            <a:ext cx="5353200" cy="9720"/>
          </a:xfrm>
          <a:custGeom>
            <a:avLst/>
            <a:gdLst/>
            <a:ahLst/>
            <a:rect l="0" t="0" r="r" b="b"/>
            <a:pathLst>
              <a:path w="14870" h="27">
                <a:moveTo>
                  <a:pt x="0" y="0"/>
                </a:moveTo>
                <a:lnTo>
                  <a:pt x="14870" y="0"/>
                </a:lnTo>
                <a:lnTo>
                  <a:pt x="1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7677000" y="39812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7686360" y="3971880"/>
            <a:ext cx="1219680" cy="9720"/>
          </a:xfrm>
          <a:custGeom>
            <a:avLst/>
            <a:gdLst/>
            <a:ahLst/>
            <a:rect l="0" t="0" r="r" b="b"/>
            <a:pathLst>
              <a:path w="3388" h="27">
                <a:moveTo>
                  <a:pt x="0" y="0"/>
                </a:moveTo>
                <a:lnTo>
                  <a:pt x="3388" y="0"/>
                </a:lnTo>
                <a:lnTo>
                  <a:pt x="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8896320" y="39812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8905680" y="3971880"/>
            <a:ext cx="2343600" cy="9720"/>
          </a:xfrm>
          <a:custGeom>
            <a:avLst/>
            <a:gdLst/>
            <a:ahLst/>
            <a:rect l="0" t="0" r="r" b="b"/>
            <a:pathLst>
              <a:path w="6510" h="27">
                <a:moveTo>
                  <a:pt x="0" y="0"/>
                </a:moveTo>
                <a:lnTo>
                  <a:pt x="6510" y="0"/>
                </a:lnTo>
                <a:lnTo>
                  <a:pt x="65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1239200" y="39812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752400" y="452412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333520" y="452412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7686360" y="4524120"/>
            <a:ext cx="1219680" cy="10080"/>
          </a:xfrm>
          <a:custGeom>
            <a:avLst/>
            <a:gdLst/>
            <a:ahLst/>
            <a:rect l="0" t="0" r="r" b="b"/>
            <a:pathLst>
              <a:path w="3388" h="28">
                <a:moveTo>
                  <a:pt x="0" y="0"/>
                </a:moveTo>
                <a:lnTo>
                  <a:pt x="3388" y="0"/>
                </a:lnTo>
                <a:lnTo>
                  <a:pt x="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8905680" y="4524120"/>
            <a:ext cx="2343600" cy="10080"/>
          </a:xfrm>
          <a:custGeom>
            <a:avLst/>
            <a:gdLst/>
            <a:ahLst/>
            <a:rect l="0" t="0" r="r" b="b"/>
            <a:pathLst>
              <a:path w="6510" h="28">
                <a:moveTo>
                  <a:pt x="0" y="0"/>
                </a:moveTo>
                <a:lnTo>
                  <a:pt x="6510" y="0"/>
                </a:lnTo>
                <a:lnTo>
                  <a:pt x="65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201320" y="2409840"/>
            <a:ext cx="673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Loop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4146480" y="2409840"/>
            <a:ext cx="1708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When to use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7870680" y="2409840"/>
            <a:ext cx="835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Check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885600" y="3000240"/>
            <a:ext cx="609840" cy="362160"/>
          </a:xfrm>
          <a:custGeom>
            <a:avLst/>
            <a:gdLst/>
            <a:ahLst/>
            <a:rect l="0" t="0" r="r" b="b"/>
            <a:pathLst>
              <a:path w="1694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5" y="54"/>
                  <a:pt x="1662" y="62"/>
                  <a:pt x="1668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8"/>
                  <a:pt x="1689" y="117"/>
                  <a:pt x="1691" y="128"/>
                </a:cubicBezTo>
                <a:cubicBezTo>
                  <a:pt x="1693" y="138"/>
                  <a:pt x="1694" y="148"/>
                  <a:pt x="1694" y="159"/>
                </a:cubicBezTo>
                <a:lnTo>
                  <a:pt x="1694" y="848"/>
                </a:lnTo>
                <a:cubicBezTo>
                  <a:pt x="1694" y="858"/>
                  <a:pt x="1693" y="868"/>
                  <a:pt x="1691" y="879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8" y="936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1" y="967"/>
                  <a:pt x="1633" y="974"/>
                  <a:pt x="1624" y="980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6" y="1005"/>
                  <a:pt x="1546" y="1006"/>
                  <a:pt x="1536" y="1006"/>
                </a:cubicBezTo>
                <a:lnTo>
                  <a:pt x="160" y="1006"/>
                </a:lnTo>
                <a:cubicBezTo>
                  <a:pt x="149" y="1006"/>
                  <a:pt x="139" y="1005"/>
                  <a:pt x="129" y="1003"/>
                </a:cubicBezTo>
                <a:cubicBezTo>
                  <a:pt x="119" y="1001"/>
                  <a:pt x="109" y="998"/>
                  <a:pt x="99" y="994"/>
                </a:cubicBezTo>
                <a:cubicBezTo>
                  <a:pt x="89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9026640" y="2409840"/>
            <a:ext cx="2097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Min executions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974880" y="305172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for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2452680" y="2962440"/>
            <a:ext cx="2882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Known iteration count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807680" y="2962440"/>
            <a:ext cx="436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top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885600" y="355248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2303" y="0"/>
                </a:lnTo>
                <a:cubicBezTo>
                  <a:pt x="2313" y="0"/>
                  <a:pt x="2324" y="1"/>
                  <a:pt x="2334" y="4"/>
                </a:cubicBezTo>
                <a:cubicBezTo>
                  <a:pt x="2344" y="6"/>
                  <a:pt x="2354" y="9"/>
                  <a:pt x="2364" y="13"/>
                </a:cubicBezTo>
                <a:cubicBezTo>
                  <a:pt x="2373" y="17"/>
                  <a:pt x="2383" y="21"/>
                  <a:pt x="2391" y="27"/>
                </a:cubicBezTo>
                <a:cubicBezTo>
                  <a:pt x="2400" y="33"/>
                  <a:pt x="2408" y="40"/>
                  <a:pt x="2415" y="47"/>
                </a:cubicBezTo>
                <a:cubicBezTo>
                  <a:pt x="2423" y="54"/>
                  <a:pt x="2429" y="62"/>
                  <a:pt x="2435" y="71"/>
                </a:cubicBezTo>
                <a:cubicBezTo>
                  <a:pt x="2441" y="80"/>
                  <a:pt x="2446" y="89"/>
                  <a:pt x="2450" y="98"/>
                </a:cubicBezTo>
                <a:cubicBezTo>
                  <a:pt x="2454" y="108"/>
                  <a:pt x="2457" y="118"/>
                  <a:pt x="2459" y="128"/>
                </a:cubicBezTo>
                <a:cubicBezTo>
                  <a:pt x="2461" y="138"/>
                  <a:pt x="2462" y="149"/>
                  <a:pt x="2462" y="159"/>
                </a:cubicBezTo>
                <a:lnTo>
                  <a:pt x="2462" y="848"/>
                </a:lnTo>
                <a:cubicBezTo>
                  <a:pt x="2462" y="859"/>
                  <a:pt x="2461" y="869"/>
                  <a:pt x="2459" y="879"/>
                </a:cubicBezTo>
                <a:cubicBezTo>
                  <a:pt x="2457" y="889"/>
                  <a:pt x="2454" y="899"/>
                  <a:pt x="2450" y="909"/>
                </a:cubicBezTo>
                <a:cubicBezTo>
                  <a:pt x="2446" y="919"/>
                  <a:pt x="2441" y="928"/>
                  <a:pt x="2435" y="936"/>
                </a:cubicBezTo>
                <a:cubicBezTo>
                  <a:pt x="2429" y="945"/>
                  <a:pt x="2423" y="953"/>
                  <a:pt x="2415" y="960"/>
                </a:cubicBezTo>
                <a:cubicBezTo>
                  <a:pt x="2408" y="968"/>
                  <a:pt x="2400" y="974"/>
                  <a:pt x="2391" y="980"/>
                </a:cubicBezTo>
                <a:cubicBezTo>
                  <a:pt x="2383" y="986"/>
                  <a:pt x="2373" y="991"/>
                  <a:pt x="2364" y="995"/>
                </a:cubicBezTo>
                <a:cubicBezTo>
                  <a:pt x="2354" y="999"/>
                  <a:pt x="2344" y="1002"/>
                  <a:pt x="2334" y="1004"/>
                </a:cubicBezTo>
                <a:cubicBezTo>
                  <a:pt x="2324" y="1006"/>
                  <a:pt x="2313" y="1007"/>
                  <a:pt x="230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9026640" y="29624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974880" y="360432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452680" y="3505320"/>
            <a:ext cx="3790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Unknown count, may not run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7807680" y="3505320"/>
            <a:ext cx="436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top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885600" y="4105080"/>
            <a:ext cx="1314720" cy="362160"/>
          </a:xfrm>
          <a:custGeom>
            <a:avLst/>
            <a:gdLst/>
            <a:ahLst/>
            <a:rect l="0" t="0" r="r" b="b"/>
            <a:pathLst>
              <a:path w="3652" h="1006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4" y="0"/>
                </a:lnTo>
                <a:cubicBezTo>
                  <a:pt x="3504" y="0"/>
                  <a:pt x="3514" y="1"/>
                  <a:pt x="3525" y="3"/>
                </a:cubicBezTo>
                <a:cubicBezTo>
                  <a:pt x="3535" y="5"/>
                  <a:pt x="3545" y="8"/>
                  <a:pt x="3554" y="12"/>
                </a:cubicBezTo>
                <a:cubicBezTo>
                  <a:pt x="3564" y="16"/>
                  <a:pt x="3573" y="21"/>
                  <a:pt x="3582" y="27"/>
                </a:cubicBezTo>
                <a:cubicBezTo>
                  <a:pt x="3590" y="33"/>
                  <a:pt x="3599" y="39"/>
                  <a:pt x="3606" y="47"/>
                </a:cubicBezTo>
                <a:cubicBezTo>
                  <a:pt x="3613" y="54"/>
                  <a:pt x="3620" y="62"/>
                  <a:pt x="3626" y="71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8"/>
                  <a:pt x="3652" y="148"/>
                  <a:pt x="3652" y="160"/>
                </a:cubicBezTo>
                <a:lnTo>
                  <a:pt x="3652" y="848"/>
                </a:lnTo>
                <a:cubicBezTo>
                  <a:pt x="3652" y="858"/>
                  <a:pt x="3651" y="868"/>
                  <a:pt x="3649" y="879"/>
                </a:cubicBezTo>
                <a:cubicBezTo>
                  <a:pt x="3647" y="889"/>
                  <a:pt x="3644" y="899"/>
                  <a:pt x="3640" y="908"/>
                </a:cubicBezTo>
                <a:cubicBezTo>
                  <a:pt x="3636" y="918"/>
                  <a:pt x="3631" y="927"/>
                  <a:pt x="3626" y="936"/>
                </a:cubicBezTo>
                <a:cubicBezTo>
                  <a:pt x="3620" y="945"/>
                  <a:pt x="3613" y="953"/>
                  <a:pt x="3606" y="960"/>
                </a:cubicBezTo>
                <a:cubicBezTo>
                  <a:pt x="3599" y="967"/>
                  <a:pt x="3590" y="974"/>
                  <a:pt x="3582" y="980"/>
                </a:cubicBezTo>
                <a:cubicBezTo>
                  <a:pt x="3573" y="985"/>
                  <a:pt x="3564" y="990"/>
                  <a:pt x="3554" y="994"/>
                </a:cubicBezTo>
                <a:cubicBezTo>
                  <a:pt x="3545" y="998"/>
                  <a:pt x="3535" y="1001"/>
                  <a:pt x="3525" y="1003"/>
                </a:cubicBezTo>
                <a:cubicBezTo>
                  <a:pt x="3514" y="1005"/>
                  <a:pt x="3504" y="1006"/>
                  <a:pt x="3494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9026640" y="35053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74880" y="415656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do-while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2452680" y="4057560"/>
            <a:ext cx="5096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Unknown count, must run at least once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7807680" y="4057560"/>
            <a:ext cx="1190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bottom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757080" y="1280880"/>
            <a:ext cx="10687320" cy="5181840"/>
          </a:xfrm>
          <a:custGeom>
            <a:avLst/>
            <a:gdLst/>
            <a:ahLst/>
            <a:rect l="0" t="0" r="r" b="b"/>
            <a:pathLst>
              <a:path w="29687" h="14394">
                <a:moveTo>
                  <a:pt x="0" y="142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249"/>
                </a:lnTo>
                <a:cubicBezTo>
                  <a:pt x="29687" y="14259"/>
                  <a:pt x="29686" y="14268"/>
                  <a:pt x="29684" y="14277"/>
                </a:cubicBezTo>
                <a:cubicBezTo>
                  <a:pt x="29683" y="14287"/>
                  <a:pt x="29680" y="14296"/>
                  <a:pt x="29676" y="14305"/>
                </a:cubicBezTo>
                <a:cubicBezTo>
                  <a:pt x="29672" y="14313"/>
                  <a:pt x="29668" y="14322"/>
                  <a:pt x="29663" y="14330"/>
                </a:cubicBezTo>
                <a:cubicBezTo>
                  <a:pt x="29657" y="14338"/>
                  <a:pt x="29651" y="14345"/>
                  <a:pt x="29645" y="14352"/>
                </a:cubicBezTo>
                <a:cubicBezTo>
                  <a:pt x="29638" y="14359"/>
                  <a:pt x="29630" y="14365"/>
                  <a:pt x="29623" y="14370"/>
                </a:cubicBezTo>
                <a:cubicBezTo>
                  <a:pt x="29615" y="14375"/>
                  <a:pt x="29606" y="14380"/>
                  <a:pt x="29597" y="14383"/>
                </a:cubicBezTo>
                <a:cubicBezTo>
                  <a:pt x="29589" y="14387"/>
                  <a:pt x="29579" y="14390"/>
                  <a:pt x="29570" y="14392"/>
                </a:cubicBezTo>
                <a:cubicBezTo>
                  <a:pt x="29561" y="14394"/>
                  <a:pt x="29551" y="14394"/>
                  <a:pt x="29542" y="14394"/>
                </a:cubicBezTo>
                <a:lnTo>
                  <a:pt x="145" y="14394"/>
                </a:lnTo>
                <a:cubicBezTo>
                  <a:pt x="136" y="14394"/>
                  <a:pt x="126" y="14394"/>
                  <a:pt x="117" y="14392"/>
                </a:cubicBezTo>
                <a:cubicBezTo>
                  <a:pt x="108" y="14390"/>
                  <a:pt x="99" y="14387"/>
                  <a:pt x="90" y="14383"/>
                </a:cubicBezTo>
                <a:cubicBezTo>
                  <a:pt x="81" y="14380"/>
                  <a:pt x="73" y="14375"/>
                  <a:pt x="65" y="14370"/>
                </a:cubicBezTo>
                <a:cubicBezTo>
                  <a:pt x="57" y="14365"/>
                  <a:pt x="49" y="14359"/>
                  <a:pt x="43" y="14352"/>
                </a:cubicBezTo>
                <a:cubicBezTo>
                  <a:pt x="36" y="14345"/>
                  <a:pt x="30" y="14338"/>
                  <a:pt x="24" y="14330"/>
                </a:cubicBezTo>
                <a:cubicBezTo>
                  <a:pt x="19" y="14322"/>
                  <a:pt x="15" y="14313"/>
                  <a:pt x="11" y="14305"/>
                </a:cubicBezTo>
                <a:cubicBezTo>
                  <a:pt x="7" y="14296"/>
                  <a:pt x="5" y="14287"/>
                  <a:pt x="3" y="14277"/>
                </a:cubicBezTo>
                <a:cubicBezTo>
                  <a:pt x="1" y="14268"/>
                  <a:pt x="0" y="14259"/>
                  <a:pt x="0" y="1424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757080" y="1280880"/>
            <a:ext cx="10687320" cy="5181840"/>
          </a:xfrm>
          <a:custGeom>
            <a:avLst/>
            <a:gdLst/>
            <a:ahLst/>
            <a:rect l="0" t="0" r="r" b="b"/>
            <a:pathLst>
              <a:path w="29687" h="14394">
                <a:moveTo>
                  <a:pt x="0" y="142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249"/>
                </a:lnTo>
                <a:cubicBezTo>
                  <a:pt x="29687" y="14259"/>
                  <a:pt x="29686" y="14268"/>
                  <a:pt x="29684" y="14277"/>
                </a:cubicBezTo>
                <a:cubicBezTo>
                  <a:pt x="29683" y="14287"/>
                  <a:pt x="29680" y="14296"/>
                  <a:pt x="29676" y="14305"/>
                </a:cubicBezTo>
                <a:cubicBezTo>
                  <a:pt x="29672" y="14313"/>
                  <a:pt x="29668" y="14322"/>
                  <a:pt x="29663" y="14330"/>
                </a:cubicBezTo>
                <a:cubicBezTo>
                  <a:pt x="29657" y="14338"/>
                  <a:pt x="29651" y="14345"/>
                  <a:pt x="29645" y="14352"/>
                </a:cubicBezTo>
                <a:cubicBezTo>
                  <a:pt x="29638" y="14359"/>
                  <a:pt x="29630" y="14365"/>
                  <a:pt x="29623" y="14370"/>
                </a:cubicBezTo>
                <a:cubicBezTo>
                  <a:pt x="29615" y="14375"/>
                  <a:pt x="29606" y="14380"/>
                  <a:pt x="29597" y="14383"/>
                </a:cubicBezTo>
                <a:cubicBezTo>
                  <a:pt x="29589" y="14387"/>
                  <a:pt x="29579" y="14390"/>
                  <a:pt x="29570" y="14392"/>
                </a:cubicBezTo>
                <a:cubicBezTo>
                  <a:pt x="29561" y="14394"/>
                  <a:pt x="29551" y="14394"/>
                  <a:pt x="29542" y="14394"/>
                </a:cubicBezTo>
                <a:lnTo>
                  <a:pt x="145" y="14394"/>
                </a:lnTo>
                <a:cubicBezTo>
                  <a:pt x="136" y="14394"/>
                  <a:pt x="126" y="14394"/>
                  <a:pt x="117" y="14392"/>
                </a:cubicBezTo>
                <a:cubicBezTo>
                  <a:pt x="108" y="14390"/>
                  <a:pt x="99" y="14387"/>
                  <a:pt x="90" y="14383"/>
                </a:cubicBezTo>
                <a:cubicBezTo>
                  <a:pt x="81" y="14380"/>
                  <a:pt x="73" y="14375"/>
                  <a:pt x="65" y="14370"/>
                </a:cubicBezTo>
                <a:cubicBezTo>
                  <a:pt x="57" y="14365"/>
                  <a:pt x="49" y="14359"/>
                  <a:pt x="43" y="14352"/>
                </a:cubicBezTo>
                <a:cubicBezTo>
                  <a:pt x="36" y="14345"/>
                  <a:pt x="30" y="14338"/>
                  <a:pt x="24" y="14330"/>
                </a:cubicBezTo>
                <a:cubicBezTo>
                  <a:pt x="19" y="14322"/>
                  <a:pt x="15" y="14313"/>
                  <a:pt x="11" y="14305"/>
                </a:cubicBezTo>
                <a:cubicBezTo>
                  <a:pt x="7" y="14296"/>
                  <a:pt x="5" y="14287"/>
                  <a:pt x="3" y="14277"/>
                </a:cubicBezTo>
                <a:cubicBezTo>
                  <a:pt x="1" y="14268"/>
                  <a:pt x="0" y="14259"/>
                  <a:pt x="0" y="1424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47720" y="732600"/>
            <a:ext cx="254340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Syntax Examples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914400" y="1442880"/>
            <a:ext cx="154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for loop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914400" y="1709280"/>
            <a:ext cx="4084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i &lt;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i++)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14400" y="1985760"/>
            <a:ext cx="3099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System.out.print(i);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914400" y="2252520"/>
            <a:ext cx="2676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output: 01234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14400" y="2795400"/>
            <a:ext cx="1831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while loop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14400" y="3061800"/>
            <a:ext cx="1408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14400" y="3328560"/>
            <a:ext cx="2113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(i &lt;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914400" y="3605040"/>
            <a:ext cx="3380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System.out.println(i);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914400" y="3871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i++;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914400" y="413820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914400" y="4681080"/>
            <a:ext cx="4930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do-while (semicolon after while)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914400" y="4947840"/>
            <a:ext cx="1408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914400" y="5224320"/>
            <a:ext cx="563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do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914400" y="5490720"/>
            <a:ext cx="3380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System.out.println(i);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914400" y="57672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i++;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914400" y="6033600"/>
            <a:ext cx="2253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(i &lt;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757080" y="231912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757080" y="231912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747720" y="1761120"/>
            <a:ext cx="537228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Nested Loops &amp; Pattern Generation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914400" y="2481120"/>
            <a:ext cx="4084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i &lt;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i++)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914400" y="2747520"/>
            <a:ext cx="7464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x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x &lt;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- i; x++) {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decreasing 'x'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914400" y="3024000"/>
            <a:ext cx="3662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System.out.print(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"x"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914400" y="329040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914400" y="3557160"/>
            <a:ext cx="7464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p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p &lt;= i; p++) {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increasing '+'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914400" y="3833640"/>
            <a:ext cx="3662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System.out.print(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"+"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914400" y="41000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914400" y="4366800"/>
            <a:ext cx="3240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System.out.println();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914400" y="46432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752400" y="1771560"/>
            <a:ext cx="419400" cy="543240"/>
          </a:xfrm>
          <a:custGeom>
            <a:avLst/>
            <a:gdLst/>
            <a:ahLst/>
            <a:rect l="0" t="0" r="r" b="b"/>
            <a:pathLst>
              <a:path w="1165" h="1509">
                <a:moveTo>
                  <a:pt x="0" y="0"/>
                </a:moveTo>
                <a:lnTo>
                  <a:pt x="1165" y="0"/>
                </a:lnTo>
                <a:lnTo>
                  <a:pt x="116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171440" y="1771560"/>
            <a:ext cx="1905480" cy="543240"/>
          </a:xfrm>
          <a:custGeom>
            <a:avLst/>
            <a:gdLst/>
            <a:ahLst/>
            <a:rect l="0" t="0" r="r" b="b"/>
            <a:pathLst>
              <a:path w="5293" h="1509">
                <a:moveTo>
                  <a:pt x="0" y="0"/>
                </a:moveTo>
                <a:lnTo>
                  <a:pt x="5293" y="0"/>
                </a:lnTo>
                <a:lnTo>
                  <a:pt x="52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3076560" y="1771560"/>
            <a:ext cx="1990800" cy="543240"/>
          </a:xfrm>
          <a:custGeom>
            <a:avLst/>
            <a:gdLst/>
            <a:ahLst/>
            <a:rect l="0" t="0" r="r" b="b"/>
            <a:pathLst>
              <a:path w="5530" h="1509">
                <a:moveTo>
                  <a:pt x="0" y="0"/>
                </a:moveTo>
                <a:lnTo>
                  <a:pt x="5530" y="0"/>
                </a:lnTo>
                <a:lnTo>
                  <a:pt x="55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5067000" y="1771560"/>
            <a:ext cx="1286280" cy="543240"/>
          </a:xfrm>
          <a:custGeom>
            <a:avLst/>
            <a:gdLst/>
            <a:ahLst/>
            <a:rect l="0" t="0" r="r" b="b"/>
            <a:pathLst>
              <a:path w="3573" h="1509">
                <a:moveTo>
                  <a:pt x="0" y="0"/>
                </a:moveTo>
                <a:lnTo>
                  <a:pt x="3573" y="0"/>
                </a:lnTo>
                <a:lnTo>
                  <a:pt x="35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752400" y="2314440"/>
            <a:ext cx="419400" cy="552600"/>
          </a:xfrm>
          <a:custGeom>
            <a:avLst/>
            <a:gdLst/>
            <a:ahLst/>
            <a:rect l="0" t="0" r="r" b="b"/>
            <a:pathLst>
              <a:path w="1165" h="1535">
                <a:moveTo>
                  <a:pt x="0" y="0"/>
                </a:moveTo>
                <a:lnTo>
                  <a:pt x="1165" y="0"/>
                </a:lnTo>
                <a:lnTo>
                  <a:pt x="116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171440" y="2314440"/>
            <a:ext cx="1905480" cy="552600"/>
          </a:xfrm>
          <a:custGeom>
            <a:avLst/>
            <a:gdLst/>
            <a:ahLst/>
            <a:rect l="0" t="0" r="r" b="b"/>
            <a:pathLst>
              <a:path w="5293" h="1535">
                <a:moveTo>
                  <a:pt x="0" y="0"/>
                </a:moveTo>
                <a:lnTo>
                  <a:pt x="5293" y="0"/>
                </a:lnTo>
                <a:lnTo>
                  <a:pt x="529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3076560" y="2314440"/>
            <a:ext cx="1990800" cy="552600"/>
          </a:xfrm>
          <a:custGeom>
            <a:avLst/>
            <a:gdLst/>
            <a:ahLst/>
            <a:rect l="0" t="0" r="r" b="b"/>
            <a:pathLst>
              <a:path w="5530" h="1535">
                <a:moveTo>
                  <a:pt x="0" y="0"/>
                </a:moveTo>
                <a:lnTo>
                  <a:pt x="5530" y="0"/>
                </a:lnTo>
                <a:lnTo>
                  <a:pt x="553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067000" y="2314440"/>
            <a:ext cx="1286280" cy="552600"/>
          </a:xfrm>
          <a:custGeom>
            <a:avLst/>
            <a:gdLst/>
            <a:ahLst/>
            <a:rect l="0" t="0" r="r" b="b"/>
            <a:pathLst>
              <a:path w="3573" h="1535">
                <a:moveTo>
                  <a:pt x="0" y="0"/>
                </a:moveTo>
                <a:lnTo>
                  <a:pt x="3573" y="0"/>
                </a:lnTo>
                <a:lnTo>
                  <a:pt x="357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752400" y="2866680"/>
            <a:ext cx="419400" cy="552960"/>
          </a:xfrm>
          <a:custGeom>
            <a:avLst/>
            <a:gdLst/>
            <a:ahLst/>
            <a:rect l="0" t="0" r="r" b="b"/>
            <a:pathLst>
              <a:path w="1165" h="1536">
                <a:moveTo>
                  <a:pt x="0" y="0"/>
                </a:moveTo>
                <a:lnTo>
                  <a:pt x="1165" y="0"/>
                </a:lnTo>
                <a:lnTo>
                  <a:pt x="116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171440" y="2866680"/>
            <a:ext cx="1905480" cy="552960"/>
          </a:xfrm>
          <a:custGeom>
            <a:avLst/>
            <a:gdLst/>
            <a:ahLst/>
            <a:rect l="0" t="0" r="r" b="b"/>
            <a:pathLst>
              <a:path w="5293" h="1536">
                <a:moveTo>
                  <a:pt x="0" y="0"/>
                </a:moveTo>
                <a:lnTo>
                  <a:pt x="5293" y="0"/>
                </a:lnTo>
                <a:lnTo>
                  <a:pt x="529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3076560" y="2866680"/>
            <a:ext cx="1990800" cy="552960"/>
          </a:xfrm>
          <a:custGeom>
            <a:avLst/>
            <a:gdLst/>
            <a:ahLst/>
            <a:rect l="0" t="0" r="r" b="b"/>
            <a:pathLst>
              <a:path w="5530" h="1536">
                <a:moveTo>
                  <a:pt x="0" y="0"/>
                </a:moveTo>
                <a:lnTo>
                  <a:pt x="5530" y="0"/>
                </a:lnTo>
                <a:lnTo>
                  <a:pt x="553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5067000" y="2866680"/>
            <a:ext cx="1286280" cy="552960"/>
          </a:xfrm>
          <a:custGeom>
            <a:avLst/>
            <a:gdLst/>
            <a:ahLst/>
            <a:rect l="0" t="0" r="r" b="b"/>
            <a:pathLst>
              <a:path w="3573" h="1536">
                <a:moveTo>
                  <a:pt x="0" y="0"/>
                </a:moveTo>
                <a:lnTo>
                  <a:pt x="3573" y="0"/>
                </a:lnTo>
                <a:lnTo>
                  <a:pt x="357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752400" y="3419280"/>
            <a:ext cx="419400" cy="552960"/>
          </a:xfrm>
          <a:custGeom>
            <a:avLst/>
            <a:gdLst/>
            <a:ahLst/>
            <a:rect l="0" t="0" r="r" b="b"/>
            <a:pathLst>
              <a:path w="1165" h="1536">
                <a:moveTo>
                  <a:pt x="0" y="0"/>
                </a:moveTo>
                <a:lnTo>
                  <a:pt x="1165" y="0"/>
                </a:lnTo>
                <a:lnTo>
                  <a:pt x="116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171440" y="3419280"/>
            <a:ext cx="1905480" cy="552960"/>
          </a:xfrm>
          <a:custGeom>
            <a:avLst/>
            <a:gdLst/>
            <a:ahLst/>
            <a:rect l="0" t="0" r="r" b="b"/>
            <a:pathLst>
              <a:path w="5293" h="1536">
                <a:moveTo>
                  <a:pt x="0" y="0"/>
                </a:moveTo>
                <a:lnTo>
                  <a:pt x="5293" y="0"/>
                </a:lnTo>
                <a:lnTo>
                  <a:pt x="529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3076560" y="3419280"/>
            <a:ext cx="1990800" cy="552960"/>
          </a:xfrm>
          <a:custGeom>
            <a:avLst/>
            <a:gdLst/>
            <a:ahLst/>
            <a:rect l="0" t="0" r="r" b="b"/>
            <a:pathLst>
              <a:path w="5530" h="1536">
                <a:moveTo>
                  <a:pt x="0" y="0"/>
                </a:moveTo>
                <a:lnTo>
                  <a:pt x="5530" y="0"/>
                </a:lnTo>
                <a:lnTo>
                  <a:pt x="553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5067000" y="3419280"/>
            <a:ext cx="1286280" cy="552960"/>
          </a:xfrm>
          <a:custGeom>
            <a:avLst/>
            <a:gdLst/>
            <a:ahLst/>
            <a:rect l="0" t="0" r="r" b="b"/>
            <a:pathLst>
              <a:path w="3573" h="1536">
                <a:moveTo>
                  <a:pt x="0" y="0"/>
                </a:moveTo>
                <a:lnTo>
                  <a:pt x="3573" y="0"/>
                </a:lnTo>
                <a:lnTo>
                  <a:pt x="357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752400" y="3971880"/>
            <a:ext cx="419400" cy="543240"/>
          </a:xfrm>
          <a:custGeom>
            <a:avLst/>
            <a:gdLst/>
            <a:ahLst/>
            <a:rect l="0" t="0" r="r" b="b"/>
            <a:pathLst>
              <a:path w="1165" h="1509">
                <a:moveTo>
                  <a:pt x="0" y="0"/>
                </a:moveTo>
                <a:lnTo>
                  <a:pt x="1165" y="0"/>
                </a:lnTo>
                <a:lnTo>
                  <a:pt x="116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171440" y="3971880"/>
            <a:ext cx="1905480" cy="543240"/>
          </a:xfrm>
          <a:custGeom>
            <a:avLst/>
            <a:gdLst/>
            <a:ahLst/>
            <a:rect l="0" t="0" r="r" b="b"/>
            <a:pathLst>
              <a:path w="5293" h="1509">
                <a:moveTo>
                  <a:pt x="0" y="0"/>
                </a:moveTo>
                <a:lnTo>
                  <a:pt x="5293" y="0"/>
                </a:lnTo>
                <a:lnTo>
                  <a:pt x="52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3076560" y="3971880"/>
            <a:ext cx="1990800" cy="543240"/>
          </a:xfrm>
          <a:custGeom>
            <a:avLst/>
            <a:gdLst/>
            <a:ahLst/>
            <a:rect l="0" t="0" r="r" b="b"/>
            <a:pathLst>
              <a:path w="5530" h="1509">
                <a:moveTo>
                  <a:pt x="0" y="0"/>
                </a:moveTo>
                <a:lnTo>
                  <a:pt x="5530" y="0"/>
                </a:lnTo>
                <a:lnTo>
                  <a:pt x="55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5067000" y="3971880"/>
            <a:ext cx="1286280" cy="543240"/>
          </a:xfrm>
          <a:custGeom>
            <a:avLst/>
            <a:gdLst/>
            <a:ahLst/>
            <a:rect l="0" t="0" r="r" b="b"/>
            <a:pathLst>
              <a:path w="3573" h="1509">
                <a:moveTo>
                  <a:pt x="0" y="0"/>
                </a:moveTo>
                <a:lnTo>
                  <a:pt x="3573" y="0"/>
                </a:lnTo>
                <a:lnTo>
                  <a:pt x="35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52400" y="4514760"/>
            <a:ext cx="419400" cy="552600"/>
          </a:xfrm>
          <a:custGeom>
            <a:avLst/>
            <a:gdLst/>
            <a:ahLst/>
            <a:rect l="0" t="0" r="r" b="b"/>
            <a:pathLst>
              <a:path w="1165" h="1535">
                <a:moveTo>
                  <a:pt x="0" y="0"/>
                </a:moveTo>
                <a:lnTo>
                  <a:pt x="1165" y="0"/>
                </a:lnTo>
                <a:lnTo>
                  <a:pt x="116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171440" y="4514760"/>
            <a:ext cx="1905480" cy="552600"/>
          </a:xfrm>
          <a:custGeom>
            <a:avLst/>
            <a:gdLst/>
            <a:ahLst/>
            <a:rect l="0" t="0" r="r" b="b"/>
            <a:pathLst>
              <a:path w="5293" h="1535">
                <a:moveTo>
                  <a:pt x="0" y="0"/>
                </a:moveTo>
                <a:lnTo>
                  <a:pt x="5293" y="0"/>
                </a:lnTo>
                <a:lnTo>
                  <a:pt x="529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3076560" y="4514760"/>
            <a:ext cx="1990800" cy="552600"/>
          </a:xfrm>
          <a:custGeom>
            <a:avLst/>
            <a:gdLst/>
            <a:ahLst/>
            <a:rect l="0" t="0" r="r" b="b"/>
            <a:pathLst>
              <a:path w="5530" h="1535">
                <a:moveTo>
                  <a:pt x="0" y="0"/>
                </a:moveTo>
                <a:lnTo>
                  <a:pt x="5530" y="0"/>
                </a:lnTo>
                <a:lnTo>
                  <a:pt x="553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5067000" y="4514760"/>
            <a:ext cx="1286280" cy="552600"/>
          </a:xfrm>
          <a:custGeom>
            <a:avLst/>
            <a:gdLst/>
            <a:ahLst/>
            <a:rect l="0" t="0" r="r" b="b"/>
            <a:pathLst>
              <a:path w="3573" h="1535">
                <a:moveTo>
                  <a:pt x="0" y="0"/>
                </a:moveTo>
                <a:lnTo>
                  <a:pt x="3573" y="0"/>
                </a:lnTo>
                <a:lnTo>
                  <a:pt x="357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752400" y="1771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752400" y="177156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161720" y="1771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171440" y="177156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3076560" y="1771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3085920" y="17715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5057640" y="1771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5067000" y="17715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343560" y="1771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52400" y="2304720"/>
            <a:ext cx="419400" cy="10080"/>
          </a:xfrm>
          <a:custGeom>
            <a:avLst/>
            <a:gdLst/>
            <a:ahLst/>
            <a:rect l="0" t="0" r="r" b="b"/>
            <a:pathLst>
              <a:path w="1165" h="28">
                <a:moveTo>
                  <a:pt x="0" y="0"/>
                </a:moveTo>
                <a:lnTo>
                  <a:pt x="1165" y="0"/>
                </a:lnTo>
                <a:lnTo>
                  <a:pt x="1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171440" y="230472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3085920" y="230472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5067000" y="230472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75240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161720" y="23144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07656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505764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343560" y="23144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75240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752400" y="285732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161720" y="28666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1171440" y="285732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307656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3085920" y="28573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505764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5067000" y="28573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343560" y="28666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5240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52400" y="340992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1161720" y="341928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1171440" y="340992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307656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3085920" y="34099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505764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5067000" y="34099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343560" y="341928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5240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52400" y="3962160"/>
            <a:ext cx="419400" cy="10080"/>
          </a:xfrm>
          <a:custGeom>
            <a:avLst/>
            <a:gdLst/>
            <a:ahLst/>
            <a:rect l="0" t="0" r="r" b="b"/>
            <a:pathLst>
              <a:path w="1165" h="28">
                <a:moveTo>
                  <a:pt x="0" y="0"/>
                </a:moveTo>
                <a:lnTo>
                  <a:pt x="1165" y="0"/>
                </a:lnTo>
                <a:lnTo>
                  <a:pt x="1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161720" y="397188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1171440" y="396216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307656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3085920" y="396216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505764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067000" y="396216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6343560" y="397188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5240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52400" y="451476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1161720" y="45241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171440" y="451476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307656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3085920" y="45147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505764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5067000" y="45147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6343560" y="4524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52400" y="5067000"/>
            <a:ext cx="419400" cy="10080"/>
          </a:xfrm>
          <a:custGeom>
            <a:avLst/>
            <a:gdLst/>
            <a:ahLst/>
            <a:rect l="0" t="0" r="r" b="b"/>
            <a:pathLst>
              <a:path w="1165" h="28">
                <a:moveTo>
                  <a:pt x="0" y="0"/>
                </a:moveTo>
                <a:lnTo>
                  <a:pt x="1165" y="0"/>
                </a:lnTo>
                <a:lnTo>
                  <a:pt x="1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1171440" y="506700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3085920" y="50670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5067000" y="506700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747720" y="1219320"/>
            <a:ext cx="3845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Pattern Table (i from 0 to 4):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918720" y="18572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296360" y="1857240"/>
            <a:ext cx="1654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x count = 5‑i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3209760" y="1857240"/>
            <a:ext cx="1722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+ count = i+1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5211720" y="1857240"/>
            <a:ext cx="991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Output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880920" y="24001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2045520" y="24001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5190840" y="243828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20" y="54"/>
                  <a:pt x="2826" y="62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7"/>
                  <a:pt x="2854" y="117"/>
                  <a:pt x="2856" y="128"/>
                </a:cubicBezTo>
                <a:cubicBezTo>
                  <a:pt x="2858" y="138"/>
                  <a:pt x="2859" y="148"/>
                  <a:pt x="2859" y="159"/>
                </a:cubicBezTo>
                <a:lnTo>
                  <a:pt x="2859" y="847"/>
                </a:lnTo>
                <a:cubicBezTo>
                  <a:pt x="2859" y="858"/>
                  <a:pt x="2858" y="868"/>
                  <a:pt x="2856" y="878"/>
                </a:cubicBezTo>
                <a:cubicBezTo>
                  <a:pt x="2854" y="889"/>
                  <a:pt x="2851" y="899"/>
                  <a:pt x="2847" y="908"/>
                </a:cubicBezTo>
                <a:cubicBezTo>
                  <a:pt x="2843" y="918"/>
                  <a:pt x="2838" y="927"/>
                  <a:pt x="2832" y="936"/>
                </a:cubicBezTo>
                <a:cubicBezTo>
                  <a:pt x="2826" y="944"/>
                  <a:pt x="2820" y="952"/>
                  <a:pt x="2812" y="960"/>
                </a:cubicBezTo>
                <a:cubicBezTo>
                  <a:pt x="2805" y="967"/>
                  <a:pt x="2797" y="974"/>
                  <a:pt x="2788" y="979"/>
                </a:cubicBezTo>
                <a:cubicBezTo>
                  <a:pt x="2780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3992760" y="24001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5285160" y="248976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xxxxx+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880920" y="29527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2045520" y="29527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5190840" y="2990520"/>
            <a:ext cx="1029240" cy="362520"/>
          </a:xfrm>
          <a:custGeom>
            <a:avLst/>
            <a:gdLst/>
            <a:ahLst/>
            <a:rect l="0" t="0" r="r" b="b"/>
            <a:pathLst>
              <a:path w="2859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9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3"/>
                  <a:pt x="2805" y="40"/>
                  <a:pt x="2812" y="47"/>
                </a:cubicBezTo>
                <a:cubicBezTo>
                  <a:pt x="2820" y="54"/>
                  <a:pt x="2826" y="62"/>
                  <a:pt x="2832" y="71"/>
                </a:cubicBezTo>
                <a:cubicBezTo>
                  <a:pt x="2838" y="80"/>
                  <a:pt x="2843" y="89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9"/>
                  <a:pt x="2859" y="159"/>
                </a:cubicBezTo>
                <a:lnTo>
                  <a:pt x="2859" y="848"/>
                </a:lnTo>
                <a:cubicBezTo>
                  <a:pt x="2859" y="859"/>
                  <a:pt x="2858" y="869"/>
                  <a:pt x="2856" y="879"/>
                </a:cubicBezTo>
                <a:cubicBezTo>
                  <a:pt x="2854" y="889"/>
                  <a:pt x="2851" y="899"/>
                  <a:pt x="2847" y="909"/>
                </a:cubicBezTo>
                <a:cubicBezTo>
                  <a:pt x="2843" y="918"/>
                  <a:pt x="2838" y="928"/>
                  <a:pt x="2832" y="936"/>
                </a:cubicBezTo>
                <a:cubicBezTo>
                  <a:pt x="2826" y="945"/>
                  <a:pt x="2820" y="953"/>
                  <a:pt x="2812" y="960"/>
                </a:cubicBezTo>
                <a:cubicBezTo>
                  <a:pt x="2805" y="968"/>
                  <a:pt x="2797" y="974"/>
                  <a:pt x="2788" y="980"/>
                </a:cubicBezTo>
                <a:cubicBezTo>
                  <a:pt x="2780" y="986"/>
                  <a:pt x="2770" y="991"/>
                  <a:pt x="2761" y="995"/>
                </a:cubicBezTo>
                <a:cubicBezTo>
                  <a:pt x="2751" y="999"/>
                  <a:pt x="2741" y="1002"/>
                  <a:pt x="2731" y="1004"/>
                </a:cubicBezTo>
                <a:cubicBezTo>
                  <a:pt x="2721" y="1006"/>
                  <a:pt x="2710" y="1007"/>
                  <a:pt x="2700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3992760" y="29527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5285160" y="30420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xxxx++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880920" y="35053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2045520" y="35053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5190840" y="354312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3"/>
                  <a:pt x="2805" y="39"/>
                  <a:pt x="2812" y="46"/>
                </a:cubicBezTo>
                <a:cubicBezTo>
                  <a:pt x="2820" y="54"/>
                  <a:pt x="2826" y="62"/>
                  <a:pt x="2832" y="71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8"/>
                  <a:pt x="2859" y="159"/>
                </a:cubicBezTo>
                <a:lnTo>
                  <a:pt x="2859" y="848"/>
                </a:lnTo>
                <a:cubicBezTo>
                  <a:pt x="2859" y="858"/>
                  <a:pt x="2858" y="868"/>
                  <a:pt x="2856" y="879"/>
                </a:cubicBezTo>
                <a:cubicBezTo>
                  <a:pt x="2854" y="889"/>
                  <a:pt x="2851" y="899"/>
                  <a:pt x="2847" y="908"/>
                </a:cubicBezTo>
                <a:cubicBezTo>
                  <a:pt x="2843" y="918"/>
                  <a:pt x="2838" y="927"/>
                  <a:pt x="2832" y="936"/>
                </a:cubicBezTo>
                <a:cubicBezTo>
                  <a:pt x="2826" y="945"/>
                  <a:pt x="2820" y="953"/>
                  <a:pt x="2812" y="960"/>
                </a:cubicBezTo>
                <a:cubicBezTo>
                  <a:pt x="2805" y="967"/>
                  <a:pt x="2797" y="974"/>
                  <a:pt x="2788" y="980"/>
                </a:cubicBezTo>
                <a:cubicBezTo>
                  <a:pt x="2780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992760" y="350532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285160" y="35946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xxx+++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880920" y="40575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2045520" y="40575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5190840" y="409572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6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20" y="53"/>
                  <a:pt x="2826" y="61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7"/>
                  <a:pt x="2854" y="117"/>
                  <a:pt x="2856" y="127"/>
                </a:cubicBezTo>
                <a:cubicBezTo>
                  <a:pt x="2858" y="138"/>
                  <a:pt x="2859" y="148"/>
                  <a:pt x="2859" y="158"/>
                </a:cubicBezTo>
                <a:lnTo>
                  <a:pt x="2859" y="847"/>
                </a:lnTo>
                <a:cubicBezTo>
                  <a:pt x="2859" y="858"/>
                  <a:pt x="2858" y="868"/>
                  <a:pt x="2856" y="878"/>
                </a:cubicBezTo>
                <a:cubicBezTo>
                  <a:pt x="2854" y="888"/>
                  <a:pt x="2851" y="898"/>
                  <a:pt x="2847" y="908"/>
                </a:cubicBezTo>
                <a:cubicBezTo>
                  <a:pt x="2843" y="918"/>
                  <a:pt x="2838" y="927"/>
                  <a:pt x="2832" y="935"/>
                </a:cubicBezTo>
                <a:cubicBezTo>
                  <a:pt x="2826" y="944"/>
                  <a:pt x="2820" y="952"/>
                  <a:pt x="2812" y="960"/>
                </a:cubicBezTo>
                <a:cubicBezTo>
                  <a:pt x="2805" y="967"/>
                  <a:pt x="2797" y="973"/>
                  <a:pt x="2788" y="979"/>
                </a:cubicBezTo>
                <a:cubicBezTo>
                  <a:pt x="2780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3992760" y="40575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285160" y="41472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xx++++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880920" y="46101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2045520" y="46101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190840" y="4647960"/>
            <a:ext cx="1029240" cy="362520"/>
          </a:xfrm>
          <a:custGeom>
            <a:avLst/>
            <a:gdLst/>
            <a:ahLst/>
            <a:rect l="0" t="0" r="r" b="b"/>
            <a:pathLst>
              <a:path w="2859" h="1007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3"/>
                  <a:pt x="2805" y="39"/>
                  <a:pt x="2812" y="47"/>
                </a:cubicBezTo>
                <a:cubicBezTo>
                  <a:pt x="2820" y="54"/>
                  <a:pt x="2826" y="62"/>
                  <a:pt x="2832" y="71"/>
                </a:cubicBezTo>
                <a:cubicBezTo>
                  <a:pt x="2838" y="79"/>
                  <a:pt x="2843" y="89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8"/>
                  <a:pt x="2859" y="159"/>
                </a:cubicBezTo>
                <a:lnTo>
                  <a:pt x="2859" y="848"/>
                </a:lnTo>
                <a:cubicBezTo>
                  <a:pt x="2859" y="858"/>
                  <a:pt x="2858" y="869"/>
                  <a:pt x="2856" y="879"/>
                </a:cubicBezTo>
                <a:cubicBezTo>
                  <a:pt x="2854" y="889"/>
                  <a:pt x="2851" y="899"/>
                  <a:pt x="2847" y="909"/>
                </a:cubicBezTo>
                <a:cubicBezTo>
                  <a:pt x="2843" y="918"/>
                  <a:pt x="2838" y="927"/>
                  <a:pt x="2832" y="936"/>
                </a:cubicBezTo>
                <a:cubicBezTo>
                  <a:pt x="2826" y="945"/>
                  <a:pt x="2820" y="953"/>
                  <a:pt x="2812" y="960"/>
                </a:cubicBezTo>
                <a:cubicBezTo>
                  <a:pt x="2805" y="967"/>
                  <a:pt x="2797" y="974"/>
                  <a:pt x="2788" y="980"/>
                </a:cubicBezTo>
                <a:cubicBezTo>
                  <a:pt x="2780" y="986"/>
                  <a:pt x="2770" y="991"/>
                  <a:pt x="2761" y="994"/>
                </a:cubicBezTo>
                <a:cubicBezTo>
                  <a:pt x="2751" y="998"/>
                  <a:pt x="2741" y="1001"/>
                  <a:pt x="2731" y="1004"/>
                </a:cubicBezTo>
                <a:cubicBezTo>
                  <a:pt x="2721" y="1006"/>
                  <a:pt x="2710" y="1007"/>
                  <a:pt x="2700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992760" y="461016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047600" y="5400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5285160" y="4699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x+++++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8486640" y="5295600"/>
            <a:ext cx="2581560" cy="362520"/>
          </a:xfrm>
          <a:custGeom>
            <a:avLst/>
            <a:gdLst/>
            <a:ahLst/>
            <a:rect l="0" t="0" r="r" b="b"/>
            <a:pathLst>
              <a:path w="7171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12" y="0"/>
                </a:lnTo>
                <a:cubicBezTo>
                  <a:pt x="7023" y="0"/>
                  <a:pt x="7033" y="1"/>
                  <a:pt x="7043" y="3"/>
                </a:cubicBezTo>
                <a:cubicBezTo>
                  <a:pt x="7054" y="5"/>
                  <a:pt x="7063" y="8"/>
                  <a:pt x="7073" y="12"/>
                </a:cubicBezTo>
                <a:cubicBezTo>
                  <a:pt x="7083" y="16"/>
                  <a:pt x="7092" y="21"/>
                  <a:pt x="7101" y="27"/>
                </a:cubicBezTo>
                <a:cubicBezTo>
                  <a:pt x="7109" y="33"/>
                  <a:pt x="7117" y="39"/>
                  <a:pt x="7125" y="47"/>
                </a:cubicBezTo>
                <a:cubicBezTo>
                  <a:pt x="7132" y="54"/>
                  <a:pt x="7139" y="62"/>
                  <a:pt x="7144" y="71"/>
                </a:cubicBezTo>
                <a:cubicBezTo>
                  <a:pt x="7150" y="80"/>
                  <a:pt x="7155" y="89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9"/>
                  <a:pt x="7171" y="159"/>
                </a:cubicBezTo>
                <a:lnTo>
                  <a:pt x="7171" y="847"/>
                </a:lnTo>
                <a:cubicBezTo>
                  <a:pt x="7171" y="857"/>
                  <a:pt x="7170" y="869"/>
                  <a:pt x="7168" y="879"/>
                </a:cubicBezTo>
                <a:cubicBezTo>
                  <a:pt x="7166" y="889"/>
                  <a:pt x="7163" y="899"/>
                  <a:pt x="7159" y="909"/>
                </a:cubicBezTo>
                <a:cubicBezTo>
                  <a:pt x="7155" y="918"/>
                  <a:pt x="7150" y="928"/>
                  <a:pt x="7144" y="936"/>
                </a:cubicBezTo>
                <a:cubicBezTo>
                  <a:pt x="7139" y="945"/>
                  <a:pt x="7132" y="953"/>
                  <a:pt x="7125" y="960"/>
                </a:cubicBezTo>
                <a:cubicBezTo>
                  <a:pt x="7117" y="968"/>
                  <a:pt x="7109" y="974"/>
                  <a:pt x="7101" y="980"/>
                </a:cubicBezTo>
                <a:cubicBezTo>
                  <a:pt x="7092" y="986"/>
                  <a:pt x="7083" y="991"/>
                  <a:pt x="7073" y="995"/>
                </a:cubicBezTo>
                <a:cubicBezTo>
                  <a:pt x="7063" y="999"/>
                  <a:pt x="7054" y="1002"/>
                  <a:pt x="7043" y="1004"/>
                </a:cubicBezTo>
                <a:cubicBezTo>
                  <a:pt x="7033" y="1006"/>
                  <a:pt x="7023" y="1007"/>
                  <a:pt x="7012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1300320" y="5248440"/>
            <a:ext cx="7181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Inverse relationship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– total symbols per line constant: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8579520" y="5347080"/>
            <a:ext cx="2395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(5-i) + (i+1) = 6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747720" y="3130920"/>
            <a:ext cx="1572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7. Arrays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757080" y="2347560"/>
            <a:ext cx="10687320" cy="4248720"/>
          </a:xfrm>
          <a:custGeom>
            <a:avLst/>
            <a:gdLst/>
            <a:ahLst/>
            <a:rect l="0" t="0" r="r" b="b"/>
            <a:pathLst>
              <a:path w="29687" h="11802">
                <a:moveTo>
                  <a:pt x="0" y="1165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1656"/>
                </a:lnTo>
                <a:cubicBezTo>
                  <a:pt x="29687" y="11666"/>
                  <a:pt x="29686" y="11675"/>
                  <a:pt x="29684" y="11685"/>
                </a:cubicBezTo>
                <a:cubicBezTo>
                  <a:pt x="29683" y="11694"/>
                  <a:pt x="29680" y="11703"/>
                  <a:pt x="29676" y="11712"/>
                </a:cubicBezTo>
                <a:cubicBezTo>
                  <a:pt x="29672" y="11721"/>
                  <a:pt x="29668" y="11729"/>
                  <a:pt x="29663" y="11737"/>
                </a:cubicBezTo>
                <a:cubicBezTo>
                  <a:pt x="29657" y="11745"/>
                  <a:pt x="29651" y="11753"/>
                  <a:pt x="29645" y="11759"/>
                </a:cubicBezTo>
                <a:cubicBezTo>
                  <a:pt x="29638" y="11766"/>
                  <a:pt x="29630" y="11772"/>
                  <a:pt x="29623" y="11777"/>
                </a:cubicBezTo>
                <a:cubicBezTo>
                  <a:pt x="29615" y="11783"/>
                  <a:pt x="29606" y="11787"/>
                  <a:pt x="29597" y="11791"/>
                </a:cubicBezTo>
                <a:cubicBezTo>
                  <a:pt x="29589" y="11794"/>
                  <a:pt x="29579" y="11797"/>
                  <a:pt x="29570" y="11799"/>
                </a:cubicBezTo>
                <a:cubicBezTo>
                  <a:pt x="29561" y="11801"/>
                  <a:pt x="29551" y="11802"/>
                  <a:pt x="29542" y="11802"/>
                </a:cubicBezTo>
                <a:lnTo>
                  <a:pt x="145" y="11802"/>
                </a:lnTo>
                <a:cubicBezTo>
                  <a:pt x="136" y="11802"/>
                  <a:pt x="126" y="11801"/>
                  <a:pt x="117" y="11799"/>
                </a:cubicBezTo>
                <a:cubicBezTo>
                  <a:pt x="108" y="11797"/>
                  <a:pt x="99" y="11794"/>
                  <a:pt x="90" y="11791"/>
                </a:cubicBezTo>
                <a:cubicBezTo>
                  <a:pt x="81" y="11787"/>
                  <a:pt x="73" y="11783"/>
                  <a:pt x="65" y="11777"/>
                </a:cubicBezTo>
                <a:cubicBezTo>
                  <a:pt x="57" y="11772"/>
                  <a:pt x="49" y="11766"/>
                  <a:pt x="43" y="11759"/>
                </a:cubicBezTo>
                <a:cubicBezTo>
                  <a:pt x="36" y="11753"/>
                  <a:pt x="30" y="11745"/>
                  <a:pt x="24" y="11737"/>
                </a:cubicBezTo>
                <a:cubicBezTo>
                  <a:pt x="19" y="11729"/>
                  <a:pt x="15" y="11721"/>
                  <a:pt x="11" y="11712"/>
                </a:cubicBezTo>
                <a:cubicBezTo>
                  <a:pt x="7" y="11703"/>
                  <a:pt x="5" y="11694"/>
                  <a:pt x="3" y="11685"/>
                </a:cubicBezTo>
                <a:cubicBezTo>
                  <a:pt x="1" y="11675"/>
                  <a:pt x="0" y="11666"/>
                  <a:pt x="0" y="1165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757080" y="2347560"/>
            <a:ext cx="10687320" cy="4248720"/>
          </a:xfrm>
          <a:custGeom>
            <a:avLst/>
            <a:gdLst/>
            <a:ahLst/>
            <a:rect l="0" t="0" r="r" b="b"/>
            <a:pathLst>
              <a:path w="29687" h="11802">
                <a:moveTo>
                  <a:pt x="0" y="1165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1656"/>
                </a:lnTo>
                <a:cubicBezTo>
                  <a:pt x="29687" y="11666"/>
                  <a:pt x="29686" y="11675"/>
                  <a:pt x="29684" y="11685"/>
                </a:cubicBezTo>
                <a:cubicBezTo>
                  <a:pt x="29683" y="11694"/>
                  <a:pt x="29680" y="11703"/>
                  <a:pt x="29676" y="11712"/>
                </a:cubicBezTo>
                <a:cubicBezTo>
                  <a:pt x="29672" y="11721"/>
                  <a:pt x="29668" y="11729"/>
                  <a:pt x="29663" y="11737"/>
                </a:cubicBezTo>
                <a:cubicBezTo>
                  <a:pt x="29657" y="11745"/>
                  <a:pt x="29651" y="11753"/>
                  <a:pt x="29645" y="11759"/>
                </a:cubicBezTo>
                <a:cubicBezTo>
                  <a:pt x="29638" y="11766"/>
                  <a:pt x="29630" y="11772"/>
                  <a:pt x="29623" y="11777"/>
                </a:cubicBezTo>
                <a:cubicBezTo>
                  <a:pt x="29615" y="11783"/>
                  <a:pt x="29606" y="11787"/>
                  <a:pt x="29597" y="11791"/>
                </a:cubicBezTo>
                <a:cubicBezTo>
                  <a:pt x="29589" y="11794"/>
                  <a:pt x="29579" y="11797"/>
                  <a:pt x="29570" y="11799"/>
                </a:cubicBezTo>
                <a:cubicBezTo>
                  <a:pt x="29561" y="11801"/>
                  <a:pt x="29551" y="11802"/>
                  <a:pt x="29542" y="11802"/>
                </a:cubicBezTo>
                <a:lnTo>
                  <a:pt x="145" y="11802"/>
                </a:lnTo>
                <a:cubicBezTo>
                  <a:pt x="136" y="11802"/>
                  <a:pt x="126" y="11801"/>
                  <a:pt x="117" y="11799"/>
                </a:cubicBezTo>
                <a:cubicBezTo>
                  <a:pt x="108" y="11797"/>
                  <a:pt x="99" y="11794"/>
                  <a:pt x="90" y="11791"/>
                </a:cubicBezTo>
                <a:cubicBezTo>
                  <a:pt x="81" y="11787"/>
                  <a:pt x="73" y="11783"/>
                  <a:pt x="65" y="11777"/>
                </a:cubicBezTo>
                <a:cubicBezTo>
                  <a:pt x="57" y="11772"/>
                  <a:pt x="49" y="11766"/>
                  <a:pt x="43" y="11759"/>
                </a:cubicBezTo>
                <a:cubicBezTo>
                  <a:pt x="36" y="11753"/>
                  <a:pt x="30" y="11745"/>
                  <a:pt x="24" y="11737"/>
                </a:cubicBezTo>
                <a:cubicBezTo>
                  <a:pt x="19" y="11729"/>
                  <a:pt x="15" y="11721"/>
                  <a:pt x="11" y="11712"/>
                </a:cubicBezTo>
                <a:cubicBezTo>
                  <a:pt x="7" y="11703"/>
                  <a:pt x="5" y="11694"/>
                  <a:pt x="3" y="11685"/>
                </a:cubicBezTo>
                <a:cubicBezTo>
                  <a:pt x="1" y="11675"/>
                  <a:pt x="0" y="11666"/>
                  <a:pt x="0" y="1165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1047600" y="1447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747720" y="732600"/>
            <a:ext cx="36709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One‑Dimensional Arrays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1047600" y="19335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1300320" y="1295280"/>
            <a:ext cx="6763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Fixed size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once created,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homogeneous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(same type)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5609880" y="1828440"/>
            <a:ext cx="324360" cy="362520"/>
          </a:xfrm>
          <a:custGeom>
            <a:avLst/>
            <a:gdLst/>
            <a:ahLst/>
            <a:rect l="0" t="0" r="r" b="b"/>
            <a:pathLst>
              <a:path w="901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60" y="0"/>
                </a:cubicBezTo>
                <a:lnTo>
                  <a:pt x="742" y="0"/>
                </a:lnTo>
                <a:cubicBezTo>
                  <a:pt x="753" y="0"/>
                  <a:pt x="763" y="2"/>
                  <a:pt x="773" y="4"/>
                </a:cubicBezTo>
                <a:cubicBezTo>
                  <a:pt x="783" y="6"/>
                  <a:pt x="793" y="9"/>
                  <a:pt x="803" y="13"/>
                </a:cubicBezTo>
                <a:cubicBezTo>
                  <a:pt x="813" y="17"/>
                  <a:pt x="822" y="21"/>
                  <a:pt x="830" y="27"/>
                </a:cubicBezTo>
                <a:cubicBezTo>
                  <a:pt x="839" y="33"/>
                  <a:pt x="847" y="40"/>
                  <a:pt x="855" y="47"/>
                </a:cubicBezTo>
                <a:cubicBezTo>
                  <a:pt x="862" y="54"/>
                  <a:pt x="868" y="62"/>
                  <a:pt x="874" y="71"/>
                </a:cubicBezTo>
                <a:cubicBezTo>
                  <a:pt x="880" y="80"/>
                  <a:pt x="885" y="89"/>
                  <a:pt x="889" y="98"/>
                </a:cubicBezTo>
                <a:cubicBezTo>
                  <a:pt x="893" y="108"/>
                  <a:pt x="896" y="118"/>
                  <a:pt x="898" y="128"/>
                </a:cubicBezTo>
                <a:cubicBezTo>
                  <a:pt x="900" y="139"/>
                  <a:pt x="901" y="149"/>
                  <a:pt x="901" y="159"/>
                </a:cubicBezTo>
                <a:lnTo>
                  <a:pt x="901" y="848"/>
                </a:lnTo>
                <a:cubicBezTo>
                  <a:pt x="901" y="859"/>
                  <a:pt x="900" y="869"/>
                  <a:pt x="898" y="879"/>
                </a:cubicBezTo>
                <a:cubicBezTo>
                  <a:pt x="896" y="889"/>
                  <a:pt x="893" y="899"/>
                  <a:pt x="889" y="909"/>
                </a:cubicBezTo>
                <a:cubicBezTo>
                  <a:pt x="885" y="919"/>
                  <a:pt x="880" y="928"/>
                  <a:pt x="874" y="936"/>
                </a:cubicBezTo>
                <a:cubicBezTo>
                  <a:pt x="868" y="945"/>
                  <a:pt x="862" y="953"/>
                  <a:pt x="855" y="960"/>
                </a:cubicBezTo>
                <a:cubicBezTo>
                  <a:pt x="847" y="968"/>
                  <a:pt x="839" y="974"/>
                  <a:pt x="830" y="980"/>
                </a:cubicBezTo>
                <a:cubicBezTo>
                  <a:pt x="822" y="986"/>
                  <a:pt x="813" y="991"/>
                  <a:pt x="803" y="995"/>
                </a:cubicBezTo>
                <a:cubicBezTo>
                  <a:pt x="793" y="999"/>
                  <a:pt x="783" y="1002"/>
                  <a:pt x="773" y="1004"/>
                </a:cubicBezTo>
                <a:cubicBezTo>
                  <a:pt x="763" y="1006"/>
                  <a:pt x="753" y="1007"/>
                  <a:pt x="742" y="1007"/>
                </a:cubicBezTo>
                <a:lnTo>
                  <a:pt x="160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40" y="953"/>
                  <a:pt x="33" y="945"/>
                  <a:pt x="27" y="936"/>
                </a:cubicBezTo>
                <a:cubicBezTo>
                  <a:pt x="21" y="928"/>
                  <a:pt x="17" y="919"/>
                  <a:pt x="13" y="909"/>
                </a:cubicBezTo>
                <a:cubicBezTo>
                  <a:pt x="9" y="899"/>
                  <a:pt x="6" y="889"/>
                  <a:pt x="4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300320" y="1781280"/>
            <a:ext cx="4307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Index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0‑based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-&gt; ﬁrst element at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5701680" y="18802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6943680" y="1828440"/>
            <a:ext cx="1314720" cy="362520"/>
          </a:xfrm>
          <a:custGeom>
            <a:avLst/>
            <a:gdLst/>
            <a:ahLst/>
            <a:rect l="0" t="0" r="r" b="b"/>
            <a:pathLst>
              <a:path w="3652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lnTo>
                  <a:pt x="3493" y="0"/>
                </a:lnTo>
                <a:cubicBezTo>
                  <a:pt x="3504" y="0"/>
                  <a:pt x="3514" y="2"/>
                  <a:pt x="3524" y="4"/>
                </a:cubicBezTo>
                <a:cubicBezTo>
                  <a:pt x="3534" y="6"/>
                  <a:pt x="3544" y="9"/>
                  <a:pt x="3554" y="13"/>
                </a:cubicBezTo>
                <a:cubicBezTo>
                  <a:pt x="3564" y="17"/>
                  <a:pt x="3573" y="21"/>
                  <a:pt x="3581" y="27"/>
                </a:cubicBezTo>
                <a:cubicBezTo>
                  <a:pt x="3590" y="33"/>
                  <a:pt x="3598" y="40"/>
                  <a:pt x="3605" y="47"/>
                </a:cubicBezTo>
                <a:cubicBezTo>
                  <a:pt x="3613" y="54"/>
                  <a:pt x="3619" y="62"/>
                  <a:pt x="3625" y="71"/>
                </a:cubicBezTo>
                <a:cubicBezTo>
                  <a:pt x="3631" y="80"/>
                  <a:pt x="3636" y="89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9"/>
                  <a:pt x="3652" y="149"/>
                  <a:pt x="3652" y="159"/>
                </a:cubicBezTo>
                <a:lnTo>
                  <a:pt x="3652" y="848"/>
                </a:lnTo>
                <a:cubicBezTo>
                  <a:pt x="3652" y="859"/>
                  <a:pt x="3651" y="869"/>
                  <a:pt x="3649" y="879"/>
                </a:cubicBezTo>
                <a:cubicBezTo>
                  <a:pt x="3647" y="889"/>
                  <a:pt x="3644" y="899"/>
                  <a:pt x="3640" y="909"/>
                </a:cubicBezTo>
                <a:cubicBezTo>
                  <a:pt x="3636" y="919"/>
                  <a:pt x="3631" y="928"/>
                  <a:pt x="3625" y="936"/>
                </a:cubicBezTo>
                <a:cubicBezTo>
                  <a:pt x="3619" y="945"/>
                  <a:pt x="3613" y="953"/>
                  <a:pt x="3605" y="960"/>
                </a:cubicBezTo>
                <a:cubicBezTo>
                  <a:pt x="3598" y="968"/>
                  <a:pt x="3590" y="974"/>
                  <a:pt x="3581" y="980"/>
                </a:cubicBezTo>
                <a:cubicBezTo>
                  <a:pt x="3573" y="986"/>
                  <a:pt x="3564" y="991"/>
                  <a:pt x="3554" y="995"/>
                </a:cubicBezTo>
                <a:cubicBezTo>
                  <a:pt x="3544" y="999"/>
                  <a:pt x="3534" y="1002"/>
                  <a:pt x="3524" y="1004"/>
                </a:cubicBezTo>
                <a:cubicBezTo>
                  <a:pt x="3514" y="1006"/>
                  <a:pt x="3504" y="1007"/>
                  <a:pt x="3493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3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5936760" y="1781280"/>
            <a:ext cx="100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last at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7032960" y="188028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length-1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914400" y="2509560"/>
            <a:ext cx="422496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declaration &amp; initialization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914400" y="2767680"/>
            <a:ext cx="449748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[] numbers = {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40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914400" y="3035520"/>
            <a:ext cx="790488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String[] fruits = </a:t>
            </a:r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790" b="0" u="none" strike="noStrike">
                <a:solidFill>
                  <a:srgbClr val="6639BA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];   </a:t>
            </a:r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size 3, default null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914400" y="3552120"/>
            <a:ext cx="66776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System.out.println(numbers.length);  </a:t>
            </a:r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length: 4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914400" y="4078080"/>
            <a:ext cx="245340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access &amp; modify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914400" y="4336560"/>
            <a:ext cx="21812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numbers[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 =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99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914400" y="4604400"/>
            <a:ext cx="42253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System.out.println(numbers[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]);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914400" y="5121000"/>
            <a:ext cx="13633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iterate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914400" y="5388480"/>
            <a:ext cx="1035828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79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i &lt; numbers.length; i++) { System.out.println(numbers[i]); }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914400" y="5905440"/>
            <a:ext cx="422496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enhanced for‐loop (for‐each)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914400" y="6172920"/>
            <a:ext cx="708696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val : numbers) { System.out.println(val); }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757080" y="29955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4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1"/>
                  <a:pt x="29676" y="3800"/>
                </a:cubicBezTo>
                <a:cubicBezTo>
                  <a:pt x="29672" y="3809"/>
                  <a:pt x="29668" y="3817"/>
                  <a:pt x="29663" y="3825"/>
                </a:cubicBezTo>
                <a:cubicBezTo>
                  <a:pt x="29657" y="3833"/>
                  <a:pt x="29651" y="3841"/>
                  <a:pt x="29645" y="3847"/>
                </a:cubicBezTo>
                <a:cubicBezTo>
                  <a:pt x="29638" y="3854"/>
                  <a:pt x="29630" y="3860"/>
                  <a:pt x="29623" y="3865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5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5"/>
                  <a:pt x="99" y="3883"/>
                  <a:pt x="90" y="3879"/>
                </a:cubicBezTo>
                <a:cubicBezTo>
                  <a:pt x="81" y="3875"/>
                  <a:pt x="73" y="3871"/>
                  <a:pt x="65" y="3865"/>
                </a:cubicBezTo>
                <a:cubicBezTo>
                  <a:pt x="57" y="3860"/>
                  <a:pt x="49" y="3854"/>
                  <a:pt x="43" y="3847"/>
                </a:cubicBezTo>
                <a:cubicBezTo>
                  <a:pt x="36" y="3841"/>
                  <a:pt x="30" y="3833"/>
                  <a:pt x="24" y="3825"/>
                </a:cubicBezTo>
                <a:cubicBezTo>
                  <a:pt x="19" y="3817"/>
                  <a:pt x="15" y="3809"/>
                  <a:pt x="11" y="3800"/>
                </a:cubicBezTo>
                <a:cubicBezTo>
                  <a:pt x="7" y="3791"/>
                  <a:pt x="5" y="3782"/>
                  <a:pt x="3" y="3773"/>
                </a:cubicBezTo>
                <a:cubicBezTo>
                  <a:pt x="1" y="3764"/>
                  <a:pt x="0" y="3754"/>
                  <a:pt x="0" y="374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757080" y="29955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4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1"/>
                  <a:pt x="29676" y="3800"/>
                </a:cubicBezTo>
                <a:cubicBezTo>
                  <a:pt x="29672" y="3809"/>
                  <a:pt x="29668" y="3817"/>
                  <a:pt x="29663" y="3825"/>
                </a:cubicBezTo>
                <a:cubicBezTo>
                  <a:pt x="29657" y="3833"/>
                  <a:pt x="29651" y="3841"/>
                  <a:pt x="29645" y="3847"/>
                </a:cubicBezTo>
                <a:cubicBezTo>
                  <a:pt x="29638" y="3854"/>
                  <a:pt x="29630" y="3860"/>
                  <a:pt x="29623" y="3865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5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5"/>
                  <a:pt x="99" y="3883"/>
                  <a:pt x="90" y="3879"/>
                </a:cubicBezTo>
                <a:cubicBezTo>
                  <a:pt x="81" y="3875"/>
                  <a:pt x="73" y="3871"/>
                  <a:pt x="65" y="3865"/>
                </a:cubicBezTo>
                <a:cubicBezTo>
                  <a:pt x="57" y="3860"/>
                  <a:pt x="49" y="3854"/>
                  <a:pt x="43" y="3847"/>
                </a:cubicBezTo>
                <a:cubicBezTo>
                  <a:pt x="36" y="3841"/>
                  <a:pt x="30" y="3833"/>
                  <a:pt x="24" y="3825"/>
                </a:cubicBezTo>
                <a:cubicBezTo>
                  <a:pt x="19" y="3817"/>
                  <a:pt x="15" y="3809"/>
                  <a:pt x="11" y="3800"/>
                </a:cubicBezTo>
                <a:cubicBezTo>
                  <a:pt x="7" y="3791"/>
                  <a:pt x="5" y="3782"/>
                  <a:pt x="3" y="3773"/>
                </a:cubicBezTo>
                <a:cubicBezTo>
                  <a:pt x="1" y="3764"/>
                  <a:pt x="0" y="3754"/>
                  <a:pt x="0" y="374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747720" y="2437560"/>
            <a:ext cx="63651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Multi‑Dimensional Arrays (array of arrays)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914400" y="3157200"/>
            <a:ext cx="6759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[][] myNumbers = { 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}, 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6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};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914400" y="3423960"/>
            <a:ext cx="6901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rows can have different lengths (jagged array)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914400" y="3700080"/>
            <a:ext cx="8450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myNumbers[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][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 =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9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       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change element (row1, col2)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914400" y="3966840"/>
            <a:ext cx="591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System.out.println(myNumbers[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][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]);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9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757080" y="203328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0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757080" y="203328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0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752400" y="4943160"/>
            <a:ext cx="66960" cy="419760"/>
          </a:xfrm>
          <a:custGeom>
            <a:avLst/>
            <a:gdLst/>
            <a:ahLst/>
            <a:rect l="0" t="0" r="r" b="b"/>
            <a:pathLst>
              <a:path w="186" h="1166">
                <a:moveTo>
                  <a:pt x="0" y="0"/>
                </a:moveTo>
                <a:lnTo>
                  <a:pt x="186" y="0"/>
                </a:lnTo>
                <a:lnTo>
                  <a:pt x="18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747720" y="1475280"/>
            <a:ext cx="433368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Example – Calculate Average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914400" y="2195280"/>
            <a:ext cx="5209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[] deg = 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33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24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35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40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36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914400" y="2462040"/>
            <a:ext cx="1972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sum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914400" y="3004920"/>
            <a:ext cx="3240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score : deg)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914400" y="3271680"/>
            <a:ext cx="2113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sum += score;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914400" y="354780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14400" y="4081320"/>
            <a:ext cx="408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avg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sum / deg.length;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914400" y="4357440"/>
            <a:ext cx="5352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System.out.println(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"Average: "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+ avg);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1090440" y="4962600"/>
            <a:ext cx="7964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ArrayIndexOutOfBoundsException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– accessing index &lt; 0 or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9043200" y="50079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9194760" y="4962600"/>
            <a:ext cx="983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 length.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747720" y="3130920"/>
            <a:ext cx="5832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8. Exception Handling (try‑catch)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047600" y="32097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747720" y="2485080"/>
            <a:ext cx="32907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What is an Exception?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1300320" y="3057480"/>
            <a:ext cx="9696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 event that disrupts normal program ﬂow (e.g., invalid input, array index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47600" y="41050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300320" y="3476520"/>
            <a:ext cx="747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error)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1300320" y="3952800"/>
            <a:ext cx="8107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Java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throws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 exception -&gt; if unhandled, program terminates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757080" y="28810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757080" y="28810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752400" y="2352600"/>
            <a:ext cx="1762200" cy="352800"/>
          </a:xfrm>
          <a:custGeom>
            <a:avLst/>
            <a:gdLst/>
            <a:ahLst/>
            <a:rect l="0" t="0" r="r" b="b"/>
            <a:pathLst>
              <a:path w="4895" h="98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737" y="0"/>
                </a:lnTo>
                <a:cubicBezTo>
                  <a:pt x="4747" y="0"/>
                  <a:pt x="4757" y="1"/>
                  <a:pt x="4768" y="3"/>
                </a:cubicBezTo>
                <a:cubicBezTo>
                  <a:pt x="4778" y="5"/>
                  <a:pt x="4788" y="8"/>
                  <a:pt x="4798" y="12"/>
                </a:cubicBezTo>
                <a:cubicBezTo>
                  <a:pt x="4807" y="16"/>
                  <a:pt x="4816" y="21"/>
                  <a:pt x="4825" y="26"/>
                </a:cubicBezTo>
                <a:cubicBezTo>
                  <a:pt x="4834" y="32"/>
                  <a:pt x="4842" y="39"/>
                  <a:pt x="4849" y="46"/>
                </a:cubicBezTo>
                <a:cubicBezTo>
                  <a:pt x="4856" y="54"/>
                  <a:pt x="4863" y="62"/>
                  <a:pt x="4869" y="70"/>
                </a:cubicBezTo>
                <a:cubicBezTo>
                  <a:pt x="4875" y="79"/>
                  <a:pt x="4879" y="88"/>
                  <a:pt x="4883" y="98"/>
                </a:cubicBezTo>
                <a:cubicBezTo>
                  <a:pt x="4887" y="107"/>
                  <a:pt x="4890" y="117"/>
                  <a:pt x="4892" y="127"/>
                </a:cubicBezTo>
                <a:cubicBezTo>
                  <a:pt x="4894" y="138"/>
                  <a:pt x="4895" y="148"/>
                  <a:pt x="4895" y="158"/>
                </a:cubicBezTo>
                <a:lnTo>
                  <a:pt x="4895" y="821"/>
                </a:lnTo>
                <a:cubicBezTo>
                  <a:pt x="4895" y="831"/>
                  <a:pt x="4894" y="842"/>
                  <a:pt x="4892" y="852"/>
                </a:cubicBezTo>
                <a:cubicBezTo>
                  <a:pt x="4890" y="862"/>
                  <a:pt x="4887" y="872"/>
                  <a:pt x="4883" y="882"/>
                </a:cubicBezTo>
                <a:cubicBezTo>
                  <a:pt x="4879" y="891"/>
                  <a:pt x="4875" y="900"/>
                  <a:pt x="4869" y="909"/>
                </a:cubicBezTo>
                <a:cubicBezTo>
                  <a:pt x="4863" y="918"/>
                  <a:pt x="4856" y="926"/>
                  <a:pt x="4849" y="933"/>
                </a:cubicBezTo>
                <a:cubicBezTo>
                  <a:pt x="4842" y="941"/>
                  <a:pt x="4834" y="947"/>
                  <a:pt x="4825" y="953"/>
                </a:cubicBezTo>
                <a:cubicBezTo>
                  <a:pt x="4816" y="959"/>
                  <a:pt x="4807" y="964"/>
                  <a:pt x="4798" y="968"/>
                </a:cubicBezTo>
                <a:cubicBezTo>
                  <a:pt x="4788" y="972"/>
                  <a:pt x="4778" y="975"/>
                  <a:pt x="4768" y="977"/>
                </a:cubicBezTo>
                <a:cubicBezTo>
                  <a:pt x="4757" y="979"/>
                  <a:pt x="4747" y="980"/>
                  <a:pt x="4737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808560" y="2356920"/>
            <a:ext cx="16387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try-catch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2509920" y="2284920"/>
            <a:ext cx="9057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Block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914400" y="304308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914400" y="3309480"/>
            <a:ext cx="5211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code that may throw an exception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914400" y="3585960"/>
            <a:ext cx="380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(ExceptionType e)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914400" y="3852720"/>
            <a:ext cx="2958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handle the error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914400" y="411912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757080" y="2738160"/>
            <a:ext cx="10687320" cy="1914840"/>
          </a:xfrm>
          <a:custGeom>
            <a:avLst/>
            <a:gdLst/>
            <a:ahLst/>
            <a:rect l="0" t="0" r="r" b="b"/>
            <a:pathLst>
              <a:path w="29687" h="5319">
                <a:moveTo>
                  <a:pt x="0" y="51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174"/>
                </a:lnTo>
                <a:cubicBezTo>
                  <a:pt x="29687" y="5183"/>
                  <a:pt x="29686" y="5193"/>
                  <a:pt x="29684" y="5202"/>
                </a:cubicBezTo>
                <a:cubicBezTo>
                  <a:pt x="29683" y="5212"/>
                  <a:pt x="29680" y="5221"/>
                  <a:pt x="29676" y="5230"/>
                </a:cubicBezTo>
                <a:cubicBezTo>
                  <a:pt x="29672" y="5238"/>
                  <a:pt x="29668" y="5247"/>
                  <a:pt x="29663" y="5255"/>
                </a:cubicBezTo>
                <a:cubicBezTo>
                  <a:pt x="29657" y="5263"/>
                  <a:pt x="29651" y="5270"/>
                  <a:pt x="29645" y="5277"/>
                </a:cubicBezTo>
                <a:cubicBezTo>
                  <a:pt x="29638" y="5284"/>
                  <a:pt x="29630" y="5290"/>
                  <a:pt x="29623" y="5295"/>
                </a:cubicBezTo>
                <a:cubicBezTo>
                  <a:pt x="29615" y="5300"/>
                  <a:pt x="29606" y="5305"/>
                  <a:pt x="29597" y="5308"/>
                </a:cubicBezTo>
                <a:cubicBezTo>
                  <a:pt x="29589" y="5312"/>
                  <a:pt x="29579" y="5315"/>
                  <a:pt x="29570" y="5317"/>
                </a:cubicBezTo>
                <a:cubicBezTo>
                  <a:pt x="29561" y="5318"/>
                  <a:pt x="29551" y="5319"/>
                  <a:pt x="29542" y="5319"/>
                </a:cubicBezTo>
                <a:lnTo>
                  <a:pt x="145" y="5319"/>
                </a:lnTo>
                <a:cubicBezTo>
                  <a:pt x="136" y="5319"/>
                  <a:pt x="126" y="5318"/>
                  <a:pt x="117" y="5317"/>
                </a:cubicBezTo>
                <a:cubicBezTo>
                  <a:pt x="108" y="5315"/>
                  <a:pt x="99" y="5312"/>
                  <a:pt x="90" y="5308"/>
                </a:cubicBezTo>
                <a:cubicBezTo>
                  <a:pt x="81" y="5305"/>
                  <a:pt x="73" y="5300"/>
                  <a:pt x="65" y="5295"/>
                </a:cubicBezTo>
                <a:cubicBezTo>
                  <a:pt x="57" y="5290"/>
                  <a:pt x="49" y="5284"/>
                  <a:pt x="43" y="5277"/>
                </a:cubicBezTo>
                <a:cubicBezTo>
                  <a:pt x="36" y="5270"/>
                  <a:pt x="30" y="5263"/>
                  <a:pt x="24" y="5255"/>
                </a:cubicBezTo>
                <a:cubicBezTo>
                  <a:pt x="19" y="5247"/>
                  <a:pt x="15" y="5238"/>
                  <a:pt x="11" y="5230"/>
                </a:cubicBezTo>
                <a:cubicBezTo>
                  <a:pt x="7" y="5221"/>
                  <a:pt x="5" y="5212"/>
                  <a:pt x="3" y="5202"/>
                </a:cubicBezTo>
                <a:cubicBezTo>
                  <a:pt x="1" y="5193"/>
                  <a:pt x="0" y="5183"/>
                  <a:pt x="0" y="517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57080" y="2738160"/>
            <a:ext cx="10687320" cy="1914840"/>
          </a:xfrm>
          <a:custGeom>
            <a:avLst/>
            <a:gdLst/>
            <a:ahLst/>
            <a:rect l="0" t="0" r="r" b="b"/>
            <a:pathLst>
              <a:path w="29687" h="5319">
                <a:moveTo>
                  <a:pt x="0" y="51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174"/>
                </a:lnTo>
                <a:cubicBezTo>
                  <a:pt x="29687" y="5183"/>
                  <a:pt x="29686" y="5193"/>
                  <a:pt x="29684" y="5202"/>
                </a:cubicBezTo>
                <a:cubicBezTo>
                  <a:pt x="29683" y="5212"/>
                  <a:pt x="29680" y="5221"/>
                  <a:pt x="29676" y="5230"/>
                </a:cubicBezTo>
                <a:cubicBezTo>
                  <a:pt x="29672" y="5238"/>
                  <a:pt x="29668" y="5247"/>
                  <a:pt x="29663" y="5255"/>
                </a:cubicBezTo>
                <a:cubicBezTo>
                  <a:pt x="29657" y="5263"/>
                  <a:pt x="29651" y="5270"/>
                  <a:pt x="29645" y="5277"/>
                </a:cubicBezTo>
                <a:cubicBezTo>
                  <a:pt x="29638" y="5284"/>
                  <a:pt x="29630" y="5290"/>
                  <a:pt x="29623" y="5295"/>
                </a:cubicBezTo>
                <a:cubicBezTo>
                  <a:pt x="29615" y="5300"/>
                  <a:pt x="29606" y="5305"/>
                  <a:pt x="29597" y="5308"/>
                </a:cubicBezTo>
                <a:cubicBezTo>
                  <a:pt x="29589" y="5312"/>
                  <a:pt x="29579" y="5315"/>
                  <a:pt x="29570" y="5317"/>
                </a:cubicBezTo>
                <a:cubicBezTo>
                  <a:pt x="29561" y="5318"/>
                  <a:pt x="29551" y="5319"/>
                  <a:pt x="29542" y="5319"/>
                </a:cubicBezTo>
                <a:lnTo>
                  <a:pt x="145" y="5319"/>
                </a:lnTo>
                <a:cubicBezTo>
                  <a:pt x="136" y="5319"/>
                  <a:pt x="126" y="5318"/>
                  <a:pt x="117" y="5317"/>
                </a:cubicBezTo>
                <a:cubicBezTo>
                  <a:pt x="108" y="5315"/>
                  <a:pt x="99" y="5312"/>
                  <a:pt x="90" y="5308"/>
                </a:cubicBezTo>
                <a:cubicBezTo>
                  <a:pt x="81" y="5305"/>
                  <a:pt x="73" y="5300"/>
                  <a:pt x="65" y="5295"/>
                </a:cubicBezTo>
                <a:cubicBezTo>
                  <a:pt x="57" y="5290"/>
                  <a:pt x="49" y="5284"/>
                  <a:pt x="43" y="5277"/>
                </a:cubicBezTo>
                <a:cubicBezTo>
                  <a:pt x="36" y="5270"/>
                  <a:pt x="30" y="5263"/>
                  <a:pt x="24" y="5255"/>
                </a:cubicBezTo>
                <a:cubicBezTo>
                  <a:pt x="19" y="5247"/>
                  <a:pt x="15" y="5238"/>
                  <a:pt x="11" y="5230"/>
                </a:cubicBezTo>
                <a:cubicBezTo>
                  <a:pt x="7" y="5221"/>
                  <a:pt x="5" y="5212"/>
                  <a:pt x="3" y="5202"/>
                </a:cubicBezTo>
                <a:cubicBezTo>
                  <a:pt x="1" y="5193"/>
                  <a:pt x="0" y="5183"/>
                  <a:pt x="0" y="517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747720" y="2180160"/>
            <a:ext cx="563832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Example – Catching Array Index Error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914400" y="2899800"/>
            <a:ext cx="5248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String[] names = {</a:t>
            </a:r>
            <a:r>
              <a:rPr lang="en-US" sz="181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"Belal"</a:t>
            </a:r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81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"Youssef"</a:t>
            </a:r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914400" y="3161520"/>
            <a:ext cx="691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914400" y="3432600"/>
            <a:ext cx="7319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System.out.println(names[</a:t>
            </a:r>
            <a:r>
              <a:rPr lang="en-US" sz="181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]);   </a:t>
            </a:r>
            <a:r>
              <a:rPr lang="en-US" sz="181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throws exception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914400" y="3694320"/>
            <a:ext cx="3177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81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(Exception x) {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914400" y="3955680"/>
            <a:ext cx="10357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System.err.println(x.getMessage());  </a:t>
            </a:r>
            <a:r>
              <a:rPr lang="en-US" sz="181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// prints "Index 3 out of bounds..."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914400" y="4226760"/>
            <a:ext cx="230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752400" y="2114280"/>
            <a:ext cx="1857600" cy="533880"/>
          </a:xfrm>
          <a:custGeom>
            <a:avLst/>
            <a:gdLst/>
            <a:ahLst/>
            <a:rect l="0" t="0" r="r" b="b"/>
            <a:pathLst>
              <a:path w="5160" h="1483">
                <a:moveTo>
                  <a:pt x="0" y="0"/>
                </a:moveTo>
                <a:lnTo>
                  <a:pt x="5160" y="0"/>
                </a:lnTo>
                <a:lnTo>
                  <a:pt x="516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2609640" y="2114280"/>
            <a:ext cx="5696280" cy="533880"/>
          </a:xfrm>
          <a:custGeom>
            <a:avLst/>
            <a:gdLst/>
            <a:ahLst/>
            <a:rect l="0" t="0" r="r" b="b"/>
            <a:pathLst>
              <a:path w="15823" h="1483">
                <a:moveTo>
                  <a:pt x="0" y="0"/>
                </a:moveTo>
                <a:lnTo>
                  <a:pt x="15823" y="0"/>
                </a:lnTo>
                <a:lnTo>
                  <a:pt x="1582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752400" y="2647800"/>
            <a:ext cx="1857600" cy="552600"/>
          </a:xfrm>
          <a:custGeom>
            <a:avLst/>
            <a:gdLst/>
            <a:ahLst/>
            <a:rect l="0" t="0" r="r" b="b"/>
            <a:pathLst>
              <a:path w="5160" h="1535">
                <a:moveTo>
                  <a:pt x="0" y="0"/>
                </a:moveTo>
                <a:lnTo>
                  <a:pt x="5160" y="0"/>
                </a:lnTo>
                <a:lnTo>
                  <a:pt x="516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2609640" y="2647800"/>
            <a:ext cx="5696280" cy="552600"/>
          </a:xfrm>
          <a:custGeom>
            <a:avLst/>
            <a:gdLst/>
            <a:ahLst/>
            <a:rect l="0" t="0" r="r" b="b"/>
            <a:pathLst>
              <a:path w="15823" h="1535">
                <a:moveTo>
                  <a:pt x="0" y="0"/>
                </a:moveTo>
                <a:lnTo>
                  <a:pt x="15823" y="0"/>
                </a:lnTo>
                <a:lnTo>
                  <a:pt x="1582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752400" y="3200040"/>
            <a:ext cx="1857600" cy="552960"/>
          </a:xfrm>
          <a:custGeom>
            <a:avLst/>
            <a:gdLst/>
            <a:ahLst/>
            <a:rect l="0" t="0" r="r" b="b"/>
            <a:pathLst>
              <a:path w="5160" h="1536">
                <a:moveTo>
                  <a:pt x="0" y="0"/>
                </a:moveTo>
                <a:lnTo>
                  <a:pt x="5160" y="0"/>
                </a:lnTo>
                <a:lnTo>
                  <a:pt x="5160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609640" y="3200040"/>
            <a:ext cx="5696280" cy="552960"/>
          </a:xfrm>
          <a:custGeom>
            <a:avLst/>
            <a:gdLst/>
            <a:ahLst/>
            <a:rect l="0" t="0" r="r" b="b"/>
            <a:pathLst>
              <a:path w="15823" h="1536">
                <a:moveTo>
                  <a:pt x="0" y="0"/>
                </a:moveTo>
                <a:lnTo>
                  <a:pt x="15823" y="0"/>
                </a:lnTo>
                <a:lnTo>
                  <a:pt x="1582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752400" y="2104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752400" y="210492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2600280" y="2104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2609640" y="2104920"/>
            <a:ext cx="5706000" cy="9720"/>
          </a:xfrm>
          <a:custGeom>
            <a:avLst/>
            <a:gdLst/>
            <a:ahLst/>
            <a:rect l="0" t="0" r="r" b="b"/>
            <a:pathLst>
              <a:path w="15850" h="27">
                <a:moveTo>
                  <a:pt x="0" y="0"/>
                </a:moveTo>
                <a:lnTo>
                  <a:pt x="15850" y="0"/>
                </a:lnTo>
                <a:lnTo>
                  <a:pt x="158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8305560" y="21049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752400" y="264780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2609640" y="2647800"/>
            <a:ext cx="5706000" cy="9720"/>
          </a:xfrm>
          <a:custGeom>
            <a:avLst/>
            <a:gdLst/>
            <a:ahLst/>
            <a:rect l="0" t="0" r="r" b="b"/>
            <a:pathLst>
              <a:path w="15850" h="27">
                <a:moveTo>
                  <a:pt x="0" y="0"/>
                </a:moveTo>
                <a:lnTo>
                  <a:pt x="15850" y="0"/>
                </a:lnTo>
                <a:lnTo>
                  <a:pt x="158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752400" y="26571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2600280" y="26571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8305560" y="26571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752400" y="32097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752400" y="32000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2600280" y="32097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2609640" y="3200040"/>
            <a:ext cx="5706000" cy="10080"/>
          </a:xfrm>
          <a:custGeom>
            <a:avLst/>
            <a:gdLst/>
            <a:ahLst/>
            <a:rect l="0" t="0" r="r" b="b"/>
            <a:pathLst>
              <a:path w="15850" h="28">
                <a:moveTo>
                  <a:pt x="0" y="0"/>
                </a:moveTo>
                <a:lnTo>
                  <a:pt x="15850" y="0"/>
                </a:lnTo>
                <a:lnTo>
                  <a:pt x="158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8305560" y="32097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752400" y="37526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2609640" y="3752640"/>
            <a:ext cx="5706000" cy="10080"/>
          </a:xfrm>
          <a:custGeom>
            <a:avLst/>
            <a:gdLst/>
            <a:ahLst/>
            <a:rect l="0" t="0" r="r" b="b"/>
            <a:pathLst>
              <a:path w="15850" h="28">
                <a:moveTo>
                  <a:pt x="0" y="0"/>
                </a:moveTo>
                <a:lnTo>
                  <a:pt x="15850" y="0"/>
                </a:lnTo>
                <a:lnTo>
                  <a:pt x="158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752400" y="4476600"/>
            <a:ext cx="66960" cy="848160"/>
          </a:xfrm>
          <a:custGeom>
            <a:avLst/>
            <a:gdLst/>
            <a:ahLst/>
            <a:rect l="0" t="0" r="r" b="b"/>
            <a:pathLst>
              <a:path w="186" h="2356">
                <a:moveTo>
                  <a:pt x="0" y="0"/>
                </a:moveTo>
                <a:lnTo>
                  <a:pt x="186" y="0"/>
                </a:lnTo>
                <a:lnTo>
                  <a:pt x="186" y="2356"/>
                </a:lnTo>
                <a:lnTo>
                  <a:pt x="0" y="23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752400" y="1581120"/>
            <a:ext cx="1943280" cy="352800"/>
          </a:xfrm>
          <a:custGeom>
            <a:avLst/>
            <a:gdLst/>
            <a:ahLst/>
            <a:rect l="0" t="0" r="r" b="b"/>
            <a:pathLst>
              <a:path w="5398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239" y="0"/>
                </a:lnTo>
                <a:cubicBezTo>
                  <a:pt x="5250" y="0"/>
                  <a:pt x="5260" y="1"/>
                  <a:pt x="5270" y="3"/>
                </a:cubicBezTo>
                <a:cubicBezTo>
                  <a:pt x="5281" y="5"/>
                  <a:pt x="5291" y="8"/>
                  <a:pt x="5300" y="13"/>
                </a:cubicBezTo>
                <a:cubicBezTo>
                  <a:pt x="5310" y="17"/>
                  <a:pt x="5319" y="22"/>
                  <a:pt x="5328" y="27"/>
                </a:cubicBezTo>
                <a:cubicBezTo>
                  <a:pt x="5336" y="33"/>
                  <a:pt x="5344" y="40"/>
                  <a:pt x="5352" y="47"/>
                </a:cubicBezTo>
                <a:cubicBezTo>
                  <a:pt x="5359" y="54"/>
                  <a:pt x="5366" y="62"/>
                  <a:pt x="5371" y="71"/>
                </a:cubicBezTo>
                <a:cubicBezTo>
                  <a:pt x="5377" y="80"/>
                  <a:pt x="5382" y="89"/>
                  <a:pt x="5386" y="99"/>
                </a:cubicBezTo>
                <a:cubicBezTo>
                  <a:pt x="5390" y="108"/>
                  <a:pt x="5393" y="118"/>
                  <a:pt x="5395" y="128"/>
                </a:cubicBezTo>
                <a:cubicBezTo>
                  <a:pt x="5397" y="139"/>
                  <a:pt x="5398" y="149"/>
                  <a:pt x="5398" y="159"/>
                </a:cubicBezTo>
                <a:lnTo>
                  <a:pt x="5398" y="821"/>
                </a:lnTo>
                <a:cubicBezTo>
                  <a:pt x="5398" y="831"/>
                  <a:pt x="5397" y="842"/>
                  <a:pt x="5395" y="852"/>
                </a:cubicBezTo>
                <a:cubicBezTo>
                  <a:pt x="5393" y="862"/>
                  <a:pt x="5390" y="872"/>
                  <a:pt x="5386" y="882"/>
                </a:cubicBezTo>
                <a:cubicBezTo>
                  <a:pt x="5382" y="891"/>
                  <a:pt x="5377" y="900"/>
                  <a:pt x="5371" y="909"/>
                </a:cubicBezTo>
                <a:cubicBezTo>
                  <a:pt x="5366" y="918"/>
                  <a:pt x="5359" y="926"/>
                  <a:pt x="5352" y="933"/>
                </a:cubicBezTo>
                <a:cubicBezTo>
                  <a:pt x="5344" y="940"/>
                  <a:pt x="5336" y="947"/>
                  <a:pt x="5328" y="953"/>
                </a:cubicBezTo>
                <a:cubicBezTo>
                  <a:pt x="5319" y="959"/>
                  <a:pt x="5310" y="963"/>
                  <a:pt x="5300" y="967"/>
                </a:cubicBezTo>
                <a:cubicBezTo>
                  <a:pt x="5291" y="971"/>
                  <a:pt x="5281" y="974"/>
                  <a:pt x="5270" y="976"/>
                </a:cubicBezTo>
                <a:cubicBezTo>
                  <a:pt x="5260" y="979"/>
                  <a:pt x="5250" y="980"/>
                  <a:pt x="523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6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808560" y="1585080"/>
            <a:ext cx="18205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3171600" y="1581120"/>
            <a:ext cx="1953000" cy="352800"/>
          </a:xfrm>
          <a:custGeom>
            <a:avLst/>
            <a:gdLst/>
            <a:ahLst/>
            <a:rect l="0" t="0" r="r" b="b"/>
            <a:pathLst>
              <a:path w="5425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66" y="0"/>
                </a:lnTo>
                <a:cubicBezTo>
                  <a:pt x="5277" y="0"/>
                  <a:pt x="5287" y="1"/>
                  <a:pt x="5297" y="3"/>
                </a:cubicBezTo>
                <a:cubicBezTo>
                  <a:pt x="5308" y="5"/>
                  <a:pt x="5317" y="8"/>
                  <a:pt x="5327" y="13"/>
                </a:cubicBezTo>
                <a:cubicBezTo>
                  <a:pt x="5337" y="17"/>
                  <a:pt x="5346" y="22"/>
                  <a:pt x="5355" y="27"/>
                </a:cubicBezTo>
                <a:cubicBezTo>
                  <a:pt x="5363" y="33"/>
                  <a:pt x="5371" y="40"/>
                  <a:pt x="5379" y="47"/>
                </a:cubicBezTo>
                <a:cubicBezTo>
                  <a:pt x="5386" y="54"/>
                  <a:pt x="5393" y="62"/>
                  <a:pt x="5398" y="71"/>
                </a:cubicBezTo>
                <a:cubicBezTo>
                  <a:pt x="5404" y="80"/>
                  <a:pt x="5409" y="89"/>
                  <a:pt x="5413" y="99"/>
                </a:cubicBezTo>
                <a:cubicBezTo>
                  <a:pt x="5417" y="108"/>
                  <a:pt x="5420" y="118"/>
                  <a:pt x="5422" y="128"/>
                </a:cubicBezTo>
                <a:cubicBezTo>
                  <a:pt x="5424" y="139"/>
                  <a:pt x="5425" y="149"/>
                  <a:pt x="5425" y="159"/>
                </a:cubicBezTo>
                <a:lnTo>
                  <a:pt x="5425" y="821"/>
                </a:lnTo>
                <a:cubicBezTo>
                  <a:pt x="5425" y="831"/>
                  <a:pt x="5424" y="842"/>
                  <a:pt x="5422" y="852"/>
                </a:cubicBezTo>
                <a:cubicBezTo>
                  <a:pt x="5420" y="862"/>
                  <a:pt x="5417" y="872"/>
                  <a:pt x="5413" y="882"/>
                </a:cubicBezTo>
                <a:cubicBezTo>
                  <a:pt x="5409" y="891"/>
                  <a:pt x="5404" y="900"/>
                  <a:pt x="5398" y="909"/>
                </a:cubicBezTo>
                <a:cubicBezTo>
                  <a:pt x="5393" y="918"/>
                  <a:pt x="5386" y="926"/>
                  <a:pt x="5379" y="933"/>
                </a:cubicBezTo>
                <a:cubicBezTo>
                  <a:pt x="5371" y="940"/>
                  <a:pt x="5363" y="947"/>
                  <a:pt x="5355" y="953"/>
                </a:cubicBezTo>
                <a:cubicBezTo>
                  <a:pt x="5346" y="959"/>
                  <a:pt x="5337" y="963"/>
                  <a:pt x="5327" y="967"/>
                </a:cubicBezTo>
                <a:cubicBezTo>
                  <a:pt x="5317" y="971"/>
                  <a:pt x="5308" y="974"/>
                  <a:pt x="5297" y="976"/>
                </a:cubicBezTo>
                <a:cubicBezTo>
                  <a:pt x="5287" y="979"/>
                  <a:pt x="5277" y="980"/>
                  <a:pt x="5266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6"/>
                </a:cubicBezTo>
                <a:cubicBezTo>
                  <a:pt x="118" y="974"/>
                  <a:pt x="108" y="971"/>
                  <a:pt x="98" y="967"/>
                </a:cubicBezTo>
                <a:cubicBezTo>
                  <a:pt x="88" y="963"/>
                  <a:pt x="79" y="959"/>
                  <a:pt x="71" y="953"/>
                </a:cubicBezTo>
                <a:cubicBezTo>
                  <a:pt x="62" y="947"/>
                  <a:pt x="54" y="940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2692080" y="1513440"/>
            <a:ext cx="48384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vs 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3236760" y="1585080"/>
            <a:ext cx="18205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System.err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184400" y="2190600"/>
            <a:ext cx="994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Stream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885600" y="2781000"/>
            <a:ext cx="1591200" cy="362520"/>
          </a:xfrm>
          <a:custGeom>
            <a:avLst/>
            <a:gdLst/>
            <a:ahLst/>
            <a:rect l="0" t="0" r="r" b="b"/>
            <a:pathLst>
              <a:path w="4420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61" y="0"/>
                </a:lnTo>
                <a:cubicBezTo>
                  <a:pt x="4271" y="0"/>
                  <a:pt x="4282" y="1"/>
                  <a:pt x="4292" y="3"/>
                </a:cubicBezTo>
                <a:cubicBezTo>
                  <a:pt x="4302" y="5"/>
                  <a:pt x="4312" y="8"/>
                  <a:pt x="4322" y="12"/>
                </a:cubicBezTo>
                <a:cubicBezTo>
                  <a:pt x="4331" y="16"/>
                  <a:pt x="4340" y="21"/>
                  <a:pt x="4349" y="27"/>
                </a:cubicBezTo>
                <a:cubicBezTo>
                  <a:pt x="4358" y="33"/>
                  <a:pt x="4366" y="39"/>
                  <a:pt x="4373" y="47"/>
                </a:cubicBezTo>
                <a:cubicBezTo>
                  <a:pt x="4381" y="54"/>
                  <a:pt x="4387" y="62"/>
                  <a:pt x="4393" y="71"/>
                </a:cubicBezTo>
                <a:cubicBezTo>
                  <a:pt x="4399" y="80"/>
                  <a:pt x="4404" y="89"/>
                  <a:pt x="4408" y="98"/>
                </a:cubicBezTo>
                <a:cubicBezTo>
                  <a:pt x="4412" y="108"/>
                  <a:pt x="4415" y="118"/>
                  <a:pt x="4417" y="128"/>
                </a:cubicBezTo>
                <a:cubicBezTo>
                  <a:pt x="4419" y="138"/>
                  <a:pt x="4420" y="149"/>
                  <a:pt x="4420" y="159"/>
                </a:cubicBezTo>
                <a:lnTo>
                  <a:pt x="4420" y="848"/>
                </a:lnTo>
                <a:cubicBezTo>
                  <a:pt x="4420" y="858"/>
                  <a:pt x="4419" y="869"/>
                  <a:pt x="4417" y="879"/>
                </a:cubicBezTo>
                <a:cubicBezTo>
                  <a:pt x="4415" y="889"/>
                  <a:pt x="4412" y="899"/>
                  <a:pt x="4408" y="909"/>
                </a:cubicBezTo>
                <a:cubicBezTo>
                  <a:pt x="4404" y="918"/>
                  <a:pt x="4399" y="928"/>
                  <a:pt x="4393" y="936"/>
                </a:cubicBezTo>
                <a:cubicBezTo>
                  <a:pt x="4387" y="945"/>
                  <a:pt x="4381" y="953"/>
                  <a:pt x="4373" y="960"/>
                </a:cubicBezTo>
                <a:cubicBezTo>
                  <a:pt x="4366" y="968"/>
                  <a:pt x="4358" y="974"/>
                  <a:pt x="4349" y="980"/>
                </a:cubicBezTo>
                <a:cubicBezTo>
                  <a:pt x="4340" y="986"/>
                  <a:pt x="4331" y="991"/>
                  <a:pt x="4322" y="995"/>
                </a:cubicBezTo>
                <a:cubicBezTo>
                  <a:pt x="4312" y="999"/>
                  <a:pt x="4302" y="1002"/>
                  <a:pt x="4292" y="1004"/>
                </a:cubicBezTo>
                <a:cubicBezTo>
                  <a:pt x="4282" y="1006"/>
                  <a:pt x="4271" y="1007"/>
                  <a:pt x="4261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893480" y="2190600"/>
            <a:ext cx="1124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Purpose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974880" y="283248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System.out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885600" y="3333600"/>
            <a:ext cx="1591200" cy="362160"/>
          </a:xfrm>
          <a:custGeom>
            <a:avLst/>
            <a:gdLst/>
            <a:ahLst/>
            <a:rect l="0" t="0" r="r" b="b"/>
            <a:pathLst>
              <a:path w="4420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61" y="0"/>
                </a:lnTo>
                <a:cubicBezTo>
                  <a:pt x="4271" y="0"/>
                  <a:pt x="4282" y="1"/>
                  <a:pt x="4292" y="3"/>
                </a:cubicBezTo>
                <a:cubicBezTo>
                  <a:pt x="4302" y="5"/>
                  <a:pt x="4312" y="8"/>
                  <a:pt x="4322" y="12"/>
                </a:cubicBezTo>
                <a:cubicBezTo>
                  <a:pt x="4331" y="16"/>
                  <a:pt x="4340" y="21"/>
                  <a:pt x="4349" y="27"/>
                </a:cubicBezTo>
                <a:cubicBezTo>
                  <a:pt x="4358" y="32"/>
                  <a:pt x="4366" y="39"/>
                  <a:pt x="4373" y="46"/>
                </a:cubicBezTo>
                <a:cubicBezTo>
                  <a:pt x="4381" y="54"/>
                  <a:pt x="4387" y="62"/>
                  <a:pt x="4393" y="70"/>
                </a:cubicBezTo>
                <a:cubicBezTo>
                  <a:pt x="4399" y="79"/>
                  <a:pt x="4404" y="88"/>
                  <a:pt x="4408" y="98"/>
                </a:cubicBezTo>
                <a:cubicBezTo>
                  <a:pt x="4412" y="108"/>
                  <a:pt x="4415" y="117"/>
                  <a:pt x="4417" y="128"/>
                </a:cubicBezTo>
                <a:cubicBezTo>
                  <a:pt x="4419" y="138"/>
                  <a:pt x="4420" y="148"/>
                  <a:pt x="4420" y="159"/>
                </a:cubicBezTo>
                <a:lnTo>
                  <a:pt x="4420" y="848"/>
                </a:lnTo>
                <a:cubicBezTo>
                  <a:pt x="4420" y="858"/>
                  <a:pt x="4419" y="868"/>
                  <a:pt x="4417" y="879"/>
                </a:cubicBezTo>
                <a:cubicBezTo>
                  <a:pt x="4415" y="889"/>
                  <a:pt x="4412" y="899"/>
                  <a:pt x="4408" y="908"/>
                </a:cubicBezTo>
                <a:cubicBezTo>
                  <a:pt x="4404" y="918"/>
                  <a:pt x="4399" y="927"/>
                  <a:pt x="4393" y="936"/>
                </a:cubicBezTo>
                <a:cubicBezTo>
                  <a:pt x="4387" y="944"/>
                  <a:pt x="4381" y="952"/>
                  <a:pt x="4373" y="960"/>
                </a:cubicBezTo>
                <a:cubicBezTo>
                  <a:pt x="4366" y="967"/>
                  <a:pt x="4358" y="974"/>
                  <a:pt x="4349" y="980"/>
                </a:cubicBezTo>
                <a:cubicBezTo>
                  <a:pt x="4340" y="985"/>
                  <a:pt x="4331" y="990"/>
                  <a:pt x="4322" y="994"/>
                </a:cubicBezTo>
                <a:cubicBezTo>
                  <a:pt x="4312" y="998"/>
                  <a:pt x="4302" y="1001"/>
                  <a:pt x="4292" y="1003"/>
                </a:cubicBezTo>
                <a:cubicBezTo>
                  <a:pt x="4282" y="1005"/>
                  <a:pt x="4271" y="1006"/>
                  <a:pt x="4261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2734560" y="2733840"/>
            <a:ext cx="5452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standard output (normal program output)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974880" y="338508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System.err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047600" y="40860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2734560" y="3286080"/>
            <a:ext cx="4164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standard error (error messages)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1300320" y="3933720"/>
            <a:ext cx="7327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Both appear in console but can be redirected separately.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9696240" y="4543200"/>
            <a:ext cx="895680" cy="362520"/>
          </a:xfrm>
          <a:custGeom>
            <a:avLst/>
            <a:gdLst/>
            <a:ahLst/>
            <a:rect l="0" t="0" r="r" b="b"/>
            <a:pathLst>
              <a:path w="2488" h="1007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6" y="33"/>
                  <a:pt x="2434" y="39"/>
                  <a:pt x="2442" y="47"/>
                </a:cubicBezTo>
                <a:cubicBezTo>
                  <a:pt x="2449" y="54"/>
                  <a:pt x="2456" y="62"/>
                  <a:pt x="2461" y="71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8"/>
                  <a:pt x="2483" y="118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47"/>
                </a:lnTo>
                <a:cubicBezTo>
                  <a:pt x="2488" y="857"/>
                  <a:pt x="2487" y="868"/>
                  <a:pt x="2485" y="878"/>
                </a:cubicBezTo>
                <a:cubicBezTo>
                  <a:pt x="2483" y="888"/>
                  <a:pt x="2480" y="898"/>
                  <a:pt x="2476" y="908"/>
                </a:cubicBezTo>
                <a:cubicBezTo>
                  <a:pt x="2472" y="917"/>
                  <a:pt x="2467" y="926"/>
                  <a:pt x="2461" y="935"/>
                </a:cubicBezTo>
                <a:cubicBezTo>
                  <a:pt x="2456" y="944"/>
                  <a:pt x="2449" y="953"/>
                  <a:pt x="2442" y="960"/>
                </a:cubicBezTo>
                <a:cubicBezTo>
                  <a:pt x="2434" y="967"/>
                  <a:pt x="2426" y="974"/>
                  <a:pt x="2418" y="980"/>
                </a:cubicBezTo>
                <a:cubicBezTo>
                  <a:pt x="2409" y="986"/>
                  <a:pt x="2400" y="990"/>
                  <a:pt x="2390" y="994"/>
                </a:cubicBezTo>
                <a:cubicBezTo>
                  <a:pt x="2381" y="998"/>
                  <a:pt x="2371" y="1001"/>
                  <a:pt x="2360" y="1003"/>
                </a:cubicBezTo>
                <a:cubicBezTo>
                  <a:pt x="2350" y="1006"/>
                  <a:pt x="2340" y="1007"/>
                  <a:pt x="232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1090440" y="4495680"/>
            <a:ext cx="8607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Always place the most speciﬁc exception ﬁrst when using multiple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9792360" y="459468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090440" y="4924440"/>
            <a:ext cx="6447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blocks (not covered in lectures but good practice).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747720" y="3130920"/>
            <a:ext cx="618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9. Key Exam Traps &amp; Best Practices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752400" y="752400"/>
            <a:ext cx="2286360" cy="543240"/>
          </a:xfrm>
          <a:custGeom>
            <a:avLst/>
            <a:gdLst/>
            <a:ahLst/>
            <a:rect l="0" t="0" r="r" b="b"/>
            <a:pathLst>
              <a:path w="6351" h="1509">
                <a:moveTo>
                  <a:pt x="0" y="0"/>
                </a:moveTo>
                <a:lnTo>
                  <a:pt x="6351" y="0"/>
                </a:lnTo>
                <a:lnTo>
                  <a:pt x="63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3038400" y="752400"/>
            <a:ext cx="3629160" cy="543240"/>
          </a:xfrm>
          <a:custGeom>
            <a:avLst/>
            <a:gdLst/>
            <a:ahLst/>
            <a:rect l="0" t="0" r="r" b="b"/>
            <a:pathLst>
              <a:path w="10081" h="1509">
                <a:moveTo>
                  <a:pt x="0" y="0"/>
                </a:moveTo>
                <a:lnTo>
                  <a:pt x="10081" y="0"/>
                </a:lnTo>
                <a:lnTo>
                  <a:pt x="1008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6667200" y="752400"/>
            <a:ext cx="4772520" cy="543240"/>
          </a:xfrm>
          <a:custGeom>
            <a:avLst/>
            <a:gdLst/>
            <a:ahLst/>
            <a:rect l="0" t="0" r="r" b="b"/>
            <a:pathLst>
              <a:path w="13257" h="1509">
                <a:moveTo>
                  <a:pt x="0" y="0"/>
                </a:moveTo>
                <a:lnTo>
                  <a:pt x="13257" y="0"/>
                </a:lnTo>
                <a:lnTo>
                  <a:pt x="132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752400" y="1295280"/>
            <a:ext cx="2286360" cy="952920"/>
          </a:xfrm>
          <a:custGeom>
            <a:avLst/>
            <a:gdLst/>
            <a:ahLst/>
            <a:rect l="0" t="0" r="r" b="b"/>
            <a:pathLst>
              <a:path w="6351" h="2647">
                <a:moveTo>
                  <a:pt x="0" y="0"/>
                </a:moveTo>
                <a:lnTo>
                  <a:pt x="6351" y="0"/>
                </a:lnTo>
                <a:lnTo>
                  <a:pt x="635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3038400" y="1295280"/>
            <a:ext cx="3629160" cy="952920"/>
          </a:xfrm>
          <a:custGeom>
            <a:avLst/>
            <a:gdLst/>
            <a:ahLst/>
            <a:rect l="0" t="0" r="r" b="b"/>
            <a:pathLst>
              <a:path w="10081" h="2647">
                <a:moveTo>
                  <a:pt x="0" y="0"/>
                </a:moveTo>
                <a:lnTo>
                  <a:pt x="10081" y="0"/>
                </a:lnTo>
                <a:lnTo>
                  <a:pt x="1008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6667200" y="1295280"/>
            <a:ext cx="4772520" cy="952920"/>
          </a:xfrm>
          <a:custGeom>
            <a:avLst/>
            <a:gdLst/>
            <a:ahLst/>
            <a:rect l="0" t="0" r="r" b="b"/>
            <a:pathLst>
              <a:path w="13257" h="2647">
                <a:moveTo>
                  <a:pt x="0" y="0"/>
                </a:moveTo>
                <a:lnTo>
                  <a:pt x="13257" y="0"/>
                </a:lnTo>
                <a:lnTo>
                  <a:pt x="132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752400" y="2247840"/>
            <a:ext cx="2286360" cy="962280"/>
          </a:xfrm>
          <a:custGeom>
            <a:avLst/>
            <a:gdLst/>
            <a:ahLst/>
            <a:rect l="0" t="0" r="r" b="b"/>
            <a:pathLst>
              <a:path w="6351" h="2673">
                <a:moveTo>
                  <a:pt x="0" y="0"/>
                </a:moveTo>
                <a:lnTo>
                  <a:pt x="6351" y="0"/>
                </a:lnTo>
                <a:lnTo>
                  <a:pt x="635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3038400" y="2247840"/>
            <a:ext cx="3629160" cy="962280"/>
          </a:xfrm>
          <a:custGeom>
            <a:avLst/>
            <a:gdLst/>
            <a:ahLst/>
            <a:rect l="0" t="0" r="r" b="b"/>
            <a:pathLst>
              <a:path w="10081" h="2673">
                <a:moveTo>
                  <a:pt x="0" y="0"/>
                </a:moveTo>
                <a:lnTo>
                  <a:pt x="10081" y="0"/>
                </a:lnTo>
                <a:lnTo>
                  <a:pt x="1008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6667200" y="2247840"/>
            <a:ext cx="4772520" cy="962280"/>
          </a:xfrm>
          <a:custGeom>
            <a:avLst/>
            <a:gdLst/>
            <a:ahLst/>
            <a:rect l="0" t="0" r="r" b="b"/>
            <a:pathLst>
              <a:path w="13257" h="2673">
                <a:moveTo>
                  <a:pt x="0" y="0"/>
                </a:moveTo>
                <a:lnTo>
                  <a:pt x="13257" y="0"/>
                </a:lnTo>
                <a:lnTo>
                  <a:pt x="1325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752400" y="3209760"/>
            <a:ext cx="2286360" cy="962280"/>
          </a:xfrm>
          <a:custGeom>
            <a:avLst/>
            <a:gdLst/>
            <a:ahLst/>
            <a:rect l="0" t="0" r="r" b="b"/>
            <a:pathLst>
              <a:path w="6351" h="2673">
                <a:moveTo>
                  <a:pt x="0" y="0"/>
                </a:moveTo>
                <a:lnTo>
                  <a:pt x="6351" y="0"/>
                </a:lnTo>
                <a:lnTo>
                  <a:pt x="635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3038400" y="3209760"/>
            <a:ext cx="3629160" cy="962280"/>
          </a:xfrm>
          <a:custGeom>
            <a:avLst/>
            <a:gdLst/>
            <a:ahLst/>
            <a:rect l="0" t="0" r="r" b="b"/>
            <a:pathLst>
              <a:path w="10081" h="2673">
                <a:moveTo>
                  <a:pt x="0" y="0"/>
                </a:moveTo>
                <a:lnTo>
                  <a:pt x="10081" y="0"/>
                </a:lnTo>
                <a:lnTo>
                  <a:pt x="1008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6667200" y="3209760"/>
            <a:ext cx="4772520" cy="962280"/>
          </a:xfrm>
          <a:custGeom>
            <a:avLst/>
            <a:gdLst/>
            <a:ahLst/>
            <a:rect l="0" t="0" r="r" b="b"/>
            <a:pathLst>
              <a:path w="13257" h="2673">
                <a:moveTo>
                  <a:pt x="0" y="0"/>
                </a:moveTo>
                <a:lnTo>
                  <a:pt x="13257" y="0"/>
                </a:lnTo>
                <a:lnTo>
                  <a:pt x="1325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752400" y="4171680"/>
            <a:ext cx="2286360" cy="972000"/>
          </a:xfrm>
          <a:custGeom>
            <a:avLst/>
            <a:gdLst/>
            <a:ahLst/>
            <a:rect l="0" t="0" r="r" b="b"/>
            <a:pathLst>
              <a:path w="6351" h="2700">
                <a:moveTo>
                  <a:pt x="0" y="0"/>
                </a:moveTo>
                <a:lnTo>
                  <a:pt x="6351" y="0"/>
                </a:lnTo>
                <a:lnTo>
                  <a:pt x="6351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3038400" y="4171680"/>
            <a:ext cx="3629160" cy="972000"/>
          </a:xfrm>
          <a:custGeom>
            <a:avLst/>
            <a:gdLst/>
            <a:ahLst/>
            <a:rect l="0" t="0" r="r" b="b"/>
            <a:pathLst>
              <a:path w="10081" h="2700">
                <a:moveTo>
                  <a:pt x="0" y="0"/>
                </a:moveTo>
                <a:lnTo>
                  <a:pt x="10081" y="0"/>
                </a:lnTo>
                <a:lnTo>
                  <a:pt x="10081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6667200" y="4171680"/>
            <a:ext cx="4772520" cy="972000"/>
          </a:xfrm>
          <a:custGeom>
            <a:avLst/>
            <a:gdLst/>
            <a:ahLst/>
            <a:rect l="0" t="0" r="r" b="b"/>
            <a:pathLst>
              <a:path w="13257" h="2700">
                <a:moveTo>
                  <a:pt x="0" y="0"/>
                </a:moveTo>
                <a:lnTo>
                  <a:pt x="13257" y="0"/>
                </a:lnTo>
                <a:lnTo>
                  <a:pt x="13257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752400" y="5143320"/>
            <a:ext cx="2286360" cy="552960"/>
          </a:xfrm>
          <a:custGeom>
            <a:avLst/>
            <a:gdLst/>
            <a:ahLst/>
            <a:rect l="0" t="0" r="r" b="b"/>
            <a:pathLst>
              <a:path w="6351" h="1536">
                <a:moveTo>
                  <a:pt x="0" y="0"/>
                </a:moveTo>
                <a:lnTo>
                  <a:pt x="6351" y="0"/>
                </a:lnTo>
                <a:lnTo>
                  <a:pt x="6351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3038400" y="5143320"/>
            <a:ext cx="3629160" cy="552960"/>
          </a:xfrm>
          <a:custGeom>
            <a:avLst/>
            <a:gdLst/>
            <a:ahLst/>
            <a:rect l="0" t="0" r="r" b="b"/>
            <a:pathLst>
              <a:path w="10081" h="1536">
                <a:moveTo>
                  <a:pt x="0" y="0"/>
                </a:moveTo>
                <a:lnTo>
                  <a:pt x="10081" y="0"/>
                </a:lnTo>
                <a:lnTo>
                  <a:pt x="10081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6667200" y="5143320"/>
            <a:ext cx="4772520" cy="552960"/>
          </a:xfrm>
          <a:custGeom>
            <a:avLst/>
            <a:gdLst/>
            <a:ahLst/>
            <a:rect l="0" t="0" r="r" b="b"/>
            <a:pathLst>
              <a:path w="13257" h="1536">
                <a:moveTo>
                  <a:pt x="0" y="0"/>
                </a:moveTo>
                <a:lnTo>
                  <a:pt x="13257" y="0"/>
                </a:lnTo>
                <a:lnTo>
                  <a:pt x="1325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752400" y="5695920"/>
            <a:ext cx="2286360" cy="962280"/>
          </a:xfrm>
          <a:custGeom>
            <a:avLst/>
            <a:gdLst/>
            <a:ahLst/>
            <a:rect l="0" t="0" r="r" b="b"/>
            <a:pathLst>
              <a:path w="6351" h="2673">
                <a:moveTo>
                  <a:pt x="0" y="0"/>
                </a:moveTo>
                <a:lnTo>
                  <a:pt x="6351" y="0"/>
                </a:lnTo>
                <a:lnTo>
                  <a:pt x="635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3038400" y="5695920"/>
            <a:ext cx="3629160" cy="962280"/>
          </a:xfrm>
          <a:custGeom>
            <a:avLst/>
            <a:gdLst/>
            <a:ahLst/>
            <a:rect l="0" t="0" r="r" b="b"/>
            <a:pathLst>
              <a:path w="10081" h="2673">
                <a:moveTo>
                  <a:pt x="0" y="0"/>
                </a:moveTo>
                <a:lnTo>
                  <a:pt x="10081" y="0"/>
                </a:lnTo>
                <a:lnTo>
                  <a:pt x="1008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6667200" y="5695920"/>
            <a:ext cx="4772520" cy="962280"/>
          </a:xfrm>
          <a:custGeom>
            <a:avLst/>
            <a:gdLst/>
            <a:ahLst/>
            <a:rect l="0" t="0" r="r" b="b"/>
            <a:pathLst>
              <a:path w="13257" h="2673">
                <a:moveTo>
                  <a:pt x="0" y="0"/>
                </a:moveTo>
                <a:lnTo>
                  <a:pt x="13257" y="0"/>
                </a:lnTo>
                <a:lnTo>
                  <a:pt x="1325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752400" y="752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752400" y="75240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3038400" y="752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3047760" y="752400"/>
            <a:ext cx="3629520" cy="9720"/>
          </a:xfrm>
          <a:custGeom>
            <a:avLst/>
            <a:gdLst/>
            <a:ahLst/>
            <a:rect l="0" t="0" r="r" b="b"/>
            <a:pathLst>
              <a:path w="10082" h="27">
                <a:moveTo>
                  <a:pt x="0" y="0"/>
                </a:moveTo>
                <a:lnTo>
                  <a:pt x="10082" y="0"/>
                </a:lnTo>
                <a:lnTo>
                  <a:pt x="100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6667200" y="752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6676920" y="752400"/>
            <a:ext cx="4772160" cy="9720"/>
          </a:xfrm>
          <a:custGeom>
            <a:avLst/>
            <a:gdLst/>
            <a:ah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11439360" y="752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752400" y="128556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3047760" y="1285560"/>
            <a:ext cx="3629520" cy="10080"/>
          </a:xfrm>
          <a:custGeom>
            <a:avLst/>
            <a:gdLst/>
            <a:ahLst/>
            <a:rect l="0" t="0" r="r" b="b"/>
            <a:pathLst>
              <a:path w="10082" h="28">
                <a:moveTo>
                  <a:pt x="0" y="0"/>
                </a:moveTo>
                <a:lnTo>
                  <a:pt x="10082" y="0"/>
                </a:lnTo>
                <a:lnTo>
                  <a:pt x="100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6676920" y="1285560"/>
            <a:ext cx="4772160" cy="10080"/>
          </a:xfrm>
          <a:custGeom>
            <a:avLst/>
            <a:gdLst/>
            <a:ah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752400" y="12952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3038400" y="12952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6667200" y="12952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11439360" y="12952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752400" y="224784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752400" y="223812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3038400" y="224784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3047760" y="2238120"/>
            <a:ext cx="3629520" cy="10080"/>
          </a:xfrm>
          <a:custGeom>
            <a:avLst/>
            <a:gdLst/>
            <a:ahLst/>
            <a:rect l="0" t="0" r="r" b="b"/>
            <a:pathLst>
              <a:path w="10082" h="28">
                <a:moveTo>
                  <a:pt x="0" y="0"/>
                </a:moveTo>
                <a:lnTo>
                  <a:pt x="10082" y="0"/>
                </a:lnTo>
                <a:lnTo>
                  <a:pt x="100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6667200" y="2247840"/>
            <a:ext cx="10080" cy="962280"/>
          </a:xfrm>
          <a:custGeom>
            <a:avLst/>
            <a:gdLst/>
            <a:ah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6676920" y="2238120"/>
            <a:ext cx="4772160" cy="10080"/>
          </a:xfrm>
          <a:custGeom>
            <a:avLst/>
            <a:gdLst/>
            <a:ah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11439360" y="224784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752400" y="3209760"/>
            <a:ext cx="9720" cy="972000"/>
          </a:xfrm>
          <a:custGeom>
            <a:avLst/>
            <a:gdLst/>
            <a:ahLst/>
            <a:rect l="0" t="0" r="r" b="b"/>
            <a:pathLst>
              <a:path w="27" h="2700">
                <a:moveTo>
                  <a:pt x="0" y="0"/>
                </a:moveTo>
                <a:lnTo>
                  <a:pt x="27" y="0"/>
                </a:lnTo>
                <a:lnTo>
                  <a:pt x="27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752400" y="320004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3038400" y="3209760"/>
            <a:ext cx="9720" cy="972000"/>
          </a:xfrm>
          <a:custGeom>
            <a:avLst/>
            <a:gdLst/>
            <a:ahLst/>
            <a:rect l="0" t="0" r="r" b="b"/>
            <a:pathLst>
              <a:path w="27" h="2700">
                <a:moveTo>
                  <a:pt x="0" y="0"/>
                </a:moveTo>
                <a:lnTo>
                  <a:pt x="27" y="0"/>
                </a:lnTo>
                <a:lnTo>
                  <a:pt x="27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3047760" y="3200040"/>
            <a:ext cx="3629520" cy="10080"/>
          </a:xfrm>
          <a:custGeom>
            <a:avLst/>
            <a:gdLst/>
            <a:ahLst/>
            <a:rect l="0" t="0" r="r" b="b"/>
            <a:pathLst>
              <a:path w="10082" h="28">
                <a:moveTo>
                  <a:pt x="0" y="0"/>
                </a:moveTo>
                <a:lnTo>
                  <a:pt x="10082" y="0"/>
                </a:lnTo>
                <a:lnTo>
                  <a:pt x="100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6667200" y="3209760"/>
            <a:ext cx="10080" cy="972000"/>
          </a:xfrm>
          <a:custGeom>
            <a:avLst/>
            <a:gdLst/>
            <a:ahLst/>
            <a:rect l="0" t="0" r="r" b="b"/>
            <a:pathLst>
              <a:path w="28" h="2700">
                <a:moveTo>
                  <a:pt x="0" y="0"/>
                </a:moveTo>
                <a:lnTo>
                  <a:pt x="28" y="0"/>
                </a:lnTo>
                <a:lnTo>
                  <a:pt x="28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6676920" y="3200040"/>
            <a:ext cx="4772160" cy="10080"/>
          </a:xfrm>
          <a:custGeom>
            <a:avLst/>
            <a:gdLst/>
            <a:ah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11439360" y="3209760"/>
            <a:ext cx="9720" cy="972000"/>
          </a:xfrm>
          <a:custGeom>
            <a:avLst/>
            <a:gdLst/>
            <a:ahLst/>
            <a:rect l="0" t="0" r="r" b="b"/>
            <a:pathLst>
              <a:path w="27" h="2700">
                <a:moveTo>
                  <a:pt x="0" y="0"/>
                </a:moveTo>
                <a:lnTo>
                  <a:pt x="27" y="0"/>
                </a:lnTo>
                <a:lnTo>
                  <a:pt x="27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752400" y="418140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752400" y="417168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3038400" y="418140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3047760" y="4171680"/>
            <a:ext cx="3629520" cy="10080"/>
          </a:xfrm>
          <a:custGeom>
            <a:avLst/>
            <a:gdLst/>
            <a:ahLst/>
            <a:rect l="0" t="0" r="r" b="b"/>
            <a:pathLst>
              <a:path w="10082" h="28">
                <a:moveTo>
                  <a:pt x="0" y="0"/>
                </a:moveTo>
                <a:lnTo>
                  <a:pt x="10082" y="0"/>
                </a:lnTo>
                <a:lnTo>
                  <a:pt x="100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6667200" y="4181400"/>
            <a:ext cx="10080" cy="962280"/>
          </a:xfrm>
          <a:custGeom>
            <a:avLst/>
            <a:gdLst/>
            <a:ah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6676920" y="4171680"/>
            <a:ext cx="4772160" cy="10080"/>
          </a:xfrm>
          <a:custGeom>
            <a:avLst/>
            <a:gdLst/>
            <a:ah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11439360" y="418140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752400" y="51433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752400" y="513396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3038400" y="51433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3047760" y="5133960"/>
            <a:ext cx="3629520" cy="9720"/>
          </a:xfrm>
          <a:custGeom>
            <a:avLst/>
            <a:gdLst/>
            <a:ahLst/>
            <a:rect l="0" t="0" r="r" b="b"/>
            <a:pathLst>
              <a:path w="10082" h="27">
                <a:moveTo>
                  <a:pt x="0" y="0"/>
                </a:moveTo>
                <a:lnTo>
                  <a:pt x="10082" y="0"/>
                </a:lnTo>
                <a:lnTo>
                  <a:pt x="100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6667200" y="51433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6676920" y="5133960"/>
            <a:ext cx="4772160" cy="9720"/>
          </a:xfrm>
          <a:custGeom>
            <a:avLst/>
            <a:gdLst/>
            <a:ah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11439360" y="51433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752400" y="5695920"/>
            <a:ext cx="9720" cy="971640"/>
          </a:xfrm>
          <a:custGeom>
            <a:avLst/>
            <a:gdLst/>
            <a:ahLst/>
            <a:rect l="0" t="0" r="r" b="b"/>
            <a:pathLst>
              <a:path w="27" h="2699">
                <a:moveTo>
                  <a:pt x="0" y="0"/>
                </a:moveTo>
                <a:lnTo>
                  <a:pt x="27" y="0"/>
                </a:lnTo>
                <a:lnTo>
                  <a:pt x="27" y="2699"/>
                </a:lnTo>
                <a:lnTo>
                  <a:pt x="0" y="269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752400" y="568620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3038400" y="5695920"/>
            <a:ext cx="9720" cy="971640"/>
          </a:xfrm>
          <a:custGeom>
            <a:avLst/>
            <a:gdLst/>
            <a:ahLst/>
            <a:rect l="0" t="0" r="r" b="b"/>
            <a:pathLst>
              <a:path w="27" h="2699">
                <a:moveTo>
                  <a:pt x="0" y="0"/>
                </a:moveTo>
                <a:lnTo>
                  <a:pt x="27" y="0"/>
                </a:lnTo>
                <a:lnTo>
                  <a:pt x="27" y="2699"/>
                </a:lnTo>
                <a:lnTo>
                  <a:pt x="0" y="269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3047760" y="5686200"/>
            <a:ext cx="3629520" cy="10080"/>
          </a:xfrm>
          <a:custGeom>
            <a:avLst/>
            <a:gdLst/>
            <a:ahLst/>
            <a:rect l="0" t="0" r="r" b="b"/>
            <a:pathLst>
              <a:path w="10082" h="28">
                <a:moveTo>
                  <a:pt x="0" y="0"/>
                </a:moveTo>
                <a:lnTo>
                  <a:pt x="10082" y="0"/>
                </a:lnTo>
                <a:lnTo>
                  <a:pt x="100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6667200" y="5695920"/>
            <a:ext cx="10080" cy="971640"/>
          </a:xfrm>
          <a:custGeom>
            <a:avLst/>
            <a:gdLst/>
            <a:ahLst/>
            <a:rect l="0" t="0" r="r" b="b"/>
            <a:pathLst>
              <a:path w="28" h="2699">
                <a:moveTo>
                  <a:pt x="0" y="0"/>
                </a:moveTo>
                <a:lnTo>
                  <a:pt x="28" y="0"/>
                </a:lnTo>
                <a:lnTo>
                  <a:pt x="28" y="2699"/>
                </a:lnTo>
                <a:lnTo>
                  <a:pt x="0" y="269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6676920" y="5686200"/>
            <a:ext cx="4772160" cy="10080"/>
          </a:xfrm>
          <a:custGeom>
            <a:avLst/>
            <a:gdLst/>
            <a:ah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11439360" y="5695920"/>
            <a:ext cx="9720" cy="971640"/>
          </a:xfrm>
          <a:custGeom>
            <a:avLst/>
            <a:gdLst/>
            <a:ahLst/>
            <a:rect l="0" t="0" r="r" b="b"/>
            <a:pathLst>
              <a:path w="27" h="2699">
                <a:moveTo>
                  <a:pt x="0" y="0"/>
                </a:moveTo>
                <a:lnTo>
                  <a:pt x="27" y="0"/>
                </a:lnTo>
                <a:lnTo>
                  <a:pt x="27" y="2699"/>
                </a:lnTo>
                <a:lnTo>
                  <a:pt x="0" y="269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752400" y="665784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3047760" y="6657840"/>
            <a:ext cx="3629520" cy="9720"/>
          </a:xfrm>
          <a:custGeom>
            <a:avLst/>
            <a:gdLst/>
            <a:ahLst/>
            <a:rect l="0" t="0" r="r" b="b"/>
            <a:pathLst>
              <a:path w="10082" h="27">
                <a:moveTo>
                  <a:pt x="0" y="0"/>
                </a:moveTo>
                <a:lnTo>
                  <a:pt x="10082" y="0"/>
                </a:lnTo>
                <a:lnTo>
                  <a:pt x="100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6676920" y="6657840"/>
            <a:ext cx="4772160" cy="9720"/>
          </a:xfrm>
          <a:custGeom>
            <a:avLst/>
            <a:gdLst/>
            <a:ah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1330920" y="838080"/>
            <a:ext cx="113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Concept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4552560" y="838080"/>
            <a:ext cx="62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Trap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7954560" y="838080"/>
            <a:ext cx="2206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Correct Practice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880920" y="1371600"/>
            <a:ext cx="776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String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3171600" y="1618920"/>
            <a:ext cx="467280" cy="362520"/>
          </a:xfrm>
          <a:custGeom>
            <a:avLst/>
            <a:gdLst/>
            <a:ahLst/>
            <a:rect l="0" t="0" r="r" b="b"/>
            <a:pathLst>
              <a:path w="1298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1"/>
                  <a:pt x="62" y="34"/>
                  <a:pt x="71" y="28"/>
                </a:cubicBezTo>
                <a:cubicBezTo>
                  <a:pt x="79" y="21"/>
                  <a:pt x="88" y="16"/>
                  <a:pt x="98" y="13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39" y="0"/>
                </a:lnTo>
                <a:cubicBezTo>
                  <a:pt x="1149" y="0"/>
                  <a:pt x="1160" y="1"/>
                  <a:pt x="1170" y="3"/>
                </a:cubicBezTo>
                <a:cubicBezTo>
                  <a:pt x="1180" y="6"/>
                  <a:pt x="1190" y="9"/>
                  <a:pt x="1200" y="13"/>
                </a:cubicBezTo>
                <a:cubicBezTo>
                  <a:pt x="1209" y="16"/>
                  <a:pt x="1218" y="21"/>
                  <a:pt x="1227" y="28"/>
                </a:cubicBezTo>
                <a:cubicBezTo>
                  <a:pt x="1236" y="34"/>
                  <a:pt x="1244" y="41"/>
                  <a:pt x="1251" y="48"/>
                </a:cubicBezTo>
                <a:cubicBezTo>
                  <a:pt x="1258" y="55"/>
                  <a:pt x="1265" y="63"/>
                  <a:pt x="1271" y="72"/>
                </a:cubicBezTo>
                <a:cubicBezTo>
                  <a:pt x="1277" y="81"/>
                  <a:pt x="1282" y="90"/>
                  <a:pt x="1285" y="99"/>
                </a:cubicBezTo>
                <a:cubicBezTo>
                  <a:pt x="1289" y="109"/>
                  <a:pt x="1292" y="119"/>
                  <a:pt x="1295" y="129"/>
                </a:cubicBezTo>
                <a:cubicBezTo>
                  <a:pt x="1297" y="139"/>
                  <a:pt x="1298" y="150"/>
                  <a:pt x="1298" y="160"/>
                </a:cubicBezTo>
                <a:lnTo>
                  <a:pt x="1298" y="848"/>
                </a:lnTo>
                <a:cubicBezTo>
                  <a:pt x="1298" y="859"/>
                  <a:pt x="1297" y="869"/>
                  <a:pt x="1295" y="879"/>
                </a:cubicBezTo>
                <a:cubicBezTo>
                  <a:pt x="1292" y="889"/>
                  <a:pt x="1289" y="899"/>
                  <a:pt x="1285" y="909"/>
                </a:cubicBezTo>
                <a:cubicBezTo>
                  <a:pt x="1282" y="918"/>
                  <a:pt x="1277" y="928"/>
                  <a:pt x="1271" y="936"/>
                </a:cubicBezTo>
                <a:cubicBezTo>
                  <a:pt x="1265" y="945"/>
                  <a:pt x="1258" y="953"/>
                  <a:pt x="1251" y="960"/>
                </a:cubicBezTo>
                <a:cubicBezTo>
                  <a:pt x="1244" y="968"/>
                  <a:pt x="1236" y="974"/>
                  <a:pt x="1227" y="980"/>
                </a:cubicBezTo>
                <a:cubicBezTo>
                  <a:pt x="1218" y="986"/>
                  <a:pt x="1209" y="991"/>
                  <a:pt x="1200" y="995"/>
                </a:cubicBezTo>
                <a:cubicBezTo>
                  <a:pt x="1190" y="999"/>
                  <a:pt x="1180" y="1002"/>
                  <a:pt x="1170" y="1004"/>
                </a:cubicBezTo>
                <a:cubicBezTo>
                  <a:pt x="1160" y="1006"/>
                  <a:pt x="1149" y="1007"/>
                  <a:pt x="113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880920" y="1790640"/>
            <a:ext cx="1536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comparison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3263040" y="1670400"/>
            <a:ext cx="282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==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3638880" y="1571760"/>
            <a:ext cx="2807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compares references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7362720" y="1618920"/>
            <a:ext cx="1314720" cy="362520"/>
          </a:xfrm>
          <a:custGeom>
            <a:avLst/>
            <a:gdLst/>
            <a:ahLst/>
            <a:rect l="0" t="0" r="r" b="b"/>
            <a:pathLst>
              <a:path w="3652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1"/>
                  <a:pt x="62" y="34"/>
                  <a:pt x="70" y="28"/>
                </a:cubicBezTo>
                <a:cubicBezTo>
                  <a:pt x="79" y="21"/>
                  <a:pt x="88" y="16"/>
                  <a:pt x="98" y="13"/>
                </a:cubicBezTo>
                <a:cubicBezTo>
                  <a:pt x="107" y="9"/>
                  <a:pt x="117" y="6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4" y="6"/>
                  <a:pt x="3544" y="9"/>
                  <a:pt x="3554" y="13"/>
                </a:cubicBezTo>
                <a:cubicBezTo>
                  <a:pt x="3564" y="16"/>
                  <a:pt x="3573" y="21"/>
                  <a:pt x="3581" y="28"/>
                </a:cubicBezTo>
                <a:cubicBezTo>
                  <a:pt x="3590" y="34"/>
                  <a:pt x="3598" y="41"/>
                  <a:pt x="3606" y="48"/>
                </a:cubicBezTo>
                <a:cubicBezTo>
                  <a:pt x="3613" y="55"/>
                  <a:pt x="3619" y="63"/>
                  <a:pt x="3625" y="72"/>
                </a:cubicBezTo>
                <a:cubicBezTo>
                  <a:pt x="3631" y="81"/>
                  <a:pt x="3636" y="90"/>
                  <a:pt x="3640" y="99"/>
                </a:cubicBezTo>
                <a:cubicBezTo>
                  <a:pt x="3644" y="109"/>
                  <a:pt x="3647" y="119"/>
                  <a:pt x="3649" y="129"/>
                </a:cubicBezTo>
                <a:cubicBezTo>
                  <a:pt x="3651" y="139"/>
                  <a:pt x="3652" y="150"/>
                  <a:pt x="3652" y="160"/>
                </a:cubicBezTo>
                <a:lnTo>
                  <a:pt x="3652" y="848"/>
                </a:lnTo>
                <a:cubicBezTo>
                  <a:pt x="3652" y="859"/>
                  <a:pt x="3651" y="869"/>
                  <a:pt x="3649" y="879"/>
                </a:cubicBezTo>
                <a:cubicBezTo>
                  <a:pt x="3647" y="889"/>
                  <a:pt x="3644" y="899"/>
                  <a:pt x="3640" y="909"/>
                </a:cubicBezTo>
                <a:cubicBezTo>
                  <a:pt x="3636" y="918"/>
                  <a:pt x="3631" y="928"/>
                  <a:pt x="3625" y="936"/>
                </a:cubicBezTo>
                <a:cubicBezTo>
                  <a:pt x="3619" y="945"/>
                  <a:pt x="3613" y="953"/>
                  <a:pt x="3606" y="960"/>
                </a:cubicBezTo>
                <a:cubicBezTo>
                  <a:pt x="3598" y="968"/>
                  <a:pt x="3590" y="974"/>
                  <a:pt x="3581" y="980"/>
                </a:cubicBezTo>
                <a:cubicBezTo>
                  <a:pt x="3573" y="986"/>
                  <a:pt x="3564" y="991"/>
                  <a:pt x="3554" y="995"/>
                </a:cubicBezTo>
                <a:cubicBezTo>
                  <a:pt x="3544" y="999"/>
                  <a:pt x="3534" y="1002"/>
                  <a:pt x="3524" y="1004"/>
                </a:cubicBezTo>
                <a:cubicBezTo>
                  <a:pt x="3514" y="1006"/>
                  <a:pt x="3504" y="1007"/>
                  <a:pt x="349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796800" y="1571760"/>
            <a:ext cx="56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7452720" y="167040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equals()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8673120" y="1571760"/>
            <a:ext cx="1514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for content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3171600" y="2371680"/>
            <a:ext cx="1457640" cy="362160"/>
          </a:xfrm>
          <a:custGeom>
            <a:avLst/>
            <a:gdLst/>
            <a:ahLst/>
            <a:rect l="0" t="0" r="r" b="b"/>
            <a:pathLst>
              <a:path w="4049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90" y="0"/>
                </a:lnTo>
                <a:cubicBezTo>
                  <a:pt x="3901" y="0"/>
                  <a:pt x="3911" y="1"/>
                  <a:pt x="3921" y="3"/>
                </a:cubicBezTo>
                <a:cubicBezTo>
                  <a:pt x="3932" y="5"/>
                  <a:pt x="3942" y="8"/>
                  <a:pt x="3951" y="12"/>
                </a:cubicBezTo>
                <a:cubicBezTo>
                  <a:pt x="3961" y="16"/>
                  <a:pt x="3970" y="21"/>
                  <a:pt x="3979" y="26"/>
                </a:cubicBezTo>
                <a:cubicBezTo>
                  <a:pt x="3987" y="32"/>
                  <a:pt x="3995" y="39"/>
                  <a:pt x="4003" y="46"/>
                </a:cubicBezTo>
                <a:cubicBezTo>
                  <a:pt x="4010" y="53"/>
                  <a:pt x="4017" y="62"/>
                  <a:pt x="4022" y="70"/>
                </a:cubicBezTo>
                <a:cubicBezTo>
                  <a:pt x="4028" y="79"/>
                  <a:pt x="4033" y="88"/>
                  <a:pt x="4037" y="98"/>
                </a:cubicBezTo>
                <a:cubicBezTo>
                  <a:pt x="4041" y="107"/>
                  <a:pt x="4044" y="117"/>
                  <a:pt x="4046" y="127"/>
                </a:cubicBezTo>
                <a:cubicBezTo>
                  <a:pt x="4048" y="138"/>
                  <a:pt x="4049" y="148"/>
                  <a:pt x="4049" y="158"/>
                </a:cubicBezTo>
                <a:lnTo>
                  <a:pt x="4049" y="846"/>
                </a:lnTo>
                <a:cubicBezTo>
                  <a:pt x="4049" y="857"/>
                  <a:pt x="4048" y="867"/>
                  <a:pt x="4046" y="877"/>
                </a:cubicBezTo>
                <a:cubicBezTo>
                  <a:pt x="4044" y="887"/>
                  <a:pt x="4041" y="897"/>
                  <a:pt x="4037" y="907"/>
                </a:cubicBezTo>
                <a:cubicBezTo>
                  <a:pt x="4033" y="917"/>
                  <a:pt x="4028" y="926"/>
                  <a:pt x="4022" y="934"/>
                </a:cubicBezTo>
                <a:cubicBezTo>
                  <a:pt x="4017" y="943"/>
                  <a:pt x="4010" y="952"/>
                  <a:pt x="4003" y="960"/>
                </a:cubicBezTo>
                <a:cubicBezTo>
                  <a:pt x="3995" y="967"/>
                  <a:pt x="3987" y="973"/>
                  <a:pt x="3979" y="979"/>
                </a:cubicBezTo>
                <a:cubicBezTo>
                  <a:pt x="3970" y="985"/>
                  <a:pt x="3961" y="990"/>
                  <a:pt x="3951" y="994"/>
                </a:cubicBezTo>
                <a:cubicBezTo>
                  <a:pt x="3942" y="998"/>
                  <a:pt x="3932" y="1001"/>
                  <a:pt x="3921" y="1003"/>
                </a:cubicBezTo>
                <a:cubicBezTo>
                  <a:pt x="3911" y="1005"/>
                  <a:pt x="3901" y="1006"/>
                  <a:pt x="389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3"/>
                  <a:pt x="27" y="934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7"/>
                  <a:pt x="5" y="887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880920" y="2533680"/>
            <a:ext cx="1920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Scanner buﬀer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3263040" y="2423160"/>
            <a:ext cx="1268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nextInt()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4624920" y="2324160"/>
            <a:ext cx="881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leaves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3169440" y="2752560"/>
            <a:ext cx="101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newline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7381800" y="2371680"/>
            <a:ext cx="1600560" cy="362160"/>
          </a:xfrm>
          <a:custGeom>
            <a:avLst/>
            <a:gdLst/>
            <a:ahLst/>
            <a:rect l="0" t="0" r="r" b="b"/>
            <a:pathLst>
              <a:path w="4446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6" y="21"/>
                  <a:pt x="4375" y="26"/>
                </a:cubicBezTo>
                <a:cubicBezTo>
                  <a:pt x="4384" y="32"/>
                  <a:pt x="4392" y="39"/>
                  <a:pt x="4399" y="46"/>
                </a:cubicBezTo>
                <a:cubicBezTo>
                  <a:pt x="4407" y="53"/>
                  <a:pt x="4413" y="62"/>
                  <a:pt x="4419" y="70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7"/>
                  <a:pt x="4441" y="117"/>
                  <a:pt x="4443" y="127"/>
                </a:cubicBezTo>
                <a:cubicBezTo>
                  <a:pt x="4445" y="138"/>
                  <a:pt x="4446" y="148"/>
                  <a:pt x="4446" y="158"/>
                </a:cubicBezTo>
                <a:lnTo>
                  <a:pt x="4446" y="846"/>
                </a:lnTo>
                <a:cubicBezTo>
                  <a:pt x="4446" y="857"/>
                  <a:pt x="4445" y="867"/>
                  <a:pt x="4443" y="877"/>
                </a:cubicBezTo>
                <a:cubicBezTo>
                  <a:pt x="4441" y="887"/>
                  <a:pt x="4438" y="897"/>
                  <a:pt x="4434" y="907"/>
                </a:cubicBezTo>
                <a:cubicBezTo>
                  <a:pt x="4430" y="917"/>
                  <a:pt x="4425" y="926"/>
                  <a:pt x="4419" y="934"/>
                </a:cubicBezTo>
                <a:cubicBezTo>
                  <a:pt x="4413" y="943"/>
                  <a:pt x="4407" y="952"/>
                  <a:pt x="4399" y="960"/>
                </a:cubicBezTo>
                <a:cubicBezTo>
                  <a:pt x="4392" y="967"/>
                  <a:pt x="4384" y="973"/>
                  <a:pt x="4375" y="979"/>
                </a:cubicBezTo>
                <a:cubicBezTo>
                  <a:pt x="4366" y="985"/>
                  <a:pt x="4357" y="990"/>
                  <a:pt x="4348" y="994"/>
                </a:cubicBezTo>
                <a:cubicBezTo>
                  <a:pt x="4338" y="998"/>
                  <a:pt x="4328" y="1001"/>
                  <a:pt x="4318" y="1003"/>
                </a:cubicBezTo>
                <a:cubicBezTo>
                  <a:pt x="4308" y="1005"/>
                  <a:pt x="4297" y="1006"/>
                  <a:pt x="4287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3"/>
                  <a:pt x="54" y="967"/>
                  <a:pt x="46" y="960"/>
                </a:cubicBezTo>
                <a:cubicBezTo>
                  <a:pt x="39" y="952"/>
                  <a:pt x="32" y="943"/>
                  <a:pt x="26" y="934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7"/>
                  <a:pt x="5" y="887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796800" y="2324160"/>
            <a:ext cx="587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Add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7478640" y="242316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nextLine()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8981280" y="2324160"/>
            <a:ext cx="1834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after numeric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885600" y="354312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79" y="21"/>
                  <a:pt x="2788" y="27"/>
                </a:cubicBezTo>
                <a:cubicBezTo>
                  <a:pt x="2797" y="33"/>
                  <a:pt x="2805" y="39"/>
                  <a:pt x="2812" y="46"/>
                </a:cubicBezTo>
                <a:cubicBezTo>
                  <a:pt x="2819" y="54"/>
                  <a:pt x="2826" y="62"/>
                  <a:pt x="2832" y="71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8"/>
                  <a:pt x="2859" y="159"/>
                </a:cubicBezTo>
                <a:lnTo>
                  <a:pt x="2859" y="848"/>
                </a:lnTo>
                <a:cubicBezTo>
                  <a:pt x="2859" y="858"/>
                  <a:pt x="2858" y="868"/>
                  <a:pt x="2856" y="879"/>
                </a:cubicBezTo>
                <a:cubicBezTo>
                  <a:pt x="2854" y="889"/>
                  <a:pt x="2851" y="899"/>
                  <a:pt x="2847" y="908"/>
                </a:cubicBezTo>
                <a:cubicBezTo>
                  <a:pt x="2843" y="918"/>
                  <a:pt x="2838" y="927"/>
                  <a:pt x="2832" y="936"/>
                </a:cubicBezTo>
                <a:cubicBezTo>
                  <a:pt x="2826" y="945"/>
                  <a:pt x="2819" y="953"/>
                  <a:pt x="2812" y="960"/>
                </a:cubicBezTo>
                <a:cubicBezTo>
                  <a:pt x="2805" y="967"/>
                  <a:pt x="2797" y="974"/>
                  <a:pt x="2788" y="980"/>
                </a:cubicBezTo>
                <a:cubicBezTo>
                  <a:pt x="2779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6796800" y="2752560"/>
            <a:ext cx="682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input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974880" y="35946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switch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3171600" y="3342960"/>
            <a:ext cx="752760" cy="352800"/>
          </a:xfrm>
          <a:custGeom>
            <a:avLst/>
            <a:gdLst/>
            <a:ahLst/>
            <a:rect l="0" t="0" r="r" b="b"/>
            <a:pathLst>
              <a:path w="2091" h="980">
                <a:moveTo>
                  <a:pt x="0" y="82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33" y="0"/>
                </a:lnTo>
                <a:cubicBezTo>
                  <a:pt x="1943" y="0"/>
                  <a:pt x="1953" y="1"/>
                  <a:pt x="1964" y="3"/>
                </a:cubicBezTo>
                <a:cubicBezTo>
                  <a:pt x="1974" y="5"/>
                  <a:pt x="1984" y="9"/>
                  <a:pt x="1993" y="13"/>
                </a:cubicBezTo>
                <a:cubicBezTo>
                  <a:pt x="2003" y="17"/>
                  <a:pt x="2012" y="22"/>
                  <a:pt x="2021" y="28"/>
                </a:cubicBezTo>
                <a:cubicBezTo>
                  <a:pt x="2029" y="34"/>
                  <a:pt x="2037" y="40"/>
                  <a:pt x="2045" y="48"/>
                </a:cubicBezTo>
                <a:cubicBezTo>
                  <a:pt x="2052" y="55"/>
                  <a:pt x="2059" y="63"/>
                  <a:pt x="2065" y="72"/>
                </a:cubicBezTo>
                <a:cubicBezTo>
                  <a:pt x="2070" y="81"/>
                  <a:pt x="2075" y="90"/>
                  <a:pt x="2079" y="99"/>
                </a:cubicBezTo>
                <a:cubicBezTo>
                  <a:pt x="2083" y="109"/>
                  <a:pt x="2086" y="119"/>
                  <a:pt x="2088" y="129"/>
                </a:cubicBezTo>
                <a:cubicBezTo>
                  <a:pt x="2090" y="139"/>
                  <a:pt x="2091" y="150"/>
                  <a:pt x="2091" y="160"/>
                </a:cubicBezTo>
                <a:lnTo>
                  <a:pt x="2091" y="822"/>
                </a:lnTo>
                <a:cubicBezTo>
                  <a:pt x="2091" y="832"/>
                  <a:pt x="2090" y="842"/>
                  <a:pt x="2088" y="853"/>
                </a:cubicBezTo>
                <a:cubicBezTo>
                  <a:pt x="2086" y="863"/>
                  <a:pt x="2083" y="873"/>
                  <a:pt x="2079" y="882"/>
                </a:cubicBezTo>
                <a:cubicBezTo>
                  <a:pt x="2075" y="892"/>
                  <a:pt x="2070" y="901"/>
                  <a:pt x="2065" y="910"/>
                </a:cubicBezTo>
                <a:cubicBezTo>
                  <a:pt x="2059" y="918"/>
                  <a:pt x="2052" y="926"/>
                  <a:pt x="2045" y="934"/>
                </a:cubicBezTo>
                <a:cubicBezTo>
                  <a:pt x="2037" y="941"/>
                  <a:pt x="2029" y="948"/>
                  <a:pt x="2021" y="954"/>
                </a:cubicBezTo>
                <a:cubicBezTo>
                  <a:pt x="2012" y="959"/>
                  <a:pt x="2003" y="964"/>
                  <a:pt x="1993" y="968"/>
                </a:cubicBezTo>
                <a:cubicBezTo>
                  <a:pt x="1984" y="972"/>
                  <a:pt x="1974" y="975"/>
                  <a:pt x="1964" y="977"/>
                </a:cubicBezTo>
                <a:cubicBezTo>
                  <a:pt x="1953" y="979"/>
                  <a:pt x="1943" y="980"/>
                  <a:pt x="1933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8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1914120" y="3495600"/>
            <a:ext cx="770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types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3263040" y="33944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long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4066920" y="3342960"/>
            <a:ext cx="895680" cy="352800"/>
          </a:xfrm>
          <a:custGeom>
            <a:avLst/>
            <a:gdLst/>
            <a:ahLst/>
            <a:rect l="0" t="0" r="r" b="b"/>
            <a:pathLst>
              <a:path w="2488" h="980">
                <a:moveTo>
                  <a:pt x="0" y="82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29" y="0"/>
                </a:lnTo>
                <a:cubicBezTo>
                  <a:pt x="2339" y="0"/>
                  <a:pt x="2349" y="1"/>
                  <a:pt x="2360" y="3"/>
                </a:cubicBezTo>
                <a:cubicBezTo>
                  <a:pt x="2370" y="5"/>
                  <a:pt x="2380" y="9"/>
                  <a:pt x="2390" y="13"/>
                </a:cubicBezTo>
                <a:cubicBezTo>
                  <a:pt x="2400" y="17"/>
                  <a:pt x="2409" y="22"/>
                  <a:pt x="2418" y="28"/>
                </a:cubicBezTo>
                <a:cubicBezTo>
                  <a:pt x="2426" y="34"/>
                  <a:pt x="2434" y="40"/>
                  <a:pt x="2442" y="48"/>
                </a:cubicBezTo>
                <a:cubicBezTo>
                  <a:pt x="2449" y="55"/>
                  <a:pt x="2456" y="63"/>
                  <a:pt x="2462" y="72"/>
                </a:cubicBezTo>
                <a:cubicBezTo>
                  <a:pt x="2467" y="81"/>
                  <a:pt x="2472" y="90"/>
                  <a:pt x="2476" y="99"/>
                </a:cubicBezTo>
                <a:cubicBezTo>
                  <a:pt x="2480" y="109"/>
                  <a:pt x="2483" y="119"/>
                  <a:pt x="2485" y="129"/>
                </a:cubicBezTo>
                <a:cubicBezTo>
                  <a:pt x="2487" y="139"/>
                  <a:pt x="2488" y="150"/>
                  <a:pt x="2488" y="160"/>
                </a:cubicBezTo>
                <a:lnTo>
                  <a:pt x="2488" y="822"/>
                </a:lnTo>
                <a:cubicBezTo>
                  <a:pt x="2488" y="832"/>
                  <a:pt x="2487" y="842"/>
                  <a:pt x="2485" y="853"/>
                </a:cubicBezTo>
                <a:cubicBezTo>
                  <a:pt x="2483" y="863"/>
                  <a:pt x="2480" y="873"/>
                  <a:pt x="2476" y="882"/>
                </a:cubicBezTo>
                <a:cubicBezTo>
                  <a:pt x="2472" y="892"/>
                  <a:pt x="2467" y="901"/>
                  <a:pt x="2462" y="910"/>
                </a:cubicBezTo>
                <a:cubicBezTo>
                  <a:pt x="2456" y="918"/>
                  <a:pt x="2449" y="926"/>
                  <a:pt x="2442" y="934"/>
                </a:cubicBezTo>
                <a:cubicBezTo>
                  <a:pt x="2434" y="941"/>
                  <a:pt x="2426" y="948"/>
                  <a:pt x="2418" y="954"/>
                </a:cubicBezTo>
                <a:cubicBezTo>
                  <a:pt x="2409" y="959"/>
                  <a:pt x="2400" y="964"/>
                  <a:pt x="2390" y="968"/>
                </a:cubicBezTo>
                <a:cubicBezTo>
                  <a:pt x="2380" y="972"/>
                  <a:pt x="2370" y="975"/>
                  <a:pt x="2360" y="977"/>
                </a:cubicBezTo>
                <a:cubicBezTo>
                  <a:pt x="2349" y="979"/>
                  <a:pt x="2339" y="980"/>
                  <a:pt x="2329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3920400" y="328608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4160520" y="339444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5105160" y="3342960"/>
            <a:ext cx="1029240" cy="352800"/>
          </a:xfrm>
          <a:custGeom>
            <a:avLst/>
            <a:gdLst/>
            <a:ahLst/>
            <a:rect l="0" t="0" r="r" b="b"/>
            <a:pathLst>
              <a:path w="2859" h="980">
                <a:moveTo>
                  <a:pt x="0" y="82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9"/>
                  <a:pt x="2761" y="13"/>
                </a:cubicBezTo>
                <a:cubicBezTo>
                  <a:pt x="2770" y="17"/>
                  <a:pt x="2779" y="22"/>
                  <a:pt x="2788" y="28"/>
                </a:cubicBezTo>
                <a:cubicBezTo>
                  <a:pt x="2797" y="34"/>
                  <a:pt x="2805" y="40"/>
                  <a:pt x="2812" y="48"/>
                </a:cubicBezTo>
                <a:cubicBezTo>
                  <a:pt x="2820" y="55"/>
                  <a:pt x="2826" y="63"/>
                  <a:pt x="2832" y="72"/>
                </a:cubicBezTo>
                <a:cubicBezTo>
                  <a:pt x="2838" y="81"/>
                  <a:pt x="2843" y="90"/>
                  <a:pt x="2847" y="99"/>
                </a:cubicBezTo>
                <a:cubicBezTo>
                  <a:pt x="2851" y="109"/>
                  <a:pt x="2854" y="119"/>
                  <a:pt x="2856" y="129"/>
                </a:cubicBezTo>
                <a:cubicBezTo>
                  <a:pt x="2858" y="139"/>
                  <a:pt x="2859" y="150"/>
                  <a:pt x="2859" y="160"/>
                </a:cubicBezTo>
                <a:lnTo>
                  <a:pt x="2859" y="822"/>
                </a:lnTo>
                <a:cubicBezTo>
                  <a:pt x="2859" y="832"/>
                  <a:pt x="2858" y="842"/>
                  <a:pt x="2856" y="853"/>
                </a:cubicBezTo>
                <a:cubicBezTo>
                  <a:pt x="2854" y="863"/>
                  <a:pt x="2851" y="873"/>
                  <a:pt x="2847" y="882"/>
                </a:cubicBezTo>
                <a:cubicBezTo>
                  <a:pt x="2843" y="892"/>
                  <a:pt x="2838" y="901"/>
                  <a:pt x="2832" y="910"/>
                </a:cubicBezTo>
                <a:cubicBezTo>
                  <a:pt x="2826" y="918"/>
                  <a:pt x="2820" y="926"/>
                  <a:pt x="2812" y="934"/>
                </a:cubicBezTo>
                <a:cubicBezTo>
                  <a:pt x="2805" y="941"/>
                  <a:pt x="2797" y="948"/>
                  <a:pt x="2788" y="954"/>
                </a:cubicBezTo>
                <a:cubicBezTo>
                  <a:pt x="2779" y="959"/>
                  <a:pt x="2770" y="964"/>
                  <a:pt x="2761" y="968"/>
                </a:cubicBezTo>
                <a:cubicBezTo>
                  <a:pt x="2751" y="972"/>
                  <a:pt x="2741" y="975"/>
                  <a:pt x="2731" y="977"/>
                </a:cubicBezTo>
                <a:cubicBezTo>
                  <a:pt x="2721" y="979"/>
                  <a:pt x="2710" y="980"/>
                  <a:pt x="2700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4958640" y="328608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5198400" y="3394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double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3169440" y="3714840"/>
            <a:ext cx="1515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allowed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7362720" y="3543120"/>
            <a:ext cx="609840" cy="362160"/>
          </a:xfrm>
          <a:custGeom>
            <a:avLst/>
            <a:gdLst/>
            <a:ahLst/>
            <a:rect l="0" t="0" r="r" b="b"/>
            <a:pathLst>
              <a:path w="1694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5" y="0"/>
                </a:lnTo>
                <a:cubicBezTo>
                  <a:pt x="1546" y="0"/>
                  <a:pt x="1556" y="1"/>
                  <a:pt x="1566" y="3"/>
                </a:cubicBezTo>
                <a:cubicBezTo>
                  <a:pt x="1577" y="5"/>
                  <a:pt x="1586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2" y="33"/>
                  <a:pt x="1640" y="39"/>
                  <a:pt x="1648" y="46"/>
                </a:cubicBezTo>
                <a:cubicBezTo>
                  <a:pt x="1655" y="54"/>
                  <a:pt x="1662" y="62"/>
                  <a:pt x="1667" y="71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8"/>
                  <a:pt x="1689" y="118"/>
                  <a:pt x="1691" y="128"/>
                </a:cubicBezTo>
                <a:cubicBezTo>
                  <a:pt x="1693" y="138"/>
                  <a:pt x="1694" y="148"/>
                  <a:pt x="1694" y="159"/>
                </a:cubicBezTo>
                <a:lnTo>
                  <a:pt x="1694" y="848"/>
                </a:lnTo>
                <a:cubicBezTo>
                  <a:pt x="1694" y="858"/>
                  <a:pt x="1693" y="868"/>
                  <a:pt x="1691" y="879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7" y="936"/>
                </a:cubicBezTo>
                <a:cubicBezTo>
                  <a:pt x="1662" y="945"/>
                  <a:pt x="1655" y="953"/>
                  <a:pt x="1648" y="960"/>
                </a:cubicBezTo>
                <a:cubicBezTo>
                  <a:pt x="1640" y="967"/>
                  <a:pt x="1632" y="974"/>
                  <a:pt x="1624" y="980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6" y="998"/>
                  <a:pt x="1577" y="1001"/>
                  <a:pt x="1566" y="1003"/>
                </a:cubicBezTo>
                <a:cubicBezTo>
                  <a:pt x="1556" y="1005"/>
                  <a:pt x="1546" y="1006"/>
                  <a:pt x="1535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6796800" y="3495600"/>
            <a:ext cx="56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7452720" y="359460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8115120" y="3543120"/>
            <a:ext cx="752760" cy="362160"/>
          </a:xfrm>
          <a:custGeom>
            <a:avLst/>
            <a:gdLst/>
            <a:ahLst/>
            <a:rect l="0" t="0" r="r" b="b"/>
            <a:pathLst>
              <a:path w="2091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32" y="0"/>
                </a:lnTo>
                <a:cubicBezTo>
                  <a:pt x="1943" y="0"/>
                  <a:pt x="1953" y="1"/>
                  <a:pt x="1963" y="3"/>
                </a:cubicBezTo>
                <a:cubicBezTo>
                  <a:pt x="1974" y="5"/>
                  <a:pt x="1984" y="8"/>
                  <a:pt x="1993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29" y="33"/>
                  <a:pt x="2037" y="39"/>
                  <a:pt x="2045" y="46"/>
                </a:cubicBezTo>
                <a:cubicBezTo>
                  <a:pt x="2052" y="54"/>
                  <a:pt x="2059" y="62"/>
                  <a:pt x="2064" y="71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8"/>
                  <a:pt x="2086" y="118"/>
                  <a:pt x="2088" y="128"/>
                </a:cubicBezTo>
                <a:cubicBezTo>
                  <a:pt x="2090" y="138"/>
                  <a:pt x="2091" y="148"/>
                  <a:pt x="2091" y="159"/>
                </a:cubicBezTo>
                <a:lnTo>
                  <a:pt x="2091" y="848"/>
                </a:lnTo>
                <a:cubicBezTo>
                  <a:pt x="2091" y="858"/>
                  <a:pt x="2090" y="868"/>
                  <a:pt x="2088" y="879"/>
                </a:cubicBezTo>
                <a:cubicBezTo>
                  <a:pt x="2086" y="889"/>
                  <a:pt x="2083" y="899"/>
                  <a:pt x="2079" y="908"/>
                </a:cubicBezTo>
                <a:cubicBezTo>
                  <a:pt x="2075" y="918"/>
                  <a:pt x="2070" y="927"/>
                  <a:pt x="2064" y="936"/>
                </a:cubicBezTo>
                <a:cubicBezTo>
                  <a:pt x="2059" y="945"/>
                  <a:pt x="2052" y="953"/>
                  <a:pt x="2045" y="960"/>
                </a:cubicBezTo>
                <a:cubicBezTo>
                  <a:pt x="2037" y="967"/>
                  <a:pt x="2029" y="974"/>
                  <a:pt x="2021" y="980"/>
                </a:cubicBezTo>
                <a:cubicBezTo>
                  <a:pt x="2012" y="985"/>
                  <a:pt x="2003" y="990"/>
                  <a:pt x="1993" y="994"/>
                </a:cubicBezTo>
                <a:cubicBezTo>
                  <a:pt x="1984" y="998"/>
                  <a:pt x="1974" y="1001"/>
                  <a:pt x="1963" y="1003"/>
                </a:cubicBezTo>
                <a:cubicBezTo>
                  <a:pt x="1953" y="1005"/>
                  <a:pt x="1943" y="1006"/>
                  <a:pt x="1932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7969320" y="34956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8209080" y="359460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char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9010440" y="3543120"/>
            <a:ext cx="1038600" cy="362160"/>
          </a:xfrm>
          <a:custGeom>
            <a:avLst/>
            <a:gdLst/>
            <a:ahLst/>
            <a:rect l="0" t="0" r="r" b="b"/>
            <a:pathLst>
              <a:path w="2885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26" y="0"/>
                </a:lnTo>
                <a:cubicBezTo>
                  <a:pt x="2737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7" y="16"/>
                  <a:pt x="2806" y="21"/>
                  <a:pt x="2814" y="27"/>
                </a:cubicBezTo>
                <a:cubicBezTo>
                  <a:pt x="2823" y="33"/>
                  <a:pt x="2831" y="39"/>
                  <a:pt x="2839" y="46"/>
                </a:cubicBezTo>
                <a:cubicBezTo>
                  <a:pt x="2846" y="54"/>
                  <a:pt x="2852" y="62"/>
                  <a:pt x="2858" y="71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8"/>
                  <a:pt x="2885" y="159"/>
                </a:cubicBezTo>
                <a:lnTo>
                  <a:pt x="2885" y="848"/>
                </a:lnTo>
                <a:cubicBezTo>
                  <a:pt x="2885" y="858"/>
                  <a:pt x="2884" y="868"/>
                  <a:pt x="2882" y="879"/>
                </a:cubicBezTo>
                <a:cubicBezTo>
                  <a:pt x="2880" y="889"/>
                  <a:pt x="2877" y="899"/>
                  <a:pt x="2873" y="908"/>
                </a:cubicBezTo>
                <a:cubicBezTo>
                  <a:pt x="2869" y="918"/>
                  <a:pt x="2864" y="927"/>
                  <a:pt x="2858" y="936"/>
                </a:cubicBezTo>
                <a:cubicBezTo>
                  <a:pt x="2852" y="945"/>
                  <a:pt x="2846" y="953"/>
                  <a:pt x="2839" y="960"/>
                </a:cubicBezTo>
                <a:cubicBezTo>
                  <a:pt x="2831" y="967"/>
                  <a:pt x="2823" y="974"/>
                  <a:pt x="2814" y="980"/>
                </a:cubicBezTo>
                <a:cubicBezTo>
                  <a:pt x="2806" y="985"/>
                  <a:pt x="2797" y="990"/>
                  <a:pt x="2787" y="994"/>
                </a:cubicBezTo>
                <a:cubicBezTo>
                  <a:pt x="2777" y="998"/>
                  <a:pt x="2767" y="1001"/>
                  <a:pt x="2757" y="1003"/>
                </a:cubicBezTo>
                <a:cubicBezTo>
                  <a:pt x="2747" y="1005"/>
                  <a:pt x="2737" y="1006"/>
                  <a:pt x="272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8866440" y="34956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9106200" y="359460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0191600" y="3543120"/>
            <a:ext cx="752760" cy="362160"/>
          </a:xfrm>
          <a:custGeom>
            <a:avLst/>
            <a:gdLst/>
            <a:ahLst/>
            <a:rect l="0" t="0" r="r" b="b"/>
            <a:pathLst>
              <a:path w="2091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31" y="0"/>
                </a:lnTo>
                <a:cubicBezTo>
                  <a:pt x="1942" y="0"/>
                  <a:pt x="1952" y="1"/>
                  <a:pt x="1962" y="3"/>
                </a:cubicBezTo>
                <a:cubicBezTo>
                  <a:pt x="1973" y="5"/>
                  <a:pt x="1982" y="8"/>
                  <a:pt x="1992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29" y="33"/>
                  <a:pt x="2037" y="39"/>
                  <a:pt x="2045" y="46"/>
                </a:cubicBezTo>
                <a:cubicBezTo>
                  <a:pt x="2052" y="54"/>
                  <a:pt x="2059" y="62"/>
                  <a:pt x="2064" y="71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8"/>
                  <a:pt x="2086" y="118"/>
                  <a:pt x="2088" y="128"/>
                </a:cubicBezTo>
                <a:cubicBezTo>
                  <a:pt x="2090" y="138"/>
                  <a:pt x="2091" y="148"/>
                  <a:pt x="2091" y="159"/>
                </a:cubicBezTo>
                <a:lnTo>
                  <a:pt x="2091" y="848"/>
                </a:lnTo>
                <a:cubicBezTo>
                  <a:pt x="2091" y="858"/>
                  <a:pt x="2090" y="868"/>
                  <a:pt x="2088" y="879"/>
                </a:cubicBezTo>
                <a:cubicBezTo>
                  <a:pt x="2086" y="889"/>
                  <a:pt x="2083" y="899"/>
                  <a:pt x="2079" y="908"/>
                </a:cubicBezTo>
                <a:cubicBezTo>
                  <a:pt x="2075" y="918"/>
                  <a:pt x="2070" y="927"/>
                  <a:pt x="2064" y="936"/>
                </a:cubicBezTo>
                <a:cubicBezTo>
                  <a:pt x="2059" y="945"/>
                  <a:pt x="2052" y="953"/>
                  <a:pt x="2045" y="960"/>
                </a:cubicBezTo>
                <a:cubicBezTo>
                  <a:pt x="2037" y="967"/>
                  <a:pt x="2029" y="974"/>
                  <a:pt x="2021" y="980"/>
                </a:cubicBezTo>
                <a:cubicBezTo>
                  <a:pt x="2012" y="985"/>
                  <a:pt x="2003" y="990"/>
                  <a:pt x="1992" y="994"/>
                </a:cubicBezTo>
                <a:cubicBezTo>
                  <a:pt x="1982" y="998"/>
                  <a:pt x="1973" y="1001"/>
                  <a:pt x="1962" y="1003"/>
                </a:cubicBezTo>
                <a:cubicBezTo>
                  <a:pt x="1952" y="1005"/>
                  <a:pt x="1942" y="1006"/>
                  <a:pt x="1931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10045080" y="34956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10284840" y="359460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enum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880920" y="4267080"/>
            <a:ext cx="648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Loop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3171600" y="4305240"/>
            <a:ext cx="1734120" cy="362160"/>
          </a:xfrm>
          <a:custGeom>
            <a:avLst/>
            <a:gdLst/>
            <a:ahLst/>
            <a:rect l="0" t="0" r="r" b="b"/>
            <a:pathLst>
              <a:path w="4817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58" y="0"/>
                </a:lnTo>
                <a:cubicBezTo>
                  <a:pt x="4668" y="0"/>
                  <a:pt x="4679" y="1"/>
                  <a:pt x="4689" y="3"/>
                </a:cubicBezTo>
                <a:cubicBezTo>
                  <a:pt x="4699" y="5"/>
                  <a:pt x="4709" y="8"/>
                  <a:pt x="4719" y="12"/>
                </a:cubicBezTo>
                <a:cubicBezTo>
                  <a:pt x="4728" y="16"/>
                  <a:pt x="4737" y="21"/>
                  <a:pt x="4746" y="26"/>
                </a:cubicBezTo>
                <a:cubicBezTo>
                  <a:pt x="4755" y="32"/>
                  <a:pt x="4763" y="39"/>
                  <a:pt x="4770" y="46"/>
                </a:cubicBezTo>
                <a:cubicBezTo>
                  <a:pt x="4777" y="54"/>
                  <a:pt x="4784" y="62"/>
                  <a:pt x="4790" y="70"/>
                </a:cubicBezTo>
                <a:cubicBezTo>
                  <a:pt x="4796" y="79"/>
                  <a:pt x="4800" y="88"/>
                  <a:pt x="4804" y="98"/>
                </a:cubicBezTo>
                <a:cubicBezTo>
                  <a:pt x="4808" y="107"/>
                  <a:pt x="4811" y="117"/>
                  <a:pt x="4813" y="127"/>
                </a:cubicBezTo>
                <a:cubicBezTo>
                  <a:pt x="4816" y="138"/>
                  <a:pt x="4817" y="148"/>
                  <a:pt x="4817" y="158"/>
                </a:cubicBezTo>
                <a:lnTo>
                  <a:pt x="4817" y="847"/>
                </a:lnTo>
                <a:cubicBezTo>
                  <a:pt x="4817" y="858"/>
                  <a:pt x="4816" y="868"/>
                  <a:pt x="4813" y="878"/>
                </a:cubicBezTo>
                <a:cubicBezTo>
                  <a:pt x="4811" y="889"/>
                  <a:pt x="4808" y="898"/>
                  <a:pt x="4804" y="908"/>
                </a:cubicBezTo>
                <a:cubicBezTo>
                  <a:pt x="4800" y="918"/>
                  <a:pt x="4796" y="927"/>
                  <a:pt x="4790" y="936"/>
                </a:cubicBezTo>
                <a:cubicBezTo>
                  <a:pt x="4784" y="944"/>
                  <a:pt x="4777" y="952"/>
                  <a:pt x="4770" y="960"/>
                </a:cubicBezTo>
                <a:cubicBezTo>
                  <a:pt x="4763" y="967"/>
                  <a:pt x="4755" y="974"/>
                  <a:pt x="4746" y="979"/>
                </a:cubicBezTo>
                <a:cubicBezTo>
                  <a:pt x="4737" y="985"/>
                  <a:pt x="4728" y="990"/>
                  <a:pt x="4719" y="994"/>
                </a:cubicBezTo>
                <a:cubicBezTo>
                  <a:pt x="4709" y="998"/>
                  <a:pt x="4699" y="1001"/>
                  <a:pt x="4689" y="1003"/>
                </a:cubicBezTo>
                <a:cubicBezTo>
                  <a:pt x="4679" y="1005"/>
                  <a:pt x="4668" y="1006"/>
                  <a:pt x="4658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880920" y="4676760"/>
            <a:ext cx="1325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semicolon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3263040" y="4356720"/>
            <a:ext cx="154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while(i&lt;5);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4906440" y="4257720"/>
            <a:ext cx="1186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– inﬁnite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3169440" y="4686120"/>
            <a:ext cx="575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loop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885600" y="5276520"/>
            <a:ext cx="1171800" cy="352800"/>
          </a:xfrm>
          <a:custGeom>
            <a:avLst/>
            <a:gdLst/>
            <a:ahLst/>
            <a:rect l="0" t="0" r="r" b="b"/>
            <a:pathLst>
              <a:path w="3255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97" y="0"/>
                </a:lnTo>
                <a:cubicBezTo>
                  <a:pt x="3107" y="0"/>
                  <a:pt x="3117" y="1"/>
                  <a:pt x="3128" y="3"/>
                </a:cubicBezTo>
                <a:cubicBezTo>
                  <a:pt x="3138" y="5"/>
                  <a:pt x="3148" y="9"/>
                  <a:pt x="3157" y="13"/>
                </a:cubicBezTo>
                <a:cubicBezTo>
                  <a:pt x="3167" y="16"/>
                  <a:pt x="3176" y="21"/>
                  <a:pt x="3185" y="27"/>
                </a:cubicBezTo>
                <a:cubicBezTo>
                  <a:pt x="3194" y="33"/>
                  <a:pt x="3202" y="40"/>
                  <a:pt x="3209" y="47"/>
                </a:cubicBezTo>
                <a:cubicBezTo>
                  <a:pt x="3216" y="54"/>
                  <a:pt x="3223" y="62"/>
                  <a:pt x="3229" y="71"/>
                </a:cubicBezTo>
                <a:cubicBezTo>
                  <a:pt x="3235" y="80"/>
                  <a:pt x="3239" y="89"/>
                  <a:pt x="3243" y="98"/>
                </a:cubicBezTo>
                <a:cubicBezTo>
                  <a:pt x="3247" y="108"/>
                  <a:pt x="3250" y="118"/>
                  <a:pt x="3252" y="128"/>
                </a:cubicBezTo>
                <a:cubicBezTo>
                  <a:pt x="3254" y="138"/>
                  <a:pt x="3255" y="149"/>
                  <a:pt x="3255" y="159"/>
                </a:cubicBezTo>
                <a:lnTo>
                  <a:pt x="3255" y="822"/>
                </a:lnTo>
                <a:cubicBezTo>
                  <a:pt x="3255" y="832"/>
                  <a:pt x="3254" y="842"/>
                  <a:pt x="3252" y="853"/>
                </a:cubicBezTo>
                <a:cubicBezTo>
                  <a:pt x="3250" y="863"/>
                  <a:pt x="3247" y="873"/>
                  <a:pt x="3243" y="882"/>
                </a:cubicBezTo>
                <a:cubicBezTo>
                  <a:pt x="3239" y="892"/>
                  <a:pt x="3235" y="901"/>
                  <a:pt x="3229" y="910"/>
                </a:cubicBezTo>
                <a:cubicBezTo>
                  <a:pt x="3223" y="918"/>
                  <a:pt x="3216" y="927"/>
                  <a:pt x="3209" y="934"/>
                </a:cubicBezTo>
                <a:cubicBezTo>
                  <a:pt x="3202" y="941"/>
                  <a:pt x="3194" y="948"/>
                  <a:pt x="3185" y="954"/>
                </a:cubicBezTo>
                <a:cubicBezTo>
                  <a:pt x="3176" y="959"/>
                  <a:pt x="3167" y="964"/>
                  <a:pt x="3157" y="968"/>
                </a:cubicBezTo>
                <a:cubicBezTo>
                  <a:pt x="3148" y="972"/>
                  <a:pt x="3138" y="975"/>
                  <a:pt x="3128" y="977"/>
                </a:cubicBezTo>
                <a:cubicBezTo>
                  <a:pt x="3117" y="979"/>
                  <a:pt x="3107" y="980"/>
                  <a:pt x="3097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8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7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6796800" y="4467240"/>
            <a:ext cx="3420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 semicolon before body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974880" y="532800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else-if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2054880" y="5219640"/>
            <a:ext cx="792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order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3169440" y="5229360"/>
            <a:ext cx="2535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Most restrictive last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6796800" y="5229360"/>
            <a:ext cx="369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Place narrow conditions ﬁrst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880920" y="5781600"/>
            <a:ext cx="956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Closing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880920" y="6200640"/>
            <a:ext cx="1049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Scanner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4600440" y="6029280"/>
            <a:ext cx="1171800" cy="362160"/>
          </a:xfrm>
          <a:custGeom>
            <a:avLst/>
            <a:gdLst/>
            <a:ahLst/>
            <a:rect l="0" t="0" r="r" b="b"/>
            <a:pathLst>
              <a:path w="3255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96" y="0"/>
                </a:lnTo>
                <a:cubicBezTo>
                  <a:pt x="3107" y="0"/>
                  <a:pt x="3117" y="1"/>
                  <a:pt x="3127" y="3"/>
                </a:cubicBezTo>
                <a:cubicBezTo>
                  <a:pt x="3138" y="5"/>
                  <a:pt x="3148" y="8"/>
                  <a:pt x="3157" y="12"/>
                </a:cubicBezTo>
                <a:cubicBezTo>
                  <a:pt x="3167" y="16"/>
                  <a:pt x="3176" y="21"/>
                  <a:pt x="3185" y="26"/>
                </a:cubicBezTo>
                <a:cubicBezTo>
                  <a:pt x="3193" y="32"/>
                  <a:pt x="3201" y="39"/>
                  <a:pt x="3209" y="46"/>
                </a:cubicBezTo>
                <a:cubicBezTo>
                  <a:pt x="3216" y="53"/>
                  <a:pt x="3223" y="62"/>
                  <a:pt x="3228" y="70"/>
                </a:cubicBezTo>
                <a:cubicBezTo>
                  <a:pt x="3234" y="79"/>
                  <a:pt x="3239" y="88"/>
                  <a:pt x="3243" y="98"/>
                </a:cubicBezTo>
                <a:cubicBezTo>
                  <a:pt x="3247" y="107"/>
                  <a:pt x="3250" y="117"/>
                  <a:pt x="3252" y="127"/>
                </a:cubicBezTo>
                <a:cubicBezTo>
                  <a:pt x="3254" y="138"/>
                  <a:pt x="3255" y="148"/>
                  <a:pt x="3255" y="158"/>
                </a:cubicBezTo>
                <a:lnTo>
                  <a:pt x="3255" y="847"/>
                </a:lnTo>
                <a:cubicBezTo>
                  <a:pt x="3255" y="858"/>
                  <a:pt x="3254" y="868"/>
                  <a:pt x="3252" y="878"/>
                </a:cubicBezTo>
                <a:cubicBezTo>
                  <a:pt x="3250" y="888"/>
                  <a:pt x="3247" y="898"/>
                  <a:pt x="3243" y="908"/>
                </a:cubicBezTo>
                <a:cubicBezTo>
                  <a:pt x="3239" y="918"/>
                  <a:pt x="3234" y="927"/>
                  <a:pt x="3228" y="935"/>
                </a:cubicBezTo>
                <a:cubicBezTo>
                  <a:pt x="3223" y="944"/>
                  <a:pt x="3216" y="952"/>
                  <a:pt x="3209" y="960"/>
                </a:cubicBezTo>
                <a:cubicBezTo>
                  <a:pt x="3201" y="967"/>
                  <a:pt x="3193" y="973"/>
                  <a:pt x="3185" y="979"/>
                </a:cubicBezTo>
                <a:cubicBezTo>
                  <a:pt x="3176" y="985"/>
                  <a:pt x="3167" y="990"/>
                  <a:pt x="3157" y="994"/>
                </a:cubicBezTo>
                <a:cubicBezTo>
                  <a:pt x="3148" y="998"/>
                  <a:pt x="3138" y="1001"/>
                  <a:pt x="3127" y="1003"/>
                </a:cubicBezTo>
                <a:cubicBezTo>
                  <a:pt x="3117" y="1005"/>
                  <a:pt x="3107" y="1006"/>
                  <a:pt x="309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3"/>
                  <a:pt x="54" y="967"/>
                  <a:pt x="46" y="960"/>
                </a:cubicBezTo>
                <a:cubicBezTo>
                  <a:pt x="39" y="952"/>
                  <a:pt x="32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3169440" y="5981760"/>
            <a:ext cx="1432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Forgetting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4694040" y="608076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close()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7362720" y="5829120"/>
            <a:ext cx="1171800" cy="352800"/>
          </a:xfrm>
          <a:custGeom>
            <a:avLst/>
            <a:gdLst/>
            <a:ahLst/>
            <a:rect l="0" t="0" r="r" b="b"/>
            <a:pathLst>
              <a:path w="3255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96" y="0"/>
                </a:lnTo>
                <a:cubicBezTo>
                  <a:pt x="3107" y="0"/>
                  <a:pt x="3117" y="1"/>
                  <a:pt x="3127" y="3"/>
                </a:cubicBezTo>
                <a:cubicBezTo>
                  <a:pt x="3138" y="5"/>
                  <a:pt x="3148" y="8"/>
                  <a:pt x="3157" y="12"/>
                </a:cubicBezTo>
                <a:cubicBezTo>
                  <a:pt x="3167" y="16"/>
                  <a:pt x="3176" y="21"/>
                  <a:pt x="3185" y="27"/>
                </a:cubicBezTo>
                <a:cubicBezTo>
                  <a:pt x="3193" y="33"/>
                  <a:pt x="3201" y="39"/>
                  <a:pt x="3209" y="46"/>
                </a:cubicBezTo>
                <a:cubicBezTo>
                  <a:pt x="3216" y="54"/>
                  <a:pt x="3223" y="62"/>
                  <a:pt x="3228" y="71"/>
                </a:cubicBezTo>
                <a:cubicBezTo>
                  <a:pt x="3234" y="79"/>
                  <a:pt x="3239" y="88"/>
                  <a:pt x="3243" y="98"/>
                </a:cubicBezTo>
                <a:cubicBezTo>
                  <a:pt x="3247" y="108"/>
                  <a:pt x="3250" y="118"/>
                  <a:pt x="3252" y="128"/>
                </a:cubicBezTo>
                <a:cubicBezTo>
                  <a:pt x="3254" y="138"/>
                  <a:pt x="3255" y="148"/>
                  <a:pt x="3255" y="159"/>
                </a:cubicBezTo>
                <a:lnTo>
                  <a:pt x="3255" y="820"/>
                </a:lnTo>
                <a:cubicBezTo>
                  <a:pt x="3255" y="831"/>
                  <a:pt x="3254" y="841"/>
                  <a:pt x="3252" y="851"/>
                </a:cubicBezTo>
                <a:cubicBezTo>
                  <a:pt x="3250" y="861"/>
                  <a:pt x="3247" y="871"/>
                  <a:pt x="3243" y="881"/>
                </a:cubicBezTo>
                <a:cubicBezTo>
                  <a:pt x="3239" y="891"/>
                  <a:pt x="3234" y="900"/>
                  <a:pt x="3228" y="908"/>
                </a:cubicBezTo>
                <a:cubicBezTo>
                  <a:pt x="3223" y="917"/>
                  <a:pt x="3216" y="926"/>
                  <a:pt x="3209" y="933"/>
                </a:cubicBezTo>
                <a:cubicBezTo>
                  <a:pt x="3201" y="941"/>
                  <a:pt x="3193" y="947"/>
                  <a:pt x="3185" y="953"/>
                </a:cubicBezTo>
                <a:cubicBezTo>
                  <a:pt x="3176" y="959"/>
                  <a:pt x="3167" y="964"/>
                  <a:pt x="3157" y="968"/>
                </a:cubicBezTo>
                <a:cubicBezTo>
                  <a:pt x="3148" y="972"/>
                  <a:pt x="3138" y="975"/>
                  <a:pt x="3127" y="977"/>
                </a:cubicBezTo>
                <a:cubicBezTo>
                  <a:pt x="3117" y="979"/>
                  <a:pt x="3107" y="980"/>
                  <a:pt x="3096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7"/>
                  <a:pt x="27" y="908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6796800" y="5772240"/>
            <a:ext cx="56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7452720" y="588060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close()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8915040" y="5829120"/>
            <a:ext cx="1181520" cy="352800"/>
          </a:xfrm>
          <a:custGeom>
            <a:avLst/>
            <a:gdLst/>
            <a:ahLst/>
            <a:rect l="0" t="0" r="r" b="b"/>
            <a:pathLst>
              <a:path w="3282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124" y="0"/>
                </a:lnTo>
                <a:cubicBezTo>
                  <a:pt x="3134" y="0"/>
                  <a:pt x="3144" y="1"/>
                  <a:pt x="3155" y="3"/>
                </a:cubicBezTo>
                <a:cubicBezTo>
                  <a:pt x="3165" y="5"/>
                  <a:pt x="3175" y="8"/>
                  <a:pt x="3184" y="12"/>
                </a:cubicBezTo>
                <a:cubicBezTo>
                  <a:pt x="3194" y="16"/>
                  <a:pt x="3203" y="21"/>
                  <a:pt x="3212" y="27"/>
                </a:cubicBezTo>
                <a:cubicBezTo>
                  <a:pt x="3220" y="33"/>
                  <a:pt x="3228" y="39"/>
                  <a:pt x="3236" y="46"/>
                </a:cubicBezTo>
                <a:cubicBezTo>
                  <a:pt x="3243" y="54"/>
                  <a:pt x="3250" y="62"/>
                  <a:pt x="3256" y="71"/>
                </a:cubicBezTo>
                <a:cubicBezTo>
                  <a:pt x="3261" y="79"/>
                  <a:pt x="3266" y="88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8"/>
                  <a:pt x="3282" y="159"/>
                </a:cubicBezTo>
                <a:lnTo>
                  <a:pt x="3282" y="820"/>
                </a:lnTo>
                <a:cubicBezTo>
                  <a:pt x="3282" y="831"/>
                  <a:pt x="3281" y="841"/>
                  <a:pt x="3279" y="851"/>
                </a:cubicBezTo>
                <a:cubicBezTo>
                  <a:pt x="3277" y="861"/>
                  <a:pt x="3274" y="871"/>
                  <a:pt x="3270" y="881"/>
                </a:cubicBezTo>
                <a:cubicBezTo>
                  <a:pt x="3266" y="891"/>
                  <a:pt x="3261" y="900"/>
                  <a:pt x="3256" y="908"/>
                </a:cubicBezTo>
                <a:cubicBezTo>
                  <a:pt x="3250" y="917"/>
                  <a:pt x="3243" y="926"/>
                  <a:pt x="3236" y="933"/>
                </a:cubicBezTo>
                <a:cubicBezTo>
                  <a:pt x="3228" y="941"/>
                  <a:pt x="3220" y="947"/>
                  <a:pt x="3212" y="953"/>
                </a:cubicBezTo>
                <a:cubicBezTo>
                  <a:pt x="3203" y="959"/>
                  <a:pt x="3194" y="964"/>
                  <a:pt x="3184" y="968"/>
                </a:cubicBezTo>
                <a:cubicBezTo>
                  <a:pt x="3175" y="972"/>
                  <a:pt x="3165" y="975"/>
                  <a:pt x="3155" y="977"/>
                </a:cubicBezTo>
                <a:cubicBezTo>
                  <a:pt x="3144" y="979"/>
                  <a:pt x="3134" y="980"/>
                  <a:pt x="3124" y="980"/>
                </a:cubicBezTo>
                <a:lnTo>
                  <a:pt x="159" y="980"/>
                </a:lnTo>
                <a:cubicBezTo>
                  <a:pt x="149" y="980"/>
                  <a:pt x="139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40" y="926"/>
                  <a:pt x="33" y="917"/>
                  <a:pt x="27" y="908"/>
                </a:cubicBezTo>
                <a:cubicBezTo>
                  <a:pt x="21" y="900"/>
                  <a:pt x="17" y="891"/>
                  <a:pt x="13" y="881"/>
                </a:cubicBezTo>
                <a:cubicBezTo>
                  <a:pt x="9" y="871"/>
                  <a:pt x="6" y="861"/>
                  <a:pt x="4" y="851"/>
                </a:cubicBezTo>
                <a:cubicBezTo>
                  <a:pt x="2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8532360" y="5772240"/>
            <a:ext cx="385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9011880" y="588060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finally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10091880" y="5772240"/>
            <a:ext cx="353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6796800" y="6200640"/>
            <a:ext cx="2363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try‑with‑resources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747720" y="3238560"/>
            <a:ext cx="9263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End of presentation – prepared from Dr. Mohamed Ramadan's lectures 1–5.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