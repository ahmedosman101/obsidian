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Default Extension="fntdata" ContentType="application/x-fontdata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_rels/presentation.xml.rels" ContentType="application/vnd.openxmlformats-package.relationship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4.xml" ContentType="application/vnd.openxmlformats-officedocument.presentationml.slide+xml"/>
  <Override PartName="/ppt/slides/slide3.xml" ContentType="application/vnd.openxmlformats-officedocument.presentationml.slide+xml"/>
  <Override PartName="/ppt/slides/slide36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4.xml" ContentType="application/vnd.openxmlformats-officedocument.presentationml.slide+xml"/>
  <Override PartName="/ppt/slides/slide37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32.xml" ContentType="application/vnd.openxmlformats-officedocument.presentationml.slide+xml"/>
  <Override PartName="/ppt/slides/slide27.xml" ContentType="application/vnd.openxmlformats-officedocument.presentationml.slide+xml"/>
  <Override PartName="/ppt/slides/slide43.xml" ContentType="application/vnd.openxmlformats-officedocument.presentationml.slide+xml"/>
  <Override PartName="/ppt/slides/slide20.xml" ContentType="application/vnd.openxmlformats-officedocument.presentationml.slide+xml"/>
  <Override PartName="/ppt/slides/slide44.xml" ContentType="application/vnd.openxmlformats-officedocument.presentationml.slide+xml"/>
  <Override PartName="/ppt/slides/_rels/slide3.xml.rels" ContentType="application/vnd.openxmlformats-package.relationships+xml"/>
  <Override PartName="/ppt/slides/_rels/slide18.xml.rels" ContentType="application/vnd.openxmlformats-package.relationships+xml"/>
  <Override PartName="/ppt/slides/_rels/slide12.xml.rels" ContentType="application/vnd.openxmlformats-package.relationships+xml"/>
  <Override PartName="/ppt/slides/_rels/slide21.xml.rels" ContentType="application/vnd.openxmlformats-package.relationships+xml"/>
  <Override PartName="/ppt/slides/_rels/slide4.xml.rels" ContentType="application/vnd.openxmlformats-package.relationships+xml"/>
  <Override PartName="/ppt/slides/_rels/slide19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9.xml.rels" ContentType="application/vnd.openxmlformats-package.relationships+xml"/>
  <Override PartName="/ppt/slides/_rels/slide26.xml.rels" ContentType="application/vnd.openxmlformats-package.relationships+xml"/>
  <Override PartName="/ppt/slides/_rels/slide11.xml.rels" ContentType="application/vnd.openxmlformats-package.relationships+xml"/>
  <Override PartName="/ppt/slides/_rels/slide16.xml.rels" ContentType="application/vnd.openxmlformats-package.relationships+xml"/>
  <Override PartName="/ppt/slides/_rels/slide2.xml.rels" ContentType="application/vnd.openxmlformats-package.relationships+xml"/>
  <Override PartName="/ppt/slides/_rels/slide15.xml.rels" ContentType="application/vnd.openxmlformats-package.relationships+xml"/>
  <Override PartName="/ppt/slides/_rels/slide22.xml.rels" ContentType="application/vnd.openxmlformats-package.relationships+xml"/>
  <Override PartName="/ppt/slides/_rels/slide28.xml.rels" ContentType="application/vnd.openxmlformats-package.relationships+xml"/>
  <Override PartName="/ppt/slides/_rels/slide17.xml.rels" ContentType="application/vnd.openxmlformats-package.relationships+xml"/>
  <Override PartName="/ppt/slides/_rels/slide8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29.xml.rels" ContentType="application/vnd.openxmlformats-package.relationships+xml"/>
  <Override PartName="/ppt/slides/_rels/slide20.xml.rels" ContentType="application/vnd.openxmlformats-package.relationships+xml"/>
  <Override PartName="/ppt/slides/_rels/slide34.xml.rels" ContentType="application/vnd.openxmlformats-package.relationships+xml"/>
  <Override PartName="/ppt/slides/_rels/slide24.xml.rels" ContentType="application/vnd.openxmlformats-package.relationships+xml"/>
  <Override PartName="/ppt/slides/_rels/slide39.xml.rels" ContentType="application/vnd.openxmlformats-package.relationships+xml"/>
  <Override PartName="/ppt/slides/_rels/slide35.xml.rels" ContentType="application/vnd.openxmlformats-package.relationships+xml"/>
  <Override PartName="/ppt/slides/_rels/slide36.xml.rels" ContentType="application/vnd.openxmlformats-package.relationships+xml"/>
  <Override PartName="/ppt/slides/_rels/slide10.xml.rels" ContentType="application/vnd.openxmlformats-package.relationships+xml"/>
  <Override PartName="/ppt/slides/_rels/slide37.xml.rels" ContentType="application/vnd.openxmlformats-package.relationships+xml"/>
  <Override PartName="/ppt/slides/_rels/slide27.xml.rels" ContentType="application/vnd.openxmlformats-package.relationships+xml"/>
  <Override PartName="/ppt/slides/_rels/slide38.xml.rels" ContentType="application/vnd.openxmlformats-package.relationships+xml"/>
  <Override PartName="/ppt/slides/_rels/slide33.xml.rels" ContentType="application/vnd.openxmlformats-package.relationships+xml"/>
  <Override PartName="/ppt/slides/_rels/slide40.xml.rels" ContentType="application/vnd.openxmlformats-package.relationships+xml"/>
  <Override PartName="/ppt/slides/_rels/slide41.xml.rels" ContentType="application/vnd.openxmlformats-package.relationships+xml"/>
  <Override PartName="/ppt/slides/_rels/slide43.xml.rels" ContentType="application/vnd.openxmlformats-package.relationships+xml"/>
  <Override PartName="/ppt/slides/_rels/slide44.xml.rels" ContentType="application/vnd.openxmlformats-package.relationships+xml"/>
  <Override PartName="/ppt/slides/_rels/slide32.xml.rels" ContentType="application/vnd.openxmlformats-package.relationships+xml"/>
  <Override PartName="/ppt/slides/_rels/slide7.xml.rels" ContentType="application/vnd.openxmlformats-package.relationships+xml"/>
  <Override PartName="/ppt/slides/_rels/slide42.xml.rels" ContentType="application/vnd.openxmlformats-package.relationships+xml"/>
  <Override PartName="/ppt/slides/_rels/slide31.xml.rels" ContentType="application/vnd.openxmlformats-package.relationships+xml"/>
  <Override PartName="/ppt/slides/_rels/slide23.xml.rels" ContentType="application/vnd.openxmlformats-package.relationships+xml"/>
  <Override PartName="/ppt/slides/_rels/slide30.xml.rels" ContentType="application/vnd.openxmlformats-package.relationships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13.xml" ContentType="application/vnd.openxmlformats-officedocument.presentationml.slide+xml"/>
  <Override PartName="/ppt/slides/slide11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media/image29.png" ContentType="image/png"/>
  <Override PartName="/ppt/media/image28.png" ContentType="image/png"/>
  <Override PartName="/ppt/media/image27.png" ContentType="image/png"/>
  <Override PartName="/ppt/media/image24.png" ContentType="image/png"/>
  <Override PartName="/ppt/media/image23.png" ContentType="image/png"/>
  <Override PartName="/ppt/media/image22.png" ContentType="image/png"/>
  <Override PartName="/ppt/media/image19.png" ContentType="image/png"/>
  <Override PartName="/ppt/media/image8.png" ContentType="image/png"/>
  <Override PartName="/ppt/media/image20.png" ContentType="image/png"/>
  <Override PartName="/ppt/media/image38.png" ContentType="image/png"/>
  <Override PartName="/ppt/media/image18.png" ContentType="image/png"/>
  <Override PartName="/ppt/media/image9.png" ContentType="image/png"/>
  <Override PartName="/ppt/media/image1.png" ContentType="image/png"/>
  <Override PartName="/ppt/media/image6.png" ContentType="image/png"/>
  <Override PartName="/ppt/media/image25.png" ContentType="image/png"/>
  <Override PartName="/ppt/media/image3.png" ContentType="image/png"/>
  <Override PartName="/ppt/media/image2.png" ContentType="image/png"/>
  <Override PartName="/ppt/media/image39.png" ContentType="image/png"/>
  <Override PartName="/ppt/media/image4.png" ContentType="image/png"/>
  <Override PartName="/ppt/media/image13.png" ContentType="image/png"/>
  <Override PartName="/ppt/media/image33.png" ContentType="image/png"/>
  <Override PartName="/ppt/media/image21.png" ContentType="image/png"/>
  <Override PartName="/ppt/media/image30.png" ContentType="image/png"/>
  <Override PartName="/ppt/media/image12.png" ContentType="image/png"/>
  <Override PartName="/ppt/media/image31.png" ContentType="image/png"/>
  <Override PartName="/ppt/media/image35.png" ContentType="image/png"/>
  <Override PartName="/ppt/media/image34.png" ContentType="image/png"/>
  <Override PartName="/ppt/media/image17.png" ContentType="image/png"/>
  <Override PartName="/ppt/media/image26.png" ContentType="image/png"/>
  <Override PartName="/ppt/media/image11.png" ContentType="image/png"/>
  <Override PartName="/ppt/media/image32.png" ContentType="image/png"/>
  <Override PartName="/ppt/media/image16.png" ContentType="image/png"/>
  <Override PartName="/ppt/media/image7.png" ContentType="image/png"/>
  <Override PartName="/ppt/media/image36.png" ContentType="image/png"/>
  <Override PartName="/ppt/media/image10.png" ContentType="image/png"/>
  <Override PartName="/ppt/media/image14.png" ContentType="image/png"/>
  <Override PartName="/ppt/media/image15.png" ContentType="image/png"/>
  <Override PartName="/ppt/media/image37.png" ContentType="image/png"/>
  <Override PartName="/ppt/media/image5.png" ContentType="image/png"/>
</Types>
</file>

<file path=_rels/.rels><?xml version="1.0" encoding="UTF-8"?>
<Relationships xmlns="http://schemas.openxmlformats.org/package/2006/relationships"><Relationship Id="rId1" Type="http://schemas.openxmlformats.org/officedocument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  <p:sldId id="276" r:id="rId23"/>
    <p:sldId id="277" r:id="rId24"/>
    <p:sldId id="278" r:id="rId25"/>
    <p:sldId id="279" r:id="rId26"/>
    <p:sldId id="280" r:id="rId27"/>
    <p:sldId id="281" r:id="rId28"/>
    <p:sldId id="282" r:id="rId29"/>
    <p:sldId id="283" r:id="rId30"/>
    <p:sldId id="284" r:id="rId31"/>
    <p:sldId id="285" r:id="rId32"/>
    <p:sldId id="286" r:id="rId33"/>
    <p:sldId id="287" r:id="rId34"/>
    <p:sldId id="288" r:id="rId35"/>
    <p:sldId id="289" r:id="rId36"/>
    <p:sldId id="290" r:id="rId37"/>
    <p:sldId id="291" r:id="rId38"/>
    <p:sldId id="292" r:id="rId39"/>
    <p:sldId id="293" r:id="rId40"/>
    <p:sldId id="294" r:id="rId41"/>
    <p:sldId id="295" r:id="rId42"/>
    <p:sldId id="296" r:id="rId43"/>
    <p:sldId id="297" r:id="rId44"/>
    <p:sldId id="298" r:id="rId45"/>
    <p:sldId id="299" r:id="rId46"/>
  </p:sldIdLst>
  <p:sldSz cx="12192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master-page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subTitle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 algn="ctr">
              <a:buNone/>
            </a:pP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59200"/>
            <a:ext cx="10972080" cy="10846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r>
              <a:rPr b="0" lang="en-US" sz="4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title text format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520280"/>
            <a:ext cx="10972080" cy="37684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Second Outline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Third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1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slideLayout" Target="../slideLayouts/slideLayout1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6.png"/><Relationship Id="rId2" Type="http://schemas.openxmlformats.org/officeDocument/2006/relationships/slideLayout" Target="../slideLayouts/slideLayout1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slideLayout" Target="../slideLayouts/slideLayout1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1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slideLayout" Target="../slideLayouts/slideLayout1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28.png"/><Relationship Id="rId2" Type="http://schemas.openxmlformats.org/officeDocument/2006/relationships/slideLayout" Target="../slideLayouts/slideLayout1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30.png"/><Relationship Id="rId2" Type="http://schemas.openxmlformats.org/officeDocument/2006/relationships/slideLayout" Target="../slideLayouts/slideLayout1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31.png"/><Relationship Id="rId2" Type="http://schemas.openxmlformats.org/officeDocument/2006/relationships/slideLayout" Target="../slideLayouts/slideLayout1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32.png"/><Relationship Id="rId2" Type="http://schemas.openxmlformats.org/officeDocument/2006/relationships/slideLayout" Target="../slideLayouts/slideLayout1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33.png"/><Relationship Id="rId2" Type="http://schemas.openxmlformats.org/officeDocument/2006/relationships/slideLayout" Target="../slideLayouts/slideLayout1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34.png"/><Relationship Id="rId2" Type="http://schemas.openxmlformats.org/officeDocument/2006/relationships/slideLayout" Target="../slideLayouts/slideLayout1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35.png"/><Relationship Id="rId2" Type="http://schemas.openxmlformats.org/officeDocument/2006/relationships/slideLayout" Target="../slideLayouts/slideLayout1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36.png"/><Relationship Id="rId2" Type="http://schemas.openxmlformats.org/officeDocument/2006/relationships/slideLayout" Target="../slideLayouts/slideLayout1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37.png"/><Relationship Id="rId2" Type="http://schemas.openxmlformats.org/officeDocument/2006/relationships/slideLayout" Target="../slideLayouts/slideLayout1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38.png"/><Relationship Id="rId2" Type="http://schemas.openxmlformats.org/officeDocument/2006/relationships/slideLayout" Target="../slideLayouts/slideLayout1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39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"/>
          <p:cNvSpPr txBox="1"/>
          <p:nvPr/>
        </p:nvSpPr>
        <p:spPr>
          <a:xfrm>
            <a:off x="747720" y="2346840"/>
            <a:ext cx="2741760" cy="6022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3480" strike="noStrike" u="none">
                <a:solidFill>
                  <a:srgbClr val="224466"/>
                </a:solidFill>
                <a:effectLst/>
                <a:uFillTx/>
                <a:latin typeface="NotoSans"/>
                <a:ea typeface="NotoSans"/>
              </a:rPr>
              <a:t>HTML Forms</a:t>
            </a:r>
            <a:endParaRPr b="0" lang="en-US" sz="348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"/>
          <p:cNvSpPr/>
          <p:nvPr/>
        </p:nvSpPr>
        <p:spPr>
          <a:xfrm>
            <a:off x="2124000" y="3276360"/>
            <a:ext cx="1038600" cy="362520"/>
          </a:xfrm>
          <a:custGeom>
            <a:avLst/>
            <a:gdLst/>
            <a:ahLst/>
            <a:rect l="0" t="0" r="r" b="b"/>
            <a:pathLst>
              <a:path w="2885" h="1007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726" y="0"/>
                </a:lnTo>
                <a:cubicBezTo>
                  <a:pt x="2736" y="0"/>
                  <a:pt x="2747" y="1"/>
                  <a:pt x="2757" y="3"/>
                </a:cubicBezTo>
                <a:cubicBezTo>
                  <a:pt x="2767" y="5"/>
                  <a:pt x="2777" y="8"/>
                  <a:pt x="2787" y="12"/>
                </a:cubicBezTo>
                <a:cubicBezTo>
                  <a:pt x="2796" y="16"/>
                  <a:pt x="2805" y="21"/>
                  <a:pt x="2814" y="27"/>
                </a:cubicBezTo>
                <a:cubicBezTo>
                  <a:pt x="2823" y="33"/>
                  <a:pt x="2831" y="39"/>
                  <a:pt x="2838" y="47"/>
                </a:cubicBezTo>
                <a:cubicBezTo>
                  <a:pt x="2846" y="54"/>
                  <a:pt x="2852" y="62"/>
                  <a:pt x="2858" y="71"/>
                </a:cubicBezTo>
                <a:cubicBezTo>
                  <a:pt x="2864" y="79"/>
                  <a:pt x="2869" y="89"/>
                  <a:pt x="2873" y="98"/>
                </a:cubicBezTo>
                <a:cubicBezTo>
                  <a:pt x="2877" y="108"/>
                  <a:pt x="2880" y="118"/>
                  <a:pt x="2882" y="128"/>
                </a:cubicBezTo>
                <a:cubicBezTo>
                  <a:pt x="2884" y="138"/>
                  <a:pt x="2885" y="148"/>
                  <a:pt x="2885" y="159"/>
                </a:cubicBezTo>
                <a:lnTo>
                  <a:pt x="2885" y="848"/>
                </a:lnTo>
                <a:cubicBezTo>
                  <a:pt x="2885" y="858"/>
                  <a:pt x="2884" y="869"/>
                  <a:pt x="2882" y="879"/>
                </a:cubicBezTo>
                <a:cubicBezTo>
                  <a:pt x="2880" y="889"/>
                  <a:pt x="2877" y="899"/>
                  <a:pt x="2873" y="909"/>
                </a:cubicBezTo>
                <a:cubicBezTo>
                  <a:pt x="2869" y="918"/>
                  <a:pt x="2864" y="927"/>
                  <a:pt x="2858" y="936"/>
                </a:cubicBezTo>
                <a:cubicBezTo>
                  <a:pt x="2852" y="945"/>
                  <a:pt x="2846" y="953"/>
                  <a:pt x="2838" y="960"/>
                </a:cubicBezTo>
                <a:cubicBezTo>
                  <a:pt x="2831" y="967"/>
                  <a:pt x="2823" y="974"/>
                  <a:pt x="2814" y="980"/>
                </a:cubicBezTo>
                <a:cubicBezTo>
                  <a:pt x="2805" y="986"/>
                  <a:pt x="2796" y="991"/>
                  <a:pt x="2787" y="994"/>
                </a:cubicBezTo>
                <a:cubicBezTo>
                  <a:pt x="2777" y="998"/>
                  <a:pt x="2767" y="1001"/>
                  <a:pt x="2757" y="1004"/>
                </a:cubicBezTo>
                <a:cubicBezTo>
                  <a:pt x="2747" y="1006"/>
                  <a:pt x="2736" y="1007"/>
                  <a:pt x="2726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4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"/>
          <p:cNvSpPr txBox="1"/>
          <p:nvPr/>
        </p:nvSpPr>
        <p:spPr>
          <a:xfrm>
            <a:off x="747720" y="3228840"/>
            <a:ext cx="1375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HTML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"/>
          <p:cNvSpPr txBox="1"/>
          <p:nvPr/>
        </p:nvSpPr>
        <p:spPr>
          <a:xfrm>
            <a:off x="2219040" y="33278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&lt;form&gt;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"/>
          <p:cNvSpPr txBox="1"/>
          <p:nvPr/>
        </p:nvSpPr>
        <p:spPr>
          <a:xfrm>
            <a:off x="3158280" y="3228840"/>
            <a:ext cx="7979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 creates a form for user input and acts as a container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" name=""/>
          <p:cNvSpPr txBox="1"/>
          <p:nvPr/>
        </p:nvSpPr>
        <p:spPr>
          <a:xfrm>
            <a:off x="747720" y="3657600"/>
            <a:ext cx="10578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for input elements like text ﬁelds, checkboxes, radio buttons, and submit buttons.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"/>
          <p:cNvSpPr/>
          <p:nvPr/>
        </p:nvSpPr>
        <p:spPr>
          <a:xfrm>
            <a:off x="1295280" y="4124160"/>
            <a:ext cx="1181520" cy="362160"/>
          </a:xfrm>
          <a:custGeom>
            <a:avLst/>
            <a:gdLst/>
            <a:ahLst/>
            <a:rect l="0" t="0" r="r" b="b"/>
            <a:pathLst>
              <a:path w="328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123" y="0"/>
                </a:lnTo>
                <a:cubicBezTo>
                  <a:pt x="3133" y="0"/>
                  <a:pt x="3144" y="1"/>
                  <a:pt x="3154" y="3"/>
                </a:cubicBezTo>
                <a:cubicBezTo>
                  <a:pt x="3164" y="5"/>
                  <a:pt x="3174" y="8"/>
                  <a:pt x="3184" y="12"/>
                </a:cubicBezTo>
                <a:cubicBezTo>
                  <a:pt x="3193" y="16"/>
                  <a:pt x="3202" y="21"/>
                  <a:pt x="3211" y="27"/>
                </a:cubicBezTo>
                <a:cubicBezTo>
                  <a:pt x="3220" y="33"/>
                  <a:pt x="3228" y="39"/>
                  <a:pt x="3235" y="46"/>
                </a:cubicBezTo>
                <a:cubicBezTo>
                  <a:pt x="3243" y="54"/>
                  <a:pt x="3249" y="62"/>
                  <a:pt x="3255" y="71"/>
                </a:cubicBezTo>
                <a:cubicBezTo>
                  <a:pt x="3261" y="79"/>
                  <a:pt x="3266" y="88"/>
                  <a:pt x="3270" y="98"/>
                </a:cubicBezTo>
                <a:cubicBezTo>
                  <a:pt x="3274" y="109"/>
                  <a:pt x="3277" y="119"/>
                  <a:pt x="3279" y="129"/>
                </a:cubicBezTo>
                <a:cubicBezTo>
                  <a:pt x="3281" y="139"/>
                  <a:pt x="3282" y="149"/>
                  <a:pt x="3282" y="160"/>
                </a:cubicBezTo>
                <a:lnTo>
                  <a:pt x="3282" y="848"/>
                </a:lnTo>
                <a:cubicBezTo>
                  <a:pt x="3282" y="858"/>
                  <a:pt x="3281" y="868"/>
                  <a:pt x="3279" y="879"/>
                </a:cubicBezTo>
                <a:cubicBezTo>
                  <a:pt x="3277" y="889"/>
                  <a:pt x="3274" y="899"/>
                  <a:pt x="3270" y="908"/>
                </a:cubicBezTo>
                <a:cubicBezTo>
                  <a:pt x="3266" y="918"/>
                  <a:pt x="3261" y="927"/>
                  <a:pt x="3255" y="936"/>
                </a:cubicBezTo>
                <a:cubicBezTo>
                  <a:pt x="3249" y="944"/>
                  <a:pt x="3243" y="953"/>
                  <a:pt x="3235" y="960"/>
                </a:cubicBezTo>
                <a:cubicBezTo>
                  <a:pt x="3228" y="967"/>
                  <a:pt x="3220" y="974"/>
                  <a:pt x="3211" y="980"/>
                </a:cubicBezTo>
                <a:cubicBezTo>
                  <a:pt x="3202" y="985"/>
                  <a:pt x="3193" y="990"/>
                  <a:pt x="3184" y="994"/>
                </a:cubicBezTo>
                <a:cubicBezTo>
                  <a:pt x="3174" y="998"/>
                  <a:pt x="3164" y="1001"/>
                  <a:pt x="3154" y="1003"/>
                </a:cubicBezTo>
                <a:cubicBezTo>
                  <a:pt x="3144" y="1005"/>
                  <a:pt x="3133" y="1006"/>
                  <a:pt x="3123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"/>
          <p:cNvSpPr txBox="1"/>
          <p:nvPr/>
        </p:nvSpPr>
        <p:spPr>
          <a:xfrm>
            <a:off x="747720" y="4076640"/>
            <a:ext cx="55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"/>
          <p:cNvSpPr txBox="1"/>
          <p:nvPr/>
        </p:nvSpPr>
        <p:spPr>
          <a:xfrm>
            <a:off x="1393560" y="417564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&lt;input&gt;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" name=""/>
          <p:cNvSpPr txBox="1"/>
          <p:nvPr/>
        </p:nvSpPr>
        <p:spPr>
          <a:xfrm>
            <a:off x="2473560" y="4076640"/>
            <a:ext cx="5779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 is the most common form element.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"/>
          <p:cNvSpPr txBox="1"/>
          <p:nvPr/>
        </p:nvSpPr>
        <p:spPr>
          <a:xfrm>
            <a:off x="747720" y="2626200"/>
            <a:ext cx="323712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HTML Input Types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" name=""/>
          <p:cNvSpPr/>
          <p:nvPr/>
        </p:nvSpPr>
        <p:spPr>
          <a:xfrm>
            <a:off x="1295280" y="3419280"/>
            <a:ext cx="1181520" cy="362160"/>
          </a:xfrm>
          <a:custGeom>
            <a:avLst/>
            <a:gdLst/>
            <a:ahLst/>
            <a:rect l="0" t="0" r="r" b="b"/>
            <a:pathLst>
              <a:path w="328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9"/>
                  <a:pt x="8" y="109"/>
                  <a:pt x="12" y="99"/>
                </a:cubicBezTo>
                <a:cubicBezTo>
                  <a:pt x="16" y="89"/>
                  <a:pt x="21" y="80"/>
                  <a:pt x="27" y="72"/>
                </a:cubicBezTo>
                <a:cubicBezTo>
                  <a:pt x="32" y="63"/>
                  <a:pt x="39" y="55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123" y="0"/>
                </a:lnTo>
                <a:cubicBezTo>
                  <a:pt x="3133" y="0"/>
                  <a:pt x="3144" y="1"/>
                  <a:pt x="3154" y="3"/>
                </a:cubicBezTo>
                <a:cubicBezTo>
                  <a:pt x="3164" y="5"/>
                  <a:pt x="3174" y="8"/>
                  <a:pt x="3184" y="12"/>
                </a:cubicBezTo>
                <a:cubicBezTo>
                  <a:pt x="3193" y="16"/>
                  <a:pt x="3202" y="21"/>
                  <a:pt x="3211" y="27"/>
                </a:cubicBezTo>
                <a:cubicBezTo>
                  <a:pt x="3220" y="33"/>
                  <a:pt x="3228" y="39"/>
                  <a:pt x="3235" y="47"/>
                </a:cubicBezTo>
                <a:cubicBezTo>
                  <a:pt x="3243" y="55"/>
                  <a:pt x="3249" y="63"/>
                  <a:pt x="3255" y="72"/>
                </a:cubicBezTo>
                <a:cubicBezTo>
                  <a:pt x="3261" y="80"/>
                  <a:pt x="3266" y="89"/>
                  <a:pt x="3270" y="99"/>
                </a:cubicBezTo>
                <a:cubicBezTo>
                  <a:pt x="3274" y="109"/>
                  <a:pt x="3277" y="119"/>
                  <a:pt x="3279" y="129"/>
                </a:cubicBezTo>
                <a:cubicBezTo>
                  <a:pt x="3281" y="139"/>
                  <a:pt x="3282" y="149"/>
                  <a:pt x="3282" y="160"/>
                </a:cubicBezTo>
                <a:lnTo>
                  <a:pt x="3282" y="848"/>
                </a:lnTo>
                <a:cubicBezTo>
                  <a:pt x="3282" y="858"/>
                  <a:pt x="3281" y="868"/>
                  <a:pt x="3279" y="879"/>
                </a:cubicBezTo>
                <a:cubicBezTo>
                  <a:pt x="3277" y="889"/>
                  <a:pt x="3274" y="899"/>
                  <a:pt x="3270" y="908"/>
                </a:cubicBezTo>
                <a:cubicBezTo>
                  <a:pt x="3266" y="918"/>
                  <a:pt x="3261" y="927"/>
                  <a:pt x="3255" y="936"/>
                </a:cubicBezTo>
                <a:cubicBezTo>
                  <a:pt x="3249" y="945"/>
                  <a:pt x="3243" y="953"/>
                  <a:pt x="3235" y="960"/>
                </a:cubicBezTo>
                <a:cubicBezTo>
                  <a:pt x="3228" y="967"/>
                  <a:pt x="3220" y="974"/>
                  <a:pt x="3211" y="980"/>
                </a:cubicBezTo>
                <a:cubicBezTo>
                  <a:pt x="3202" y="985"/>
                  <a:pt x="3193" y="990"/>
                  <a:pt x="3184" y="994"/>
                </a:cubicBezTo>
                <a:cubicBezTo>
                  <a:pt x="3174" y="998"/>
                  <a:pt x="3164" y="1001"/>
                  <a:pt x="3154" y="1003"/>
                </a:cubicBezTo>
                <a:cubicBezTo>
                  <a:pt x="3144" y="1005"/>
                  <a:pt x="3133" y="1006"/>
                  <a:pt x="3123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"/>
          <p:cNvSpPr txBox="1"/>
          <p:nvPr/>
        </p:nvSpPr>
        <p:spPr>
          <a:xfrm>
            <a:off x="747720" y="3371760"/>
            <a:ext cx="55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"/>
          <p:cNvSpPr txBox="1"/>
          <p:nvPr/>
        </p:nvSpPr>
        <p:spPr>
          <a:xfrm>
            <a:off x="1393560" y="347076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&lt;input&gt;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"/>
          <p:cNvSpPr txBox="1"/>
          <p:nvPr/>
        </p:nvSpPr>
        <p:spPr>
          <a:xfrm>
            <a:off x="2473560" y="3371760"/>
            <a:ext cx="46281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 allows users to enter data.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"/>
          <p:cNvSpPr/>
          <p:nvPr/>
        </p:nvSpPr>
        <p:spPr>
          <a:xfrm>
            <a:off x="6495840" y="3848040"/>
            <a:ext cx="752760" cy="362160"/>
          </a:xfrm>
          <a:custGeom>
            <a:avLst/>
            <a:gdLst/>
            <a:ahLst/>
            <a:rect l="0" t="0" r="r" b="b"/>
            <a:pathLst>
              <a:path w="2091" h="1006">
                <a:moveTo>
                  <a:pt x="0" y="846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33" y="0"/>
                </a:lnTo>
                <a:cubicBezTo>
                  <a:pt x="1943" y="0"/>
                  <a:pt x="1953" y="1"/>
                  <a:pt x="1964" y="3"/>
                </a:cubicBezTo>
                <a:cubicBezTo>
                  <a:pt x="1974" y="5"/>
                  <a:pt x="1984" y="8"/>
                  <a:pt x="1993" y="12"/>
                </a:cubicBezTo>
                <a:cubicBezTo>
                  <a:pt x="2003" y="16"/>
                  <a:pt x="2012" y="21"/>
                  <a:pt x="2021" y="26"/>
                </a:cubicBezTo>
                <a:cubicBezTo>
                  <a:pt x="2029" y="32"/>
                  <a:pt x="2037" y="39"/>
                  <a:pt x="2045" y="46"/>
                </a:cubicBezTo>
                <a:cubicBezTo>
                  <a:pt x="2052" y="54"/>
                  <a:pt x="2059" y="62"/>
                  <a:pt x="2065" y="70"/>
                </a:cubicBezTo>
                <a:cubicBezTo>
                  <a:pt x="2070" y="79"/>
                  <a:pt x="2075" y="88"/>
                  <a:pt x="2079" y="98"/>
                </a:cubicBezTo>
                <a:cubicBezTo>
                  <a:pt x="2083" y="107"/>
                  <a:pt x="2086" y="117"/>
                  <a:pt x="2088" y="127"/>
                </a:cubicBezTo>
                <a:cubicBezTo>
                  <a:pt x="2090" y="138"/>
                  <a:pt x="2091" y="148"/>
                  <a:pt x="2091" y="158"/>
                </a:cubicBezTo>
                <a:lnTo>
                  <a:pt x="2091" y="846"/>
                </a:lnTo>
                <a:cubicBezTo>
                  <a:pt x="2091" y="857"/>
                  <a:pt x="2090" y="867"/>
                  <a:pt x="2088" y="878"/>
                </a:cubicBezTo>
                <a:cubicBezTo>
                  <a:pt x="2086" y="889"/>
                  <a:pt x="2083" y="898"/>
                  <a:pt x="2079" y="908"/>
                </a:cubicBezTo>
                <a:cubicBezTo>
                  <a:pt x="2075" y="918"/>
                  <a:pt x="2070" y="927"/>
                  <a:pt x="2065" y="936"/>
                </a:cubicBezTo>
                <a:cubicBezTo>
                  <a:pt x="2059" y="944"/>
                  <a:pt x="2052" y="952"/>
                  <a:pt x="2045" y="960"/>
                </a:cubicBezTo>
                <a:cubicBezTo>
                  <a:pt x="2037" y="967"/>
                  <a:pt x="2029" y="974"/>
                  <a:pt x="2021" y="979"/>
                </a:cubicBezTo>
                <a:cubicBezTo>
                  <a:pt x="2012" y="985"/>
                  <a:pt x="2003" y="990"/>
                  <a:pt x="1993" y="994"/>
                </a:cubicBezTo>
                <a:cubicBezTo>
                  <a:pt x="1984" y="998"/>
                  <a:pt x="1974" y="1001"/>
                  <a:pt x="1964" y="1003"/>
                </a:cubicBezTo>
                <a:cubicBezTo>
                  <a:pt x="1953" y="1005"/>
                  <a:pt x="1943" y="1006"/>
                  <a:pt x="1933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9"/>
                  <a:pt x="3" y="878"/>
                </a:cubicBezTo>
                <a:cubicBezTo>
                  <a:pt x="1" y="867"/>
                  <a:pt x="0" y="857"/>
                  <a:pt x="0" y="846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"/>
          <p:cNvSpPr txBox="1"/>
          <p:nvPr/>
        </p:nvSpPr>
        <p:spPr>
          <a:xfrm>
            <a:off x="747720" y="3800520"/>
            <a:ext cx="5750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Its appearance and behavior depend on 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"/>
          <p:cNvSpPr txBox="1"/>
          <p:nvPr/>
        </p:nvSpPr>
        <p:spPr>
          <a:xfrm>
            <a:off x="6593760" y="389952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type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"/>
          <p:cNvSpPr txBox="1"/>
          <p:nvPr/>
        </p:nvSpPr>
        <p:spPr>
          <a:xfrm>
            <a:off x="7251120" y="3800520"/>
            <a:ext cx="1280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"/>
          <p:cNvSpPr/>
          <p:nvPr/>
        </p:nvSpPr>
        <p:spPr>
          <a:xfrm>
            <a:off x="757080" y="299556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6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7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7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2236"/>
                </a:lnTo>
                <a:cubicBezTo>
                  <a:pt x="29687" y="2246"/>
                  <a:pt x="29686" y="2255"/>
                  <a:pt x="29684" y="2265"/>
                </a:cubicBezTo>
                <a:cubicBezTo>
                  <a:pt x="29683" y="2274"/>
                  <a:pt x="29680" y="2283"/>
                  <a:pt x="29676" y="2292"/>
                </a:cubicBezTo>
                <a:cubicBezTo>
                  <a:pt x="29672" y="2301"/>
                  <a:pt x="29668" y="2309"/>
                  <a:pt x="29663" y="2317"/>
                </a:cubicBezTo>
                <a:cubicBezTo>
                  <a:pt x="29657" y="2325"/>
                  <a:pt x="29651" y="2333"/>
                  <a:pt x="29645" y="2339"/>
                </a:cubicBezTo>
                <a:cubicBezTo>
                  <a:pt x="29638" y="2346"/>
                  <a:pt x="29630" y="2352"/>
                  <a:pt x="29623" y="2357"/>
                </a:cubicBezTo>
                <a:cubicBezTo>
                  <a:pt x="29615" y="2363"/>
                  <a:pt x="29606" y="2367"/>
                  <a:pt x="29597" y="2371"/>
                </a:cubicBezTo>
                <a:cubicBezTo>
                  <a:pt x="29589" y="2374"/>
                  <a:pt x="29579" y="2377"/>
                  <a:pt x="29570" y="2379"/>
                </a:cubicBezTo>
                <a:cubicBezTo>
                  <a:pt x="29561" y="2381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1"/>
                  <a:pt x="117" y="2379"/>
                </a:cubicBezTo>
                <a:cubicBezTo>
                  <a:pt x="108" y="2377"/>
                  <a:pt x="99" y="2374"/>
                  <a:pt x="90" y="2371"/>
                </a:cubicBezTo>
                <a:cubicBezTo>
                  <a:pt x="81" y="2367"/>
                  <a:pt x="73" y="2363"/>
                  <a:pt x="65" y="2357"/>
                </a:cubicBezTo>
                <a:cubicBezTo>
                  <a:pt x="57" y="2352"/>
                  <a:pt x="49" y="2346"/>
                  <a:pt x="43" y="2339"/>
                </a:cubicBezTo>
                <a:cubicBezTo>
                  <a:pt x="36" y="2333"/>
                  <a:pt x="30" y="2325"/>
                  <a:pt x="24" y="2317"/>
                </a:cubicBezTo>
                <a:cubicBezTo>
                  <a:pt x="19" y="2309"/>
                  <a:pt x="15" y="2301"/>
                  <a:pt x="11" y="2292"/>
                </a:cubicBezTo>
                <a:cubicBezTo>
                  <a:pt x="7" y="2283"/>
                  <a:pt x="5" y="2274"/>
                  <a:pt x="3" y="2265"/>
                </a:cubicBezTo>
                <a:cubicBezTo>
                  <a:pt x="1" y="2255"/>
                  <a:pt x="0" y="2246"/>
                  <a:pt x="0" y="223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"/>
          <p:cNvSpPr/>
          <p:nvPr/>
        </p:nvSpPr>
        <p:spPr>
          <a:xfrm>
            <a:off x="757080" y="299556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6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7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7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0"/>
                </a:cubicBezTo>
                <a:cubicBezTo>
                  <a:pt x="29680" y="99"/>
                  <a:pt x="29683" y="108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2236"/>
                </a:lnTo>
                <a:cubicBezTo>
                  <a:pt x="29687" y="2246"/>
                  <a:pt x="29686" y="2255"/>
                  <a:pt x="29684" y="2265"/>
                </a:cubicBezTo>
                <a:cubicBezTo>
                  <a:pt x="29683" y="2274"/>
                  <a:pt x="29680" y="2283"/>
                  <a:pt x="29676" y="2292"/>
                </a:cubicBezTo>
                <a:cubicBezTo>
                  <a:pt x="29672" y="2301"/>
                  <a:pt x="29668" y="2309"/>
                  <a:pt x="29663" y="2317"/>
                </a:cubicBezTo>
                <a:cubicBezTo>
                  <a:pt x="29657" y="2325"/>
                  <a:pt x="29651" y="2333"/>
                  <a:pt x="29645" y="2339"/>
                </a:cubicBezTo>
                <a:cubicBezTo>
                  <a:pt x="29638" y="2346"/>
                  <a:pt x="29630" y="2352"/>
                  <a:pt x="29623" y="2357"/>
                </a:cubicBezTo>
                <a:cubicBezTo>
                  <a:pt x="29615" y="2363"/>
                  <a:pt x="29606" y="2367"/>
                  <a:pt x="29597" y="2371"/>
                </a:cubicBezTo>
                <a:cubicBezTo>
                  <a:pt x="29589" y="2374"/>
                  <a:pt x="29579" y="2377"/>
                  <a:pt x="29570" y="2379"/>
                </a:cubicBezTo>
                <a:cubicBezTo>
                  <a:pt x="29561" y="2381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1"/>
                  <a:pt x="117" y="2379"/>
                </a:cubicBezTo>
                <a:cubicBezTo>
                  <a:pt x="108" y="2377"/>
                  <a:pt x="99" y="2374"/>
                  <a:pt x="90" y="2371"/>
                </a:cubicBezTo>
                <a:cubicBezTo>
                  <a:pt x="81" y="2367"/>
                  <a:pt x="73" y="2363"/>
                  <a:pt x="65" y="2357"/>
                </a:cubicBezTo>
                <a:cubicBezTo>
                  <a:pt x="57" y="2352"/>
                  <a:pt x="49" y="2346"/>
                  <a:pt x="43" y="2339"/>
                </a:cubicBezTo>
                <a:cubicBezTo>
                  <a:pt x="36" y="2333"/>
                  <a:pt x="30" y="2325"/>
                  <a:pt x="24" y="2317"/>
                </a:cubicBezTo>
                <a:cubicBezTo>
                  <a:pt x="19" y="2309"/>
                  <a:pt x="15" y="2301"/>
                  <a:pt x="11" y="2292"/>
                </a:cubicBezTo>
                <a:cubicBezTo>
                  <a:pt x="7" y="2283"/>
                  <a:pt x="5" y="2274"/>
                  <a:pt x="3" y="2265"/>
                </a:cubicBezTo>
                <a:cubicBezTo>
                  <a:pt x="1" y="2255"/>
                  <a:pt x="0" y="2246"/>
                  <a:pt x="0" y="223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"/>
          <p:cNvSpPr/>
          <p:nvPr/>
        </p:nvSpPr>
        <p:spPr>
          <a:xfrm>
            <a:off x="2866680" y="17334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" name=""/>
          <p:cNvSpPr txBox="1"/>
          <p:nvPr/>
        </p:nvSpPr>
        <p:spPr>
          <a:xfrm>
            <a:off x="747720" y="16448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" name=""/>
          <p:cNvSpPr txBox="1"/>
          <p:nvPr/>
        </p:nvSpPr>
        <p:spPr>
          <a:xfrm>
            <a:off x="2942280" y="17298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text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"/>
          <p:cNvSpPr txBox="1"/>
          <p:nvPr/>
        </p:nvSpPr>
        <p:spPr>
          <a:xfrm>
            <a:off x="747720" y="2438280"/>
            <a:ext cx="8226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for short, single-line text input (like names or usernames).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"/>
          <p:cNvSpPr txBox="1"/>
          <p:nvPr/>
        </p:nvSpPr>
        <p:spPr>
          <a:xfrm>
            <a:off x="914400" y="3157200"/>
            <a:ext cx="5493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&gt;Username:&lt;/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1" name="" descr=""/>
          <p:cNvPicPr/>
          <p:nvPr/>
        </p:nvPicPr>
        <p:blipFill>
          <a:blip r:embed="rId1"/>
          <a:stretch/>
        </p:blipFill>
        <p:spPr>
          <a:xfrm>
            <a:off x="752400" y="4010040"/>
            <a:ext cx="4619160" cy="108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" name=""/>
          <p:cNvSpPr txBox="1"/>
          <p:nvPr/>
        </p:nvSpPr>
        <p:spPr>
          <a:xfrm>
            <a:off x="914400" y="3423960"/>
            <a:ext cx="7182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"/>
          <p:cNvSpPr/>
          <p:nvPr/>
        </p:nvSpPr>
        <p:spPr>
          <a:xfrm>
            <a:off x="757080" y="2662200"/>
            <a:ext cx="10687320" cy="1381320"/>
          </a:xfrm>
          <a:custGeom>
            <a:avLst/>
            <a:gdLst/>
            <a:ahLst/>
            <a:rect l="0" t="0" r="r" b="b"/>
            <a:pathLst>
              <a:path w="29687" h="3837">
                <a:moveTo>
                  <a:pt x="0" y="369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692"/>
                </a:lnTo>
                <a:cubicBezTo>
                  <a:pt x="29687" y="3701"/>
                  <a:pt x="29686" y="3711"/>
                  <a:pt x="29684" y="3720"/>
                </a:cubicBezTo>
                <a:cubicBezTo>
                  <a:pt x="29683" y="3729"/>
                  <a:pt x="29680" y="3738"/>
                  <a:pt x="29676" y="3747"/>
                </a:cubicBezTo>
                <a:cubicBezTo>
                  <a:pt x="29672" y="3756"/>
                  <a:pt x="29668" y="3764"/>
                  <a:pt x="29663" y="3772"/>
                </a:cubicBezTo>
                <a:cubicBezTo>
                  <a:pt x="29657" y="3780"/>
                  <a:pt x="29651" y="3788"/>
                  <a:pt x="29645" y="3794"/>
                </a:cubicBezTo>
                <a:cubicBezTo>
                  <a:pt x="29638" y="3801"/>
                  <a:pt x="29630" y="3807"/>
                  <a:pt x="29623" y="3813"/>
                </a:cubicBezTo>
                <a:cubicBezTo>
                  <a:pt x="29615" y="3818"/>
                  <a:pt x="29606" y="3822"/>
                  <a:pt x="29597" y="3826"/>
                </a:cubicBezTo>
                <a:cubicBezTo>
                  <a:pt x="29589" y="3830"/>
                  <a:pt x="29579" y="3832"/>
                  <a:pt x="29570" y="3834"/>
                </a:cubicBezTo>
                <a:cubicBezTo>
                  <a:pt x="29561" y="3836"/>
                  <a:pt x="29551" y="3837"/>
                  <a:pt x="29542" y="3837"/>
                </a:cubicBezTo>
                <a:lnTo>
                  <a:pt x="145" y="3837"/>
                </a:lnTo>
                <a:cubicBezTo>
                  <a:pt x="136" y="3837"/>
                  <a:pt x="126" y="3836"/>
                  <a:pt x="117" y="3834"/>
                </a:cubicBezTo>
                <a:cubicBezTo>
                  <a:pt x="108" y="3832"/>
                  <a:pt x="99" y="3830"/>
                  <a:pt x="90" y="3826"/>
                </a:cubicBezTo>
                <a:cubicBezTo>
                  <a:pt x="81" y="3822"/>
                  <a:pt x="73" y="3818"/>
                  <a:pt x="65" y="3813"/>
                </a:cubicBezTo>
                <a:cubicBezTo>
                  <a:pt x="57" y="3807"/>
                  <a:pt x="49" y="3801"/>
                  <a:pt x="43" y="3794"/>
                </a:cubicBezTo>
                <a:cubicBezTo>
                  <a:pt x="36" y="3788"/>
                  <a:pt x="30" y="3780"/>
                  <a:pt x="24" y="3772"/>
                </a:cubicBezTo>
                <a:cubicBezTo>
                  <a:pt x="19" y="3764"/>
                  <a:pt x="15" y="3756"/>
                  <a:pt x="11" y="3747"/>
                </a:cubicBezTo>
                <a:cubicBezTo>
                  <a:pt x="7" y="3738"/>
                  <a:pt x="5" y="3729"/>
                  <a:pt x="3" y="3720"/>
                </a:cubicBezTo>
                <a:cubicBezTo>
                  <a:pt x="1" y="3711"/>
                  <a:pt x="0" y="3701"/>
                  <a:pt x="0" y="3692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"/>
          <p:cNvSpPr/>
          <p:nvPr/>
        </p:nvSpPr>
        <p:spPr>
          <a:xfrm>
            <a:off x="757080" y="2662200"/>
            <a:ext cx="10687320" cy="1381320"/>
          </a:xfrm>
          <a:custGeom>
            <a:avLst/>
            <a:gdLst/>
            <a:ahLst/>
            <a:rect l="0" t="0" r="r" b="b"/>
            <a:pathLst>
              <a:path w="29687" h="3837">
                <a:moveTo>
                  <a:pt x="0" y="3692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3692"/>
                </a:lnTo>
                <a:cubicBezTo>
                  <a:pt x="29687" y="3701"/>
                  <a:pt x="29686" y="3711"/>
                  <a:pt x="29684" y="3720"/>
                </a:cubicBezTo>
                <a:cubicBezTo>
                  <a:pt x="29683" y="3729"/>
                  <a:pt x="29680" y="3738"/>
                  <a:pt x="29676" y="3747"/>
                </a:cubicBezTo>
                <a:cubicBezTo>
                  <a:pt x="29672" y="3756"/>
                  <a:pt x="29668" y="3764"/>
                  <a:pt x="29663" y="3772"/>
                </a:cubicBezTo>
                <a:cubicBezTo>
                  <a:pt x="29657" y="3780"/>
                  <a:pt x="29651" y="3788"/>
                  <a:pt x="29645" y="3794"/>
                </a:cubicBezTo>
                <a:cubicBezTo>
                  <a:pt x="29638" y="3801"/>
                  <a:pt x="29630" y="3807"/>
                  <a:pt x="29623" y="3813"/>
                </a:cubicBezTo>
                <a:cubicBezTo>
                  <a:pt x="29615" y="3818"/>
                  <a:pt x="29606" y="3822"/>
                  <a:pt x="29597" y="3826"/>
                </a:cubicBezTo>
                <a:cubicBezTo>
                  <a:pt x="29589" y="3830"/>
                  <a:pt x="29579" y="3832"/>
                  <a:pt x="29570" y="3834"/>
                </a:cubicBezTo>
                <a:cubicBezTo>
                  <a:pt x="29561" y="3836"/>
                  <a:pt x="29551" y="3837"/>
                  <a:pt x="29542" y="3837"/>
                </a:cubicBezTo>
                <a:lnTo>
                  <a:pt x="145" y="3837"/>
                </a:lnTo>
                <a:cubicBezTo>
                  <a:pt x="136" y="3837"/>
                  <a:pt x="126" y="3836"/>
                  <a:pt x="117" y="3834"/>
                </a:cubicBezTo>
                <a:cubicBezTo>
                  <a:pt x="108" y="3832"/>
                  <a:pt x="99" y="3830"/>
                  <a:pt x="90" y="3826"/>
                </a:cubicBezTo>
                <a:cubicBezTo>
                  <a:pt x="81" y="3822"/>
                  <a:pt x="73" y="3818"/>
                  <a:pt x="65" y="3813"/>
                </a:cubicBezTo>
                <a:cubicBezTo>
                  <a:pt x="57" y="3807"/>
                  <a:pt x="49" y="3801"/>
                  <a:pt x="43" y="3794"/>
                </a:cubicBezTo>
                <a:cubicBezTo>
                  <a:pt x="36" y="3788"/>
                  <a:pt x="30" y="3780"/>
                  <a:pt x="24" y="3772"/>
                </a:cubicBezTo>
                <a:cubicBezTo>
                  <a:pt x="19" y="3764"/>
                  <a:pt x="15" y="3756"/>
                  <a:pt x="11" y="3747"/>
                </a:cubicBezTo>
                <a:cubicBezTo>
                  <a:pt x="7" y="3738"/>
                  <a:pt x="5" y="3729"/>
                  <a:pt x="3" y="3720"/>
                </a:cubicBezTo>
                <a:cubicBezTo>
                  <a:pt x="1" y="3711"/>
                  <a:pt x="0" y="3701"/>
                  <a:pt x="0" y="3692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"/>
          <p:cNvSpPr/>
          <p:nvPr/>
        </p:nvSpPr>
        <p:spPr>
          <a:xfrm>
            <a:off x="2866680" y="971280"/>
            <a:ext cx="1229400" cy="400320"/>
          </a:xfrm>
          <a:custGeom>
            <a:avLst/>
            <a:gdLst/>
            <a:ahLst/>
            <a:rect l="0" t="0" r="r" b="b"/>
            <a:pathLst>
              <a:path w="3415" h="1112">
                <a:moveTo>
                  <a:pt x="0" y="954"/>
                </a:moveTo>
                <a:lnTo>
                  <a:pt x="0" y="160"/>
                </a:lnTo>
                <a:cubicBezTo>
                  <a:pt x="0" y="150"/>
                  <a:pt x="1" y="139"/>
                  <a:pt x="4" y="129"/>
                </a:cubicBezTo>
                <a:cubicBezTo>
                  <a:pt x="6" y="119"/>
                  <a:pt x="9" y="109"/>
                  <a:pt x="13" y="99"/>
                </a:cubicBezTo>
                <a:cubicBezTo>
                  <a:pt x="17" y="90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3"/>
                  <a:pt x="3361" y="39"/>
                  <a:pt x="3368" y="47"/>
                </a:cubicBezTo>
                <a:cubicBezTo>
                  <a:pt x="3375" y="54"/>
                  <a:pt x="3382" y="62"/>
                  <a:pt x="3388" y="71"/>
                </a:cubicBezTo>
                <a:cubicBezTo>
                  <a:pt x="3394" y="79"/>
                  <a:pt x="3399" y="90"/>
                  <a:pt x="3402" y="99"/>
                </a:cubicBezTo>
                <a:cubicBezTo>
                  <a:pt x="3406" y="109"/>
                  <a:pt x="3409" y="119"/>
                  <a:pt x="3412" y="129"/>
                </a:cubicBezTo>
                <a:cubicBezTo>
                  <a:pt x="3414" y="139"/>
                  <a:pt x="3415" y="150"/>
                  <a:pt x="3415" y="160"/>
                </a:cubicBezTo>
                <a:lnTo>
                  <a:pt x="3415" y="954"/>
                </a:lnTo>
                <a:cubicBezTo>
                  <a:pt x="3415" y="964"/>
                  <a:pt x="3414" y="974"/>
                  <a:pt x="3412" y="985"/>
                </a:cubicBezTo>
                <a:cubicBezTo>
                  <a:pt x="3409" y="995"/>
                  <a:pt x="3406" y="1005"/>
                  <a:pt x="3402" y="1015"/>
                </a:cubicBezTo>
                <a:cubicBezTo>
                  <a:pt x="3399" y="1024"/>
                  <a:pt x="3394" y="1033"/>
                  <a:pt x="3388" y="1042"/>
                </a:cubicBezTo>
                <a:cubicBezTo>
                  <a:pt x="3382" y="1051"/>
                  <a:pt x="3375" y="1059"/>
                  <a:pt x="3368" y="1066"/>
                </a:cubicBezTo>
                <a:cubicBezTo>
                  <a:pt x="3361" y="1073"/>
                  <a:pt x="3353" y="1080"/>
                  <a:pt x="3344" y="1086"/>
                </a:cubicBezTo>
                <a:cubicBezTo>
                  <a:pt x="3335" y="1092"/>
                  <a:pt x="3326" y="1096"/>
                  <a:pt x="3317" y="1100"/>
                </a:cubicBezTo>
                <a:cubicBezTo>
                  <a:pt x="3307" y="1104"/>
                  <a:pt x="3297" y="1107"/>
                  <a:pt x="3287" y="1109"/>
                </a:cubicBezTo>
                <a:cubicBezTo>
                  <a:pt x="3277" y="1111"/>
                  <a:pt x="3266" y="1112"/>
                  <a:pt x="3256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2"/>
                  <a:pt x="71" y="1086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9"/>
                  <a:pt x="33" y="1051"/>
                  <a:pt x="27" y="1042"/>
                </a:cubicBezTo>
                <a:cubicBezTo>
                  <a:pt x="21" y="1033"/>
                  <a:pt x="17" y="1024"/>
                  <a:pt x="13" y="1015"/>
                </a:cubicBezTo>
                <a:cubicBezTo>
                  <a:pt x="9" y="1005"/>
                  <a:pt x="6" y="995"/>
                  <a:pt x="4" y="985"/>
                </a:cubicBezTo>
                <a:cubicBezTo>
                  <a:pt x="1" y="974"/>
                  <a:pt x="0" y="964"/>
                  <a:pt x="0" y="95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"/>
          <p:cNvSpPr txBox="1"/>
          <p:nvPr/>
        </p:nvSpPr>
        <p:spPr>
          <a:xfrm>
            <a:off x="747720" y="88308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" name=""/>
          <p:cNvSpPr txBox="1"/>
          <p:nvPr/>
        </p:nvSpPr>
        <p:spPr>
          <a:xfrm>
            <a:off x="2942280" y="96768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radio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" name=""/>
          <p:cNvSpPr txBox="1"/>
          <p:nvPr/>
        </p:nvSpPr>
        <p:spPr>
          <a:xfrm>
            <a:off x="747720" y="1676520"/>
            <a:ext cx="5733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Lets users choose </a:t>
            </a:r>
            <a:r>
              <a:rPr b="1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one option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from a group.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"/>
          <p:cNvSpPr/>
          <p:nvPr/>
        </p:nvSpPr>
        <p:spPr>
          <a:xfrm>
            <a:off x="5572080" y="2143080"/>
            <a:ext cx="752760" cy="362160"/>
          </a:xfrm>
          <a:custGeom>
            <a:avLst/>
            <a:gdLst/>
            <a:ahLst/>
            <a:rect l="0" t="0" r="r" b="b"/>
            <a:pathLst>
              <a:path w="2091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3"/>
                  <a:pt x="46" y="46"/>
                </a:cubicBezTo>
                <a:cubicBezTo>
                  <a:pt x="53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932" y="0"/>
                </a:lnTo>
                <a:cubicBezTo>
                  <a:pt x="1943" y="0"/>
                  <a:pt x="1953" y="1"/>
                  <a:pt x="1963" y="3"/>
                </a:cubicBezTo>
                <a:cubicBezTo>
                  <a:pt x="1973" y="5"/>
                  <a:pt x="1983" y="8"/>
                  <a:pt x="1993" y="12"/>
                </a:cubicBezTo>
                <a:cubicBezTo>
                  <a:pt x="2002" y="16"/>
                  <a:pt x="2012" y="21"/>
                  <a:pt x="2020" y="26"/>
                </a:cubicBezTo>
                <a:cubicBezTo>
                  <a:pt x="2029" y="32"/>
                  <a:pt x="2037" y="39"/>
                  <a:pt x="2044" y="46"/>
                </a:cubicBezTo>
                <a:cubicBezTo>
                  <a:pt x="2052" y="53"/>
                  <a:pt x="2058" y="62"/>
                  <a:pt x="2064" y="70"/>
                </a:cubicBezTo>
                <a:cubicBezTo>
                  <a:pt x="2070" y="79"/>
                  <a:pt x="2075" y="88"/>
                  <a:pt x="2079" y="98"/>
                </a:cubicBezTo>
                <a:cubicBezTo>
                  <a:pt x="2083" y="107"/>
                  <a:pt x="2086" y="117"/>
                  <a:pt x="2088" y="127"/>
                </a:cubicBezTo>
                <a:cubicBezTo>
                  <a:pt x="2090" y="138"/>
                  <a:pt x="2091" y="148"/>
                  <a:pt x="2091" y="158"/>
                </a:cubicBezTo>
                <a:lnTo>
                  <a:pt x="2091" y="847"/>
                </a:lnTo>
                <a:cubicBezTo>
                  <a:pt x="2091" y="858"/>
                  <a:pt x="2090" y="868"/>
                  <a:pt x="2088" y="878"/>
                </a:cubicBezTo>
                <a:cubicBezTo>
                  <a:pt x="2086" y="888"/>
                  <a:pt x="2083" y="898"/>
                  <a:pt x="2079" y="908"/>
                </a:cubicBezTo>
                <a:cubicBezTo>
                  <a:pt x="2075" y="918"/>
                  <a:pt x="2070" y="927"/>
                  <a:pt x="2064" y="935"/>
                </a:cubicBezTo>
                <a:cubicBezTo>
                  <a:pt x="2058" y="944"/>
                  <a:pt x="2052" y="952"/>
                  <a:pt x="2044" y="960"/>
                </a:cubicBezTo>
                <a:cubicBezTo>
                  <a:pt x="2037" y="967"/>
                  <a:pt x="2029" y="973"/>
                  <a:pt x="2020" y="979"/>
                </a:cubicBezTo>
                <a:cubicBezTo>
                  <a:pt x="2012" y="985"/>
                  <a:pt x="2002" y="990"/>
                  <a:pt x="1993" y="994"/>
                </a:cubicBezTo>
                <a:cubicBezTo>
                  <a:pt x="1983" y="998"/>
                  <a:pt x="1973" y="1001"/>
                  <a:pt x="1963" y="1003"/>
                </a:cubicBezTo>
                <a:cubicBezTo>
                  <a:pt x="1953" y="1005"/>
                  <a:pt x="1943" y="1006"/>
                  <a:pt x="1932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2" y="973"/>
                  <a:pt x="53" y="967"/>
                  <a:pt x="46" y="960"/>
                </a:cubicBezTo>
                <a:cubicBezTo>
                  <a:pt x="39" y="952"/>
                  <a:pt x="32" y="944"/>
                  <a:pt x="26" y="935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8"/>
                  <a:pt x="5" y="888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"/>
          <p:cNvSpPr txBox="1"/>
          <p:nvPr/>
        </p:nvSpPr>
        <p:spPr>
          <a:xfrm>
            <a:off x="747720" y="2095560"/>
            <a:ext cx="4832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Multiple radio inputs share the same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"/>
          <p:cNvSpPr txBox="1"/>
          <p:nvPr/>
        </p:nvSpPr>
        <p:spPr>
          <a:xfrm>
            <a:off x="5669280" y="219456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name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"/>
          <p:cNvSpPr txBox="1"/>
          <p:nvPr/>
        </p:nvSpPr>
        <p:spPr>
          <a:xfrm>
            <a:off x="6326640" y="2095560"/>
            <a:ext cx="838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value.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" name=""/>
          <p:cNvSpPr txBox="1"/>
          <p:nvPr/>
        </p:nvSpPr>
        <p:spPr>
          <a:xfrm>
            <a:off x="914400" y="2823840"/>
            <a:ext cx="8294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"/>
          <p:cNvSpPr txBox="1"/>
          <p:nvPr/>
        </p:nvSpPr>
        <p:spPr>
          <a:xfrm>
            <a:off x="914400" y="3085200"/>
            <a:ext cx="980640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"gender"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"male"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Male&lt;/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"/>
          <p:cNvSpPr txBox="1"/>
          <p:nvPr/>
        </p:nvSpPr>
        <p:spPr>
          <a:xfrm>
            <a:off x="914400" y="3356280"/>
            <a:ext cx="1035864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"gender"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1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"female"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Female&lt;/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" name="" descr=""/>
          <p:cNvPicPr/>
          <p:nvPr/>
        </p:nvPicPr>
        <p:blipFill>
          <a:blip r:embed="rId1"/>
          <a:stretch/>
        </p:blipFill>
        <p:spPr>
          <a:xfrm>
            <a:off x="752400" y="4200480"/>
            <a:ext cx="5371560" cy="165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" name=""/>
          <p:cNvSpPr txBox="1"/>
          <p:nvPr/>
        </p:nvSpPr>
        <p:spPr>
          <a:xfrm>
            <a:off x="914400" y="3618000"/>
            <a:ext cx="967320" cy="2610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1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1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1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" name=""/>
          <p:cNvSpPr/>
          <p:nvPr/>
        </p:nvSpPr>
        <p:spPr>
          <a:xfrm>
            <a:off x="757080" y="2147760"/>
            <a:ext cx="10687320" cy="1562400"/>
          </a:xfrm>
          <a:custGeom>
            <a:avLst/>
            <a:gdLst/>
            <a:ahLst/>
            <a:rect l="0" t="0" r="r" b="b"/>
            <a:pathLst>
              <a:path w="29687" h="4340">
                <a:moveTo>
                  <a:pt x="0" y="41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194"/>
                </a:lnTo>
                <a:cubicBezTo>
                  <a:pt x="29687" y="4204"/>
                  <a:pt x="29686" y="4214"/>
                  <a:pt x="29684" y="4223"/>
                </a:cubicBezTo>
                <a:cubicBezTo>
                  <a:pt x="29683" y="4232"/>
                  <a:pt x="29680" y="4241"/>
                  <a:pt x="29676" y="4250"/>
                </a:cubicBezTo>
                <a:cubicBezTo>
                  <a:pt x="29672" y="4259"/>
                  <a:pt x="29668" y="4267"/>
                  <a:pt x="29663" y="4275"/>
                </a:cubicBezTo>
                <a:cubicBezTo>
                  <a:pt x="29657" y="4283"/>
                  <a:pt x="29651" y="4291"/>
                  <a:pt x="29645" y="4297"/>
                </a:cubicBezTo>
                <a:cubicBezTo>
                  <a:pt x="29638" y="4304"/>
                  <a:pt x="29630" y="4310"/>
                  <a:pt x="29623" y="4315"/>
                </a:cubicBezTo>
                <a:cubicBezTo>
                  <a:pt x="29615" y="4321"/>
                  <a:pt x="29606" y="4325"/>
                  <a:pt x="29597" y="4329"/>
                </a:cubicBezTo>
                <a:cubicBezTo>
                  <a:pt x="29589" y="4333"/>
                  <a:pt x="29579" y="4335"/>
                  <a:pt x="29570" y="4337"/>
                </a:cubicBezTo>
                <a:cubicBezTo>
                  <a:pt x="29561" y="4339"/>
                  <a:pt x="29551" y="4340"/>
                  <a:pt x="29542" y="4340"/>
                </a:cubicBezTo>
                <a:lnTo>
                  <a:pt x="145" y="4340"/>
                </a:lnTo>
                <a:cubicBezTo>
                  <a:pt x="136" y="4340"/>
                  <a:pt x="126" y="4339"/>
                  <a:pt x="117" y="4337"/>
                </a:cubicBezTo>
                <a:cubicBezTo>
                  <a:pt x="108" y="4335"/>
                  <a:pt x="99" y="4333"/>
                  <a:pt x="90" y="4329"/>
                </a:cubicBezTo>
                <a:cubicBezTo>
                  <a:pt x="81" y="4325"/>
                  <a:pt x="73" y="4321"/>
                  <a:pt x="65" y="4315"/>
                </a:cubicBezTo>
                <a:cubicBezTo>
                  <a:pt x="57" y="4310"/>
                  <a:pt x="49" y="4304"/>
                  <a:pt x="43" y="4297"/>
                </a:cubicBezTo>
                <a:cubicBezTo>
                  <a:pt x="36" y="4291"/>
                  <a:pt x="30" y="4283"/>
                  <a:pt x="24" y="4275"/>
                </a:cubicBezTo>
                <a:cubicBezTo>
                  <a:pt x="19" y="4267"/>
                  <a:pt x="15" y="4259"/>
                  <a:pt x="11" y="4250"/>
                </a:cubicBezTo>
                <a:cubicBezTo>
                  <a:pt x="7" y="4241"/>
                  <a:pt x="5" y="4232"/>
                  <a:pt x="3" y="4223"/>
                </a:cubicBezTo>
                <a:cubicBezTo>
                  <a:pt x="1" y="4214"/>
                  <a:pt x="0" y="4204"/>
                  <a:pt x="0" y="41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" name=""/>
          <p:cNvSpPr/>
          <p:nvPr/>
        </p:nvSpPr>
        <p:spPr>
          <a:xfrm>
            <a:off x="757080" y="2147760"/>
            <a:ext cx="10687320" cy="1562400"/>
          </a:xfrm>
          <a:custGeom>
            <a:avLst/>
            <a:gdLst/>
            <a:ahLst/>
            <a:rect l="0" t="0" r="r" b="b"/>
            <a:pathLst>
              <a:path w="29687" h="4340">
                <a:moveTo>
                  <a:pt x="0" y="41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2"/>
                  <a:pt x="24" y="65"/>
                </a:cubicBezTo>
                <a:cubicBezTo>
                  <a:pt x="30" y="57"/>
                  <a:pt x="36" y="49"/>
                  <a:pt x="43" y="42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2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2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4194"/>
                </a:lnTo>
                <a:cubicBezTo>
                  <a:pt x="29687" y="4204"/>
                  <a:pt x="29686" y="4214"/>
                  <a:pt x="29684" y="4223"/>
                </a:cubicBezTo>
                <a:cubicBezTo>
                  <a:pt x="29683" y="4232"/>
                  <a:pt x="29680" y="4241"/>
                  <a:pt x="29676" y="4250"/>
                </a:cubicBezTo>
                <a:cubicBezTo>
                  <a:pt x="29672" y="4259"/>
                  <a:pt x="29668" y="4267"/>
                  <a:pt x="29663" y="4275"/>
                </a:cubicBezTo>
                <a:cubicBezTo>
                  <a:pt x="29657" y="4283"/>
                  <a:pt x="29651" y="4291"/>
                  <a:pt x="29645" y="4297"/>
                </a:cubicBezTo>
                <a:cubicBezTo>
                  <a:pt x="29638" y="4304"/>
                  <a:pt x="29630" y="4310"/>
                  <a:pt x="29623" y="4315"/>
                </a:cubicBezTo>
                <a:cubicBezTo>
                  <a:pt x="29615" y="4321"/>
                  <a:pt x="29606" y="4325"/>
                  <a:pt x="29597" y="4329"/>
                </a:cubicBezTo>
                <a:cubicBezTo>
                  <a:pt x="29589" y="4333"/>
                  <a:pt x="29579" y="4335"/>
                  <a:pt x="29570" y="4337"/>
                </a:cubicBezTo>
                <a:cubicBezTo>
                  <a:pt x="29561" y="4339"/>
                  <a:pt x="29551" y="4340"/>
                  <a:pt x="29542" y="4340"/>
                </a:cubicBezTo>
                <a:lnTo>
                  <a:pt x="145" y="4340"/>
                </a:lnTo>
                <a:cubicBezTo>
                  <a:pt x="136" y="4340"/>
                  <a:pt x="126" y="4339"/>
                  <a:pt x="117" y="4337"/>
                </a:cubicBezTo>
                <a:cubicBezTo>
                  <a:pt x="108" y="4335"/>
                  <a:pt x="99" y="4333"/>
                  <a:pt x="90" y="4329"/>
                </a:cubicBezTo>
                <a:cubicBezTo>
                  <a:pt x="81" y="4325"/>
                  <a:pt x="73" y="4321"/>
                  <a:pt x="65" y="4315"/>
                </a:cubicBezTo>
                <a:cubicBezTo>
                  <a:pt x="57" y="4310"/>
                  <a:pt x="49" y="4304"/>
                  <a:pt x="43" y="4297"/>
                </a:cubicBezTo>
                <a:cubicBezTo>
                  <a:pt x="36" y="4291"/>
                  <a:pt x="30" y="4283"/>
                  <a:pt x="24" y="4275"/>
                </a:cubicBezTo>
                <a:cubicBezTo>
                  <a:pt x="19" y="4267"/>
                  <a:pt x="15" y="4259"/>
                  <a:pt x="11" y="4250"/>
                </a:cubicBezTo>
                <a:cubicBezTo>
                  <a:pt x="7" y="4241"/>
                  <a:pt x="5" y="4232"/>
                  <a:pt x="3" y="4223"/>
                </a:cubicBezTo>
                <a:cubicBezTo>
                  <a:pt x="1" y="4214"/>
                  <a:pt x="0" y="4204"/>
                  <a:pt x="0" y="41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"/>
          <p:cNvSpPr/>
          <p:nvPr/>
        </p:nvSpPr>
        <p:spPr>
          <a:xfrm>
            <a:off x="2866680" y="8856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4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8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3"/>
                  <a:pt x="5133" y="39"/>
                  <a:pt x="5141" y="47"/>
                </a:cubicBezTo>
                <a:cubicBezTo>
                  <a:pt x="5148" y="54"/>
                  <a:pt x="5155" y="62"/>
                  <a:pt x="5161" y="71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8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4"/>
                </a:lnTo>
                <a:cubicBezTo>
                  <a:pt x="5187" y="964"/>
                  <a:pt x="5186" y="974"/>
                  <a:pt x="5184" y="985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9"/>
                  <a:pt x="5141" y="1066"/>
                </a:cubicBezTo>
                <a:cubicBezTo>
                  <a:pt x="5133" y="1073"/>
                  <a:pt x="5125" y="1080"/>
                  <a:pt x="5117" y="1086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6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9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5"/>
                </a:cubicBezTo>
                <a:cubicBezTo>
                  <a:pt x="1" y="974"/>
                  <a:pt x="0" y="964"/>
                  <a:pt x="0" y="95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"/>
          <p:cNvSpPr txBox="1"/>
          <p:nvPr/>
        </p:nvSpPr>
        <p:spPr>
          <a:xfrm>
            <a:off x="747720" y="79740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"/>
          <p:cNvSpPr txBox="1"/>
          <p:nvPr/>
        </p:nvSpPr>
        <p:spPr>
          <a:xfrm>
            <a:off x="2942280" y="8820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checkbox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"/>
          <p:cNvSpPr txBox="1"/>
          <p:nvPr/>
        </p:nvSpPr>
        <p:spPr>
          <a:xfrm>
            <a:off x="747720" y="1600200"/>
            <a:ext cx="7119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Allows users to select </a:t>
            </a:r>
            <a:r>
              <a:rPr b="1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multiple options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independently.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"/>
          <p:cNvSpPr txBox="1"/>
          <p:nvPr/>
        </p:nvSpPr>
        <p:spPr>
          <a:xfrm>
            <a:off x="914400" y="2309040"/>
            <a:ext cx="7801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"/>
          <p:cNvSpPr txBox="1"/>
          <p:nvPr/>
        </p:nvSpPr>
        <p:spPr>
          <a:xfrm>
            <a:off x="914400" y="2554560"/>
            <a:ext cx="10390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"checkbox"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"interest"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"coding"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Coding&lt;/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"/>
          <p:cNvSpPr txBox="1"/>
          <p:nvPr/>
        </p:nvSpPr>
        <p:spPr>
          <a:xfrm>
            <a:off x="914400" y="2808360"/>
            <a:ext cx="1013076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"checkbox"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"interest"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"music"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Music&lt;/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" name=""/>
          <p:cNvSpPr txBox="1"/>
          <p:nvPr/>
        </p:nvSpPr>
        <p:spPr>
          <a:xfrm>
            <a:off x="914400" y="3053880"/>
            <a:ext cx="1039068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"checkbox"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"interest"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0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"sports"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Sports&lt;/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4" name="" descr=""/>
          <p:cNvPicPr/>
          <p:nvPr/>
        </p:nvPicPr>
        <p:blipFill>
          <a:blip r:embed="rId1"/>
          <a:stretch/>
        </p:blipFill>
        <p:spPr>
          <a:xfrm>
            <a:off x="752400" y="3867120"/>
            <a:ext cx="6200280" cy="2066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" name=""/>
          <p:cNvSpPr txBox="1"/>
          <p:nvPr/>
        </p:nvSpPr>
        <p:spPr>
          <a:xfrm>
            <a:off x="914400" y="3299040"/>
            <a:ext cx="909720" cy="2458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70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70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" name=""/>
          <p:cNvSpPr/>
          <p:nvPr/>
        </p:nvSpPr>
        <p:spPr>
          <a:xfrm>
            <a:off x="757080" y="300492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6"/>
                </a:lnTo>
                <a:cubicBezTo>
                  <a:pt x="29687" y="2245"/>
                  <a:pt x="29686" y="2255"/>
                  <a:pt x="29684" y="2264"/>
                </a:cubicBezTo>
                <a:cubicBezTo>
                  <a:pt x="29683" y="2274"/>
                  <a:pt x="29680" y="2283"/>
                  <a:pt x="29676" y="2292"/>
                </a:cubicBezTo>
                <a:cubicBezTo>
                  <a:pt x="29672" y="2300"/>
                  <a:pt x="29668" y="2309"/>
                  <a:pt x="29663" y="2317"/>
                </a:cubicBezTo>
                <a:cubicBezTo>
                  <a:pt x="29657" y="2325"/>
                  <a:pt x="29651" y="2332"/>
                  <a:pt x="29645" y="2339"/>
                </a:cubicBezTo>
                <a:cubicBezTo>
                  <a:pt x="29638" y="2345"/>
                  <a:pt x="29630" y="2352"/>
                  <a:pt x="29623" y="2357"/>
                </a:cubicBezTo>
                <a:cubicBezTo>
                  <a:pt x="29615" y="2362"/>
                  <a:pt x="29606" y="2367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1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1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7"/>
                  <a:pt x="73" y="2362"/>
                  <a:pt x="65" y="2357"/>
                </a:cubicBezTo>
                <a:cubicBezTo>
                  <a:pt x="57" y="2352"/>
                  <a:pt x="49" y="2345"/>
                  <a:pt x="43" y="2339"/>
                </a:cubicBezTo>
                <a:cubicBezTo>
                  <a:pt x="36" y="2332"/>
                  <a:pt x="30" y="2325"/>
                  <a:pt x="24" y="2317"/>
                </a:cubicBezTo>
                <a:cubicBezTo>
                  <a:pt x="19" y="2309"/>
                  <a:pt x="15" y="2300"/>
                  <a:pt x="11" y="2292"/>
                </a:cubicBezTo>
                <a:cubicBezTo>
                  <a:pt x="7" y="2283"/>
                  <a:pt x="5" y="2274"/>
                  <a:pt x="3" y="2264"/>
                </a:cubicBezTo>
                <a:cubicBezTo>
                  <a:pt x="1" y="2255"/>
                  <a:pt x="0" y="2245"/>
                  <a:pt x="0" y="223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" name=""/>
          <p:cNvSpPr/>
          <p:nvPr/>
        </p:nvSpPr>
        <p:spPr>
          <a:xfrm>
            <a:off x="757080" y="300492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6"/>
                </a:lnTo>
                <a:cubicBezTo>
                  <a:pt x="29687" y="2245"/>
                  <a:pt x="29686" y="2255"/>
                  <a:pt x="29684" y="2264"/>
                </a:cubicBezTo>
                <a:cubicBezTo>
                  <a:pt x="29683" y="2274"/>
                  <a:pt x="29680" y="2283"/>
                  <a:pt x="29676" y="2292"/>
                </a:cubicBezTo>
                <a:cubicBezTo>
                  <a:pt x="29672" y="2300"/>
                  <a:pt x="29668" y="2309"/>
                  <a:pt x="29663" y="2317"/>
                </a:cubicBezTo>
                <a:cubicBezTo>
                  <a:pt x="29657" y="2325"/>
                  <a:pt x="29651" y="2332"/>
                  <a:pt x="29645" y="2339"/>
                </a:cubicBezTo>
                <a:cubicBezTo>
                  <a:pt x="29638" y="2345"/>
                  <a:pt x="29630" y="2352"/>
                  <a:pt x="29623" y="2357"/>
                </a:cubicBezTo>
                <a:cubicBezTo>
                  <a:pt x="29615" y="2362"/>
                  <a:pt x="29606" y="2367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1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1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7"/>
                  <a:pt x="73" y="2362"/>
                  <a:pt x="65" y="2357"/>
                </a:cubicBezTo>
                <a:cubicBezTo>
                  <a:pt x="57" y="2352"/>
                  <a:pt x="49" y="2345"/>
                  <a:pt x="43" y="2339"/>
                </a:cubicBezTo>
                <a:cubicBezTo>
                  <a:pt x="36" y="2332"/>
                  <a:pt x="30" y="2325"/>
                  <a:pt x="24" y="2317"/>
                </a:cubicBezTo>
                <a:cubicBezTo>
                  <a:pt x="19" y="2309"/>
                  <a:pt x="15" y="2300"/>
                  <a:pt x="11" y="2292"/>
                </a:cubicBezTo>
                <a:cubicBezTo>
                  <a:pt x="7" y="2283"/>
                  <a:pt x="5" y="2274"/>
                  <a:pt x="3" y="2264"/>
                </a:cubicBezTo>
                <a:cubicBezTo>
                  <a:pt x="1" y="2255"/>
                  <a:pt x="0" y="2245"/>
                  <a:pt x="0" y="223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"/>
          <p:cNvSpPr/>
          <p:nvPr/>
        </p:nvSpPr>
        <p:spPr>
          <a:xfrm>
            <a:off x="2866680" y="1304640"/>
            <a:ext cx="1657800" cy="400680"/>
          </a:xfrm>
          <a:custGeom>
            <a:avLst/>
            <a:gdLst/>
            <a:ahLst/>
            <a:rect l="0" t="0" r="r" b="b"/>
            <a:pathLst>
              <a:path w="4605" h="1113">
                <a:moveTo>
                  <a:pt x="0" y="954"/>
                </a:moveTo>
                <a:lnTo>
                  <a:pt x="0" y="159"/>
                </a:lnTo>
                <a:cubicBezTo>
                  <a:pt x="0" y="149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80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446" y="0"/>
                </a:lnTo>
                <a:cubicBezTo>
                  <a:pt x="4457" y="0"/>
                  <a:pt x="4467" y="1"/>
                  <a:pt x="4477" y="3"/>
                </a:cubicBezTo>
                <a:cubicBezTo>
                  <a:pt x="4488" y="5"/>
                  <a:pt x="4498" y="8"/>
                  <a:pt x="4507" y="12"/>
                </a:cubicBezTo>
                <a:cubicBezTo>
                  <a:pt x="4517" y="16"/>
                  <a:pt x="4526" y="21"/>
                  <a:pt x="4535" y="27"/>
                </a:cubicBezTo>
                <a:cubicBezTo>
                  <a:pt x="4543" y="33"/>
                  <a:pt x="4551" y="39"/>
                  <a:pt x="4559" y="47"/>
                </a:cubicBezTo>
                <a:cubicBezTo>
                  <a:pt x="4566" y="54"/>
                  <a:pt x="4573" y="62"/>
                  <a:pt x="4578" y="71"/>
                </a:cubicBezTo>
                <a:cubicBezTo>
                  <a:pt x="4584" y="80"/>
                  <a:pt x="4589" y="89"/>
                  <a:pt x="4593" y="98"/>
                </a:cubicBezTo>
                <a:cubicBezTo>
                  <a:pt x="4597" y="108"/>
                  <a:pt x="4600" y="118"/>
                  <a:pt x="4602" y="128"/>
                </a:cubicBezTo>
                <a:cubicBezTo>
                  <a:pt x="4604" y="138"/>
                  <a:pt x="4605" y="149"/>
                  <a:pt x="4605" y="159"/>
                </a:cubicBezTo>
                <a:lnTo>
                  <a:pt x="4605" y="954"/>
                </a:lnTo>
                <a:cubicBezTo>
                  <a:pt x="4605" y="964"/>
                  <a:pt x="4604" y="975"/>
                  <a:pt x="4602" y="985"/>
                </a:cubicBezTo>
                <a:cubicBezTo>
                  <a:pt x="4600" y="995"/>
                  <a:pt x="4597" y="1005"/>
                  <a:pt x="4593" y="1015"/>
                </a:cubicBezTo>
                <a:cubicBezTo>
                  <a:pt x="4589" y="1024"/>
                  <a:pt x="4584" y="1033"/>
                  <a:pt x="4578" y="1042"/>
                </a:cubicBezTo>
                <a:cubicBezTo>
                  <a:pt x="4573" y="1051"/>
                  <a:pt x="4566" y="1059"/>
                  <a:pt x="4559" y="1066"/>
                </a:cubicBezTo>
                <a:cubicBezTo>
                  <a:pt x="4551" y="1073"/>
                  <a:pt x="4543" y="1080"/>
                  <a:pt x="4535" y="1086"/>
                </a:cubicBezTo>
                <a:cubicBezTo>
                  <a:pt x="4526" y="1092"/>
                  <a:pt x="4517" y="1096"/>
                  <a:pt x="4507" y="1100"/>
                </a:cubicBezTo>
                <a:cubicBezTo>
                  <a:pt x="4498" y="1104"/>
                  <a:pt x="4488" y="1107"/>
                  <a:pt x="4477" y="1109"/>
                </a:cubicBezTo>
                <a:cubicBezTo>
                  <a:pt x="4467" y="1112"/>
                  <a:pt x="4457" y="1113"/>
                  <a:pt x="4446" y="1113"/>
                </a:cubicBezTo>
                <a:lnTo>
                  <a:pt x="159" y="1113"/>
                </a:lnTo>
                <a:cubicBezTo>
                  <a:pt x="149" y="1113"/>
                  <a:pt x="138" y="1112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2"/>
                  <a:pt x="71" y="1086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9"/>
                  <a:pt x="33" y="1051"/>
                  <a:pt x="27" y="1042"/>
                </a:cubicBezTo>
                <a:cubicBezTo>
                  <a:pt x="21" y="1033"/>
                  <a:pt x="17" y="1024"/>
                  <a:pt x="13" y="1015"/>
                </a:cubicBezTo>
                <a:cubicBezTo>
                  <a:pt x="9" y="1005"/>
                  <a:pt x="6" y="995"/>
                  <a:pt x="4" y="985"/>
                </a:cubicBezTo>
                <a:cubicBezTo>
                  <a:pt x="1" y="975"/>
                  <a:pt x="0" y="964"/>
                  <a:pt x="0" y="95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"/>
          <p:cNvSpPr txBox="1"/>
          <p:nvPr/>
        </p:nvSpPr>
        <p:spPr>
          <a:xfrm>
            <a:off x="747720" y="1216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3" name=""/>
          <p:cNvSpPr txBox="1"/>
          <p:nvPr/>
        </p:nvSpPr>
        <p:spPr>
          <a:xfrm>
            <a:off x="2942280" y="1301040"/>
            <a:ext cx="1511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checked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"/>
          <p:cNvSpPr/>
          <p:nvPr/>
        </p:nvSpPr>
        <p:spPr>
          <a:xfrm>
            <a:off x="1295280" y="2057040"/>
            <a:ext cx="1181520" cy="362520"/>
          </a:xfrm>
          <a:custGeom>
            <a:avLst/>
            <a:gdLst/>
            <a:ahLst/>
            <a:rect l="0" t="0" r="r" b="b"/>
            <a:pathLst>
              <a:path w="3282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9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40"/>
                  <a:pt x="62" y="33"/>
                  <a:pt x="70" y="27"/>
                </a:cubicBezTo>
                <a:cubicBezTo>
                  <a:pt x="79" y="21"/>
                  <a:pt x="88" y="17"/>
                  <a:pt x="98" y="13"/>
                </a:cubicBezTo>
                <a:cubicBezTo>
                  <a:pt x="107" y="9"/>
                  <a:pt x="117" y="6"/>
                  <a:pt x="128" y="4"/>
                </a:cubicBezTo>
                <a:cubicBezTo>
                  <a:pt x="138" y="2"/>
                  <a:pt x="148" y="0"/>
                  <a:pt x="159" y="0"/>
                </a:cubicBezTo>
                <a:lnTo>
                  <a:pt x="3123" y="0"/>
                </a:lnTo>
                <a:cubicBezTo>
                  <a:pt x="3133" y="0"/>
                  <a:pt x="3144" y="2"/>
                  <a:pt x="3154" y="4"/>
                </a:cubicBezTo>
                <a:cubicBezTo>
                  <a:pt x="3164" y="6"/>
                  <a:pt x="3174" y="9"/>
                  <a:pt x="3184" y="13"/>
                </a:cubicBezTo>
                <a:cubicBezTo>
                  <a:pt x="3193" y="17"/>
                  <a:pt x="3202" y="21"/>
                  <a:pt x="3211" y="27"/>
                </a:cubicBezTo>
                <a:cubicBezTo>
                  <a:pt x="3220" y="33"/>
                  <a:pt x="3228" y="40"/>
                  <a:pt x="3235" y="47"/>
                </a:cubicBezTo>
                <a:cubicBezTo>
                  <a:pt x="3243" y="54"/>
                  <a:pt x="3249" y="62"/>
                  <a:pt x="3255" y="71"/>
                </a:cubicBezTo>
                <a:cubicBezTo>
                  <a:pt x="3261" y="80"/>
                  <a:pt x="3266" y="89"/>
                  <a:pt x="3270" y="98"/>
                </a:cubicBezTo>
                <a:cubicBezTo>
                  <a:pt x="3274" y="108"/>
                  <a:pt x="3277" y="118"/>
                  <a:pt x="3279" y="128"/>
                </a:cubicBezTo>
                <a:cubicBezTo>
                  <a:pt x="3281" y="139"/>
                  <a:pt x="3282" y="149"/>
                  <a:pt x="3282" y="159"/>
                </a:cubicBezTo>
                <a:lnTo>
                  <a:pt x="3282" y="848"/>
                </a:lnTo>
                <a:cubicBezTo>
                  <a:pt x="3282" y="859"/>
                  <a:pt x="3281" y="869"/>
                  <a:pt x="3279" y="879"/>
                </a:cubicBezTo>
                <a:cubicBezTo>
                  <a:pt x="3277" y="889"/>
                  <a:pt x="3274" y="899"/>
                  <a:pt x="3270" y="909"/>
                </a:cubicBezTo>
                <a:cubicBezTo>
                  <a:pt x="3266" y="919"/>
                  <a:pt x="3261" y="928"/>
                  <a:pt x="3255" y="936"/>
                </a:cubicBezTo>
                <a:cubicBezTo>
                  <a:pt x="3249" y="945"/>
                  <a:pt x="3243" y="953"/>
                  <a:pt x="3235" y="960"/>
                </a:cubicBezTo>
                <a:cubicBezTo>
                  <a:pt x="3228" y="968"/>
                  <a:pt x="3220" y="974"/>
                  <a:pt x="3211" y="980"/>
                </a:cubicBezTo>
                <a:cubicBezTo>
                  <a:pt x="3202" y="986"/>
                  <a:pt x="3193" y="991"/>
                  <a:pt x="3184" y="995"/>
                </a:cubicBezTo>
                <a:cubicBezTo>
                  <a:pt x="3174" y="999"/>
                  <a:pt x="3164" y="1002"/>
                  <a:pt x="3154" y="1004"/>
                </a:cubicBezTo>
                <a:cubicBezTo>
                  <a:pt x="3144" y="1006"/>
                  <a:pt x="3133" y="1007"/>
                  <a:pt x="3123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4"/>
                </a:cubicBezTo>
                <a:cubicBezTo>
                  <a:pt x="117" y="1002"/>
                  <a:pt x="107" y="999"/>
                  <a:pt x="98" y="995"/>
                </a:cubicBezTo>
                <a:cubicBezTo>
                  <a:pt x="88" y="991"/>
                  <a:pt x="79" y="986"/>
                  <a:pt x="70" y="980"/>
                </a:cubicBezTo>
                <a:cubicBezTo>
                  <a:pt x="62" y="974"/>
                  <a:pt x="54" y="968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8"/>
                  <a:pt x="16" y="919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9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5" name=""/>
          <p:cNvSpPr txBox="1"/>
          <p:nvPr/>
        </p:nvSpPr>
        <p:spPr>
          <a:xfrm>
            <a:off x="747720" y="2009880"/>
            <a:ext cx="55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"/>
          <p:cNvSpPr txBox="1"/>
          <p:nvPr/>
        </p:nvSpPr>
        <p:spPr>
          <a:xfrm>
            <a:off x="1393560" y="210888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checked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"/>
          <p:cNvSpPr/>
          <p:nvPr/>
        </p:nvSpPr>
        <p:spPr>
          <a:xfrm>
            <a:off x="752400" y="2485800"/>
            <a:ext cx="885960" cy="362520"/>
          </a:xfrm>
          <a:custGeom>
            <a:avLst/>
            <a:gdLst/>
            <a:ahLst/>
            <a:rect l="0" t="0" r="r" b="b"/>
            <a:pathLst>
              <a:path w="2461" h="1007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6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303" y="0"/>
                </a:lnTo>
                <a:cubicBezTo>
                  <a:pt x="2313" y="0"/>
                  <a:pt x="2323" y="1"/>
                  <a:pt x="2334" y="3"/>
                </a:cubicBezTo>
                <a:cubicBezTo>
                  <a:pt x="2344" y="5"/>
                  <a:pt x="2354" y="8"/>
                  <a:pt x="2363" y="12"/>
                </a:cubicBezTo>
                <a:cubicBezTo>
                  <a:pt x="2373" y="16"/>
                  <a:pt x="2382" y="21"/>
                  <a:pt x="2391" y="27"/>
                </a:cubicBezTo>
                <a:cubicBezTo>
                  <a:pt x="2399" y="33"/>
                  <a:pt x="2407" y="39"/>
                  <a:pt x="2415" y="47"/>
                </a:cubicBezTo>
                <a:cubicBezTo>
                  <a:pt x="2422" y="54"/>
                  <a:pt x="2429" y="62"/>
                  <a:pt x="2435" y="71"/>
                </a:cubicBezTo>
                <a:cubicBezTo>
                  <a:pt x="2440" y="79"/>
                  <a:pt x="2445" y="88"/>
                  <a:pt x="2449" y="98"/>
                </a:cubicBezTo>
                <a:cubicBezTo>
                  <a:pt x="2453" y="108"/>
                  <a:pt x="2456" y="118"/>
                  <a:pt x="2458" y="128"/>
                </a:cubicBezTo>
                <a:cubicBezTo>
                  <a:pt x="2460" y="138"/>
                  <a:pt x="2461" y="148"/>
                  <a:pt x="2461" y="159"/>
                </a:cubicBezTo>
                <a:lnTo>
                  <a:pt x="2461" y="848"/>
                </a:lnTo>
                <a:cubicBezTo>
                  <a:pt x="2461" y="858"/>
                  <a:pt x="2460" y="869"/>
                  <a:pt x="2458" y="879"/>
                </a:cubicBezTo>
                <a:cubicBezTo>
                  <a:pt x="2456" y="889"/>
                  <a:pt x="2453" y="899"/>
                  <a:pt x="2449" y="909"/>
                </a:cubicBezTo>
                <a:cubicBezTo>
                  <a:pt x="2445" y="918"/>
                  <a:pt x="2440" y="927"/>
                  <a:pt x="2435" y="936"/>
                </a:cubicBezTo>
                <a:cubicBezTo>
                  <a:pt x="2429" y="945"/>
                  <a:pt x="2422" y="953"/>
                  <a:pt x="2415" y="960"/>
                </a:cubicBezTo>
                <a:cubicBezTo>
                  <a:pt x="2407" y="967"/>
                  <a:pt x="2399" y="974"/>
                  <a:pt x="2391" y="980"/>
                </a:cubicBezTo>
                <a:cubicBezTo>
                  <a:pt x="2382" y="986"/>
                  <a:pt x="2373" y="990"/>
                  <a:pt x="2363" y="994"/>
                </a:cubicBezTo>
                <a:cubicBezTo>
                  <a:pt x="2354" y="998"/>
                  <a:pt x="2344" y="1001"/>
                  <a:pt x="2334" y="1003"/>
                </a:cubicBezTo>
                <a:cubicBezTo>
                  <a:pt x="2323" y="1006"/>
                  <a:pt x="2313" y="1007"/>
                  <a:pt x="2303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6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8" name=""/>
          <p:cNvSpPr txBox="1"/>
          <p:nvPr/>
        </p:nvSpPr>
        <p:spPr>
          <a:xfrm>
            <a:off x="2473560" y="2009880"/>
            <a:ext cx="5587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 sets the default selected state for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9" name=""/>
          <p:cNvSpPr txBox="1"/>
          <p:nvPr/>
        </p:nvSpPr>
        <p:spPr>
          <a:xfrm>
            <a:off x="841680" y="253728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radio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0" name=""/>
          <p:cNvSpPr/>
          <p:nvPr/>
        </p:nvSpPr>
        <p:spPr>
          <a:xfrm>
            <a:off x="2066760" y="2485800"/>
            <a:ext cx="1314720" cy="362520"/>
          </a:xfrm>
          <a:custGeom>
            <a:avLst/>
            <a:gdLst/>
            <a:ahLst/>
            <a:rect l="0" t="0" r="r" b="b"/>
            <a:pathLst>
              <a:path w="3652" h="1007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39" y="54"/>
                  <a:pt x="46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5" y="5"/>
                  <a:pt x="3545" y="8"/>
                  <a:pt x="3554" y="12"/>
                </a:cubicBezTo>
                <a:cubicBezTo>
                  <a:pt x="3564" y="16"/>
                  <a:pt x="3573" y="21"/>
                  <a:pt x="3582" y="27"/>
                </a:cubicBezTo>
                <a:cubicBezTo>
                  <a:pt x="3590" y="33"/>
                  <a:pt x="3598" y="39"/>
                  <a:pt x="3606" y="47"/>
                </a:cubicBezTo>
                <a:cubicBezTo>
                  <a:pt x="3613" y="54"/>
                  <a:pt x="3620" y="62"/>
                  <a:pt x="3625" y="71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8"/>
                  <a:pt x="3652" y="148"/>
                  <a:pt x="3652" y="159"/>
                </a:cubicBezTo>
                <a:lnTo>
                  <a:pt x="3652" y="848"/>
                </a:lnTo>
                <a:cubicBezTo>
                  <a:pt x="3652" y="858"/>
                  <a:pt x="3651" y="869"/>
                  <a:pt x="3649" y="879"/>
                </a:cubicBezTo>
                <a:cubicBezTo>
                  <a:pt x="3647" y="889"/>
                  <a:pt x="3644" y="899"/>
                  <a:pt x="3640" y="909"/>
                </a:cubicBezTo>
                <a:cubicBezTo>
                  <a:pt x="3636" y="918"/>
                  <a:pt x="3631" y="927"/>
                  <a:pt x="3625" y="936"/>
                </a:cubicBezTo>
                <a:cubicBezTo>
                  <a:pt x="3620" y="945"/>
                  <a:pt x="3613" y="953"/>
                  <a:pt x="3606" y="960"/>
                </a:cubicBezTo>
                <a:cubicBezTo>
                  <a:pt x="3598" y="967"/>
                  <a:pt x="3590" y="974"/>
                  <a:pt x="3582" y="980"/>
                </a:cubicBezTo>
                <a:cubicBezTo>
                  <a:pt x="3573" y="986"/>
                  <a:pt x="3564" y="990"/>
                  <a:pt x="3554" y="994"/>
                </a:cubicBezTo>
                <a:cubicBezTo>
                  <a:pt x="3545" y="998"/>
                  <a:pt x="3535" y="1001"/>
                  <a:pt x="3524" y="1003"/>
                </a:cubicBezTo>
                <a:cubicBezTo>
                  <a:pt x="3514" y="1006"/>
                  <a:pt x="3504" y="1007"/>
                  <a:pt x="3493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6"/>
                  <a:pt x="71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"/>
          <p:cNvSpPr txBox="1"/>
          <p:nvPr/>
        </p:nvSpPr>
        <p:spPr>
          <a:xfrm>
            <a:off x="1639800" y="2438280"/>
            <a:ext cx="424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or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"/>
          <p:cNvSpPr txBox="1"/>
          <p:nvPr/>
        </p:nvSpPr>
        <p:spPr>
          <a:xfrm>
            <a:off x="2158560" y="253728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checkbox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3" name=""/>
          <p:cNvSpPr txBox="1"/>
          <p:nvPr/>
        </p:nvSpPr>
        <p:spPr>
          <a:xfrm>
            <a:off x="3379320" y="2438280"/>
            <a:ext cx="959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inputs.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4" name=""/>
          <p:cNvSpPr txBox="1"/>
          <p:nvPr/>
        </p:nvSpPr>
        <p:spPr>
          <a:xfrm>
            <a:off x="914400" y="3166920"/>
            <a:ext cx="8591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"color"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"blue"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checked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Blue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5" name="" descr=""/>
          <p:cNvPicPr/>
          <p:nvPr/>
        </p:nvPicPr>
        <p:blipFill>
          <a:blip r:embed="rId1"/>
          <a:stretch/>
        </p:blipFill>
        <p:spPr>
          <a:xfrm>
            <a:off x="752400" y="4019400"/>
            <a:ext cx="4390560" cy="1504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"/>
          <p:cNvSpPr txBox="1"/>
          <p:nvPr/>
        </p:nvSpPr>
        <p:spPr>
          <a:xfrm>
            <a:off x="914400" y="3433320"/>
            <a:ext cx="7183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"color"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"red"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Red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0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1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"/>
          <p:cNvSpPr/>
          <p:nvPr/>
        </p:nvSpPr>
        <p:spPr>
          <a:xfrm>
            <a:off x="2866680" y="819000"/>
            <a:ext cx="1438920" cy="400320"/>
          </a:xfrm>
          <a:custGeom>
            <a:avLst/>
            <a:gdLst/>
            <a:ahLst/>
            <a:rect l="0" t="0" r="r" b="b"/>
            <a:pathLst>
              <a:path w="39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8" y="0"/>
                </a:lnTo>
                <a:cubicBezTo>
                  <a:pt x="3848" y="0"/>
                  <a:pt x="3859" y="1"/>
                  <a:pt x="3869" y="3"/>
                </a:cubicBezTo>
                <a:cubicBezTo>
                  <a:pt x="3879" y="5"/>
                  <a:pt x="3889" y="8"/>
                  <a:pt x="3899" y="12"/>
                </a:cubicBezTo>
                <a:cubicBezTo>
                  <a:pt x="3908" y="16"/>
                  <a:pt x="3917" y="21"/>
                  <a:pt x="3926" y="27"/>
                </a:cubicBezTo>
                <a:cubicBezTo>
                  <a:pt x="3935" y="32"/>
                  <a:pt x="3943" y="39"/>
                  <a:pt x="3950" y="46"/>
                </a:cubicBezTo>
                <a:cubicBezTo>
                  <a:pt x="3958" y="54"/>
                  <a:pt x="3964" y="62"/>
                  <a:pt x="3970" y="70"/>
                </a:cubicBezTo>
                <a:cubicBezTo>
                  <a:pt x="3976" y="79"/>
                  <a:pt x="3981" y="88"/>
                  <a:pt x="3985" y="98"/>
                </a:cubicBezTo>
                <a:cubicBezTo>
                  <a:pt x="3989" y="108"/>
                  <a:pt x="3992" y="117"/>
                  <a:pt x="3994" y="128"/>
                </a:cubicBezTo>
                <a:cubicBezTo>
                  <a:pt x="3996" y="138"/>
                  <a:pt x="3997" y="148"/>
                  <a:pt x="3997" y="159"/>
                </a:cubicBezTo>
                <a:lnTo>
                  <a:pt x="3997" y="953"/>
                </a:lnTo>
                <a:cubicBezTo>
                  <a:pt x="3997" y="964"/>
                  <a:pt x="3996" y="974"/>
                  <a:pt x="3994" y="984"/>
                </a:cubicBezTo>
                <a:cubicBezTo>
                  <a:pt x="3992" y="995"/>
                  <a:pt x="3989" y="1005"/>
                  <a:pt x="3985" y="1014"/>
                </a:cubicBezTo>
                <a:cubicBezTo>
                  <a:pt x="3981" y="1024"/>
                  <a:pt x="3976" y="1033"/>
                  <a:pt x="3970" y="1042"/>
                </a:cubicBezTo>
                <a:cubicBezTo>
                  <a:pt x="3964" y="1050"/>
                  <a:pt x="3958" y="1058"/>
                  <a:pt x="3950" y="1066"/>
                </a:cubicBezTo>
                <a:cubicBezTo>
                  <a:pt x="3943" y="1073"/>
                  <a:pt x="3935" y="1080"/>
                  <a:pt x="3926" y="1085"/>
                </a:cubicBezTo>
                <a:cubicBezTo>
                  <a:pt x="3917" y="1091"/>
                  <a:pt x="3908" y="1096"/>
                  <a:pt x="3899" y="1100"/>
                </a:cubicBezTo>
                <a:cubicBezTo>
                  <a:pt x="3889" y="1104"/>
                  <a:pt x="3879" y="1107"/>
                  <a:pt x="3869" y="1109"/>
                </a:cubicBezTo>
                <a:cubicBezTo>
                  <a:pt x="3859" y="1111"/>
                  <a:pt x="3848" y="1112"/>
                  <a:pt x="383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3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4" name=""/>
          <p:cNvSpPr txBox="1"/>
          <p:nvPr/>
        </p:nvSpPr>
        <p:spPr>
          <a:xfrm>
            <a:off x="2942280" y="815400"/>
            <a:ext cx="1295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submit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"/>
          <p:cNvSpPr txBox="1"/>
          <p:nvPr/>
        </p:nvSpPr>
        <p:spPr>
          <a:xfrm>
            <a:off x="747720" y="1523880"/>
            <a:ext cx="7234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Creates a button that sends the form data to the server.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"/>
          <p:cNvSpPr txBox="1"/>
          <p:nvPr/>
        </p:nvSpPr>
        <p:spPr>
          <a:xfrm>
            <a:off x="914400" y="2233440"/>
            <a:ext cx="5211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action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"/submit"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method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"post"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7" name=""/>
          <p:cNvSpPr txBox="1"/>
          <p:nvPr/>
        </p:nvSpPr>
        <p:spPr>
          <a:xfrm>
            <a:off x="914400" y="2499840"/>
            <a:ext cx="9577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"Enter 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8" name=""/>
          <p:cNvSpPr txBox="1"/>
          <p:nvPr/>
        </p:nvSpPr>
        <p:spPr>
          <a:xfrm>
            <a:off x="914400" y="2776320"/>
            <a:ext cx="5634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09" name="" descr=""/>
          <p:cNvPicPr/>
          <p:nvPr/>
        </p:nvPicPr>
        <p:blipFill>
          <a:blip r:embed="rId1"/>
          <a:stretch/>
        </p:blipFill>
        <p:spPr>
          <a:xfrm>
            <a:off x="752400" y="3629160"/>
            <a:ext cx="605736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"/>
          <p:cNvSpPr txBox="1"/>
          <p:nvPr/>
        </p:nvSpPr>
        <p:spPr>
          <a:xfrm>
            <a:off x="914400" y="30430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4" name=""/>
          <p:cNvSpPr/>
          <p:nvPr/>
        </p:nvSpPr>
        <p:spPr>
          <a:xfrm>
            <a:off x="757080" y="2585880"/>
            <a:ext cx="10687320" cy="581400"/>
          </a:xfrm>
          <a:custGeom>
            <a:avLst/>
            <a:gdLst/>
            <a:ahLst/>
            <a:rect l="0" t="0" r="r" b="b"/>
            <a:pathLst>
              <a:path w="29687" h="1615">
                <a:moveTo>
                  <a:pt x="0" y="1469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1469"/>
                </a:lnTo>
                <a:cubicBezTo>
                  <a:pt x="29687" y="1479"/>
                  <a:pt x="29686" y="1488"/>
                  <a:pt x="29684" y="1498"/>
                </a:cubicBezTo>
                <a:cubicBezTo>
                  <a:pt x="29683" y="1507"/>
                  <a:pt x="29680" y="1516"/>
                  <a:pt x="29676" y="1525"/>
                </a:cubicBezTo>
                <a:cubicBezTo>
                  <a:pt x="29672" y="1534"/>
                  <a:pt x="29668" y="1542"/>
                  <a:pt x="29663" y="1550"/>
                </a:cubicBezTo>
                <a:cubicBezTo>
                  <a:pt x="29657" y="1558"/>
                  <a:pt x="29651" y="1566"/>
                  <a:pt x="29645" y="1572"/>
                </a:cubicBezTo>
                <a:cubicBezTo>
                  <a:pt x="29638" y="1579"/>
                  <a:pt x="29630" y="1585"/>
                  <a:pt x="29623" y="1590"/>
                </a:cubicBezTo>
                <a:cubicBezTo>
                  <a:pt x="29615" y="1596"/>
                  <a:pt x="29606" y="1600"/>
                  <a:pt x="29597" y="1604"/>
                </a:cubicBezTo>
                <a:cubicBezTo>
                  <a:pt x="29589" y="1607"/>
                  <a:pt x="29579" y="1610"/>
                  <a:pt x="29570" y="1612"/>
                </a:cubicBezTo>
                <a:cubicBezTo>
                  <a:pt x="29561" y="1614"/>
                  <a:pt x="29551" y="1615"/>
                  <a:pt x="29542" y="1615"/>
                </a:cubicBezTo>
                <a:lnTo>
                  <a:pt x="145" y="1615"/>
                </a:lnTo>
                <a:cubicBezTo>
                  <a:pt x="136" y="1615"/>
                  <a:pt x="126" y="1614"/>
                  <a:pt x="117" y="1612"/>
                </a:cubicBezTo>
                <a:cubicBezTo>
                  <a:pt x="108" y="1610"/>
                  <a:pt x="99" y="1607"/>
                  <a:pt x="90" y="1604"/>
                </a:cubicBezTo>
                <a:cubicBezTo>
                  <a:pt x="81" y="1600"/>
                  <a:pt x="73" y="1596"/>
                  <a:pt x="65" y="1590"/>
                </a:cubicBezTo>
                <a:cubicBezTo>
                  <a:pt x="57" y="1585"/>
                  <a:pt x="49" y="1579"/>
                  <a:pt x="43" y="1572"/>
                </a:cubicBezTo>
                <a:cubicBezTo>
                  <a:pt x="36" y="1566"/>
                  <a:pt x="30" y="1558"/>
                  <a:pt x="24" y="1550"/>
                </a:cubicBezTo>
                <a:cubicBezTo>
                  <a:pt x="19" y="1542"/>
                  <a:pt x="15" y="1534"/>
                  <a:pt x="11" y="1525"/>
                </a:cubicBezTo>
                <a:cubicBezTo>
                  <a:pt x="7" y="1516"/>
                  <a:pt x="5" y="1507"/>
                  <a:pt x="3" y="1498"/>
                </a:cubicBezTo>
                <a:cubicBezTo>
                  <a:pt x="1" y="1488"/>
                  <a:pt x="0" y="1479"/>
                  <a:pt x="0" y="146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5" name=""/>
          <p:cNvSpPr/>
          <p:nvPr/>
        </p:nvSpPr>
        <p:spPr>
          <a:xfrm>
            <a:off x="757080" y="2585880"/>
            <a:ext cx="10687320" cy="581400"/>
          </a:xfrm>
          <a:custGeom>
            <a:avLst/>
            <a:gdLst/>
            <a:ahLst/>
            <a:rect l="0" t="0" r="r" b="b"/>
            <a:pathLst>
              <a:path w="29687" h="1615">
                <a:moveTo>
                  <a:pt x="0" y="1469"/>
                </a:moveTo>
                <a:lnTo>
                  <a:pt x="0" y="146"/>
                </a:lnTo>
                <a:cubicBezTo>
                  <a:pt x="0" y="137"/>
                  <a:pt x="1" y="127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7"/>
                  <a:pt x="29687" y="137"/>
                  <a:pt x="29687" y="146"/>
                </a:cubicBezTo>
                <a:lnTo>
                  <a:pt x="29687" y="1469"/>
                </a:lnTo>
                <a:cubicBezTo>
                  <a:pt x="29687" y="1479"/>
                  <a:pt x="29686" y="1488"/>
                  <a:pt x="29684" y="1498"/>
                </a:cubicBezTo>
                <a:cubicBezTo>
                  <a:pt x="29683" y="1507"/>
                  <a:pt x="29680" y="1516"/>
                  <a:pt x="29676" y="1525"/>
                </a:cubicBezTo>
                <a:cubicBezTo>
                  <a:pt x="29672" y="1534"/>
                  <a:pt x="29668" y="1542"/>
                  <a:pt x="29663" y="1550"/>
                </a:cubicBezTo>
                <a:cubicBezTo>
                  <a:pt x="29657" y="1558"/>
                  <a:pt x="29651" y="1566"/>
                  <a:pt x="29645" y="1572"/>
                </a:cubicBezTo>
                <a:cubicBezTo>
                  <a:pt x="29638" y="1579"/>
                  <a:pt x="29630" y="1585"/>
                  <a:pt x="29623" y="1590"/>
                </a:cubicBezTo>
                <a:cubicBezTo>
                  <a:pt x="29615" y="1596"/>
                  <a:pt x="29606" y="1600"/>
                  <a:pt x="29597" y="1604"/>
                </a:cubicBezTo>
                <a:cubicBezTo>
                  <a:pt x="29589" y="1607"/>
                  <a:pt x="29579" y="1610"/>
                  <a:pt x="29570" y="1612"/>
                </a:cubicBezTo>
                <a:cubicBezTo>
                  <a:pt x="29561" y="1614"/>
                  <a:pt x="29551" y="1615"/>
                  <a:pt x="29542" y="1615"/>
                </a:cubicBezTo>
                <a:lnTo>
                  <a:pt x="145" y="1615"/>
                </a:lnTo>
                <a:cubicBezTo>
                  <a:pt x="136" y="1615"/>
                  <a:pt x="126" y="1614"/>
                  <a:pt x="117" y="1612"/>
                </a:cubicBezTo>
                <a:cubicBezTo>
                  <a:pt x="108" y="1610"/>
                  <a:pt x="99" y="1607"/>
                  <a:pt x="90" y="1604"/>
                </a:cubicBezTo>
                <a:cubicBezTo>
                  <a:pt x="81" y="1600"/>
                  <a:pt x="73" y="1596"/>
                  <a:pt x="65" y="1590"/>
                </a:cubicBezTo>
                <a:cubicBezTo>
                  <a:pt x="57" y="1585"/>
                  <a:pt x="49" y="1579"/>
                  <a:pt x="43" y="1572"/>
                </a:cubicBezTo>
                <a:cubicBezTo>
                  <a:pt x="36" y="1566"/>
                  <a:pt x="30" y="1558"/>
                  <a:pt x="24" y="1550"/>
                </a:cubicBezTo>
                <a:cubicBezTo>
                  <a:pt x="19" y="1542"/>
                  <a:pt x="15" y="1534"/>
                  <a:pt x="11" y="1525"/>
                </a:cubicBezTo>
                <a:cubicBezTo>
                  <a:pt x="7" y="1516"/>
                  <a:pt x="5" y="1507"/>
                  <a:pt x="3" y="1498"/>
                </a:cubicBezTo>
                <a:cubicBezTo>
                  <a:pt x="1" y="1488"/>
                  <a:pt x="0" y="1479"/>
                  <a:pt x="0" y="146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6" name=""/>
          <p:cNvSpPr/>
          <p:nvPr/>
        </p:nvSpPr>
        <p:spPr>
          <a:xfrm>
            <a:off x="2866680" y="904680"/>
            <a:ext cx="1438920" cy="400320"/>
          </a:xfrm>
          <a:custGeom>
            <a:avLst/>
            <a:gdLst/>
            <a:ahLst/>
            <a:rect l="0" t="0" r="r" b="b"/>
            <a:pathLst>
              <a:path w="3997" h="1112">
                <a:moveTo>
                  <a:pt x="0" y="954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8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8" y="0"/>
                </a:lnTo>
                <a:cubicBezTo>
                  <a:pt x="3848" y="0"/>
                  <a:pt x="3859" y="1"/>
                  <a:pt x="3869" y="3"/>
                </a:cubicBezTo>
                <a:cubicBezTo>
                  <a:pt x="3879" y="5"/>
                  <a:pt x="3889" y="8"/>
                  <a:pt x="3899" y="12"/>
                </a:cubicBezTo>
                <a:cubicBezTo>
                  <a:pt x="3908" y="16"/>
                  <a:pt x="3917" y="21"/>
                  <a:pt x="3926" y="27"/>
                </a:cubicBezTo>
                <a:cubicBezTo>
                  <a:pt x="3935" y="33"/>
                  <a:pt x="3943" y="39"/>
                  <a:pt x="3950" y="47"/>
                </a:cubicBezTo>
                <a:cubicBezTo>
                  <a:pt x="3958" y="54"/>
                  <a:pt x="3964" y="62"/>
                  <a:pt x="3970" y="71"/>
                </a:cubicBezTo>
                <a:cubicBezTo>
                  <a:pt x="3976" y="79"/>
                  <a:pt x="3981" y="88"/>
                  <a:pt x="3985" y="98"/>
                </a:cubicBezTo>
                <a:cubicBezTo>
                  <a:pt x="3989" y="108"/>
                  <a:pt x="3992" y="118"/>
                  <a:pt x="3994" y="128"/>
                </a:cubicBezTo>
                <a:cubicBezTo>
                  <a:pt x="3996" y="138"/>
                  <a:pt x="3997" y="148"/>
                  <a:pt x="3997" y="159"/>
                </a:cubicBezTo>
                <a:lnTo>
                  <a:pt x="3997" y="954"/>
                </a:lnTo>
                <a:cubicBezTo>
                  <a:pt x="3997" y="964"/>
                  <a:pt x="3996" y="974"/>
                  <a:pt x="3994" y="985"/>
                </a:cubicBezTo>
                <a:cubicBezTo>
                  <a:pt x="3992" y="995"/>
                  <a:pt x="3989" y="1005"/>
                  <a:pt x="3985" y="1014"/>
                </a:cubicBezTo>
                <a:cubicBezTo>
                  <a:pt x="3981" y="1024"/>
                  <a:pt x="3976" y="1033"/>
                  <a:pt x="3970" y="1042"/>
                </a:cubicBezTo>
                <a:cubicBezTo>
                  <a:pt x="3964" y="1050"/>
                  <a:pt x="3958" y="1058"/>
                  <a:pt x="3950" y="1066"/>
                </a:cubicBezTo>
                <a:cubicBezTo>
                  <a:pt x="3943" y="1073"/>
                  <a:pt x="3935" y="1080"/>
                  <a:pt x="3926" y="1086"/>
                </a:cubicBezTo>
                <a:cubicBezTo>
                  <a:pt x="3917" y="1091"/>
                  <a:pt x="3908" y="1096"/>
                  <a:pt x="3899" y="1100"/>
                </a:cubicBezTo>
                <a:cubicBezTo>
                  <a:pt x="3889" y="1104"/>
                  <a:pt x="3879" y="1107"/>
                  <a:pt x="3869" y="1109"/>
                </a:cubicBezTo>
                <a:cubicBezTo>
                  <a:pt x="3859" y="1111"/>
                  <a:pt x="3848" y="1112"/>
                  <a:pt x="383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6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5"/>
                </a:cubicBezTo>
                <a:cubicBezTo>
                  <a:pt x="1" y="974"/>
                  <a:pt x="0" y="964"/>
                  <a:pt x="0" y="954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17" name=""/>
          <p:cNvSpPr txBox="1"/>
          <p:nvPr/>
        </p:nvSpPr>
        <p:spPr>
          <a:xfrm>
            <a:off x="747720" y="81612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"/>
          <p:cNvSpPr txBox="1"/>
          <p:nvPr/>
        </p:nvSpPr>
        <p:spPr>
          <a:xfrm>
            <a:off x="2942280" y="901080"/>
            <a:ext cx="1295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button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"/>
          <p:cNvSpPr txBox="1"/>
          <p:nvPr/>
        </p:nvSpPr>
        <p:spPr>
          <a:xfrm>
            <a:off x="747720" y="1619280"/>
            <a:ext cx="7333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Deﬁnes a generic button that performs no default action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0" name=""/>
          <p:cNvSpPr txBox="1"/>
          <p:nvPr/>
        </p:nvSpPr>
        <p:spPr>
          <a:xfrm>
            <a:off x="747720" y="2028960"/>
            <a:ext cx="4012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unless controlled by JavaScript.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21" name="" descr=""/>
          <p:cNvPicPr/>
          <p:nvPr/>
        </p:nvPicPr>
        <p:blipFill>
          <a:blip r:embed="rId1"/>
          <a:stretch/>
        </p:blipFill>
        <p:spPr>
          <a:xfrm>
            <a:off x="752400" y="3324240"/>
            <a:ext cx="304776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2" name=""/>
          <p:cNvSpPr txBox="1"/>
          <p:nvPr/>
        </p:nvSpPr>
        <p:spPr>
          <a:xfrm>
            <a:off x="914400" y="2747520"/>
            <a:ext cx="10359000" cy="258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9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9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9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"button"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9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onclick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9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"alert('Button clicked!')"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9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9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"Click Me!"</a:t>
            </a:r>
            <a:r>
              <a:rPr b="0" lang="en-US" sz="179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7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6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7" name=""/>
          <p:cNvSpPr/>
          <p:nvPr/>
        </p:nvSpPr>
        <p:spPr>
          <a:xfrm>
            <a:off x="757080" y="202392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4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4"/>
                </a:lnTo>
                <a:cubicBezTo>
                  <a:pt x="29687" y="6003"/>
                  <a:pt x="29686" y="6013"/>
                  <a:pt x="29684" y="6022"/>
                </a:cubicBezTo>
                <a:cubicBezTo>
                  <a:pt x="29683" y="6031"/>
                  <a:pt x="29680" y="6041"/>
                  <a:pt x="29676" y="6049"/>
                </a:cubicBezTo>
                <a:cubicBezTo>
                  <a:pt x="29672" y="6058"/>
                  <a:pt x="29668" y="6067"/>
                  <a:pt x="29663" y="6075"/>
                </a:cubicBezTo>
                <a:cubicBezTo>
                  <a:pt x="29657" y="6082"/>
                  <a:pt x="29651" y="6090"/>
                  <a:pt x="29645" y="6097"/>
                </a:cubicBezTo>
                <a:cubicBezTo>
                  <a:pt x="29638" y="6103"/>
                  <a:pt x="29630" y="6109"/>
                  <a:pt x="29623" y="6115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5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5"/>
                  <a:pt x="99" y="6132"/>
                  <a:pt x="90" y="6128"/>
                </a:cubicBezTo>
                <a:cubicBezTo>
                  <a:pt x="81" y="6124"/>
                  <a:pt x="73" y="6120"/>
                  <a:pt x="65" y="6115"/>
                </a:cubicBezTo>
                <a:cubicBezTo>
                  <a:pt x="57" y="6109"/>
                  <a:pt x="49" y="6103"/>
                  <a:pt x="43" y="6097"/>
                </a:cubicBezTo>
                <a:cubicBezTo>
                  <a:pt x="36" y="6090"/>
                  <a:pt x="30" y="6082"/>
                  <a:pt x="24" y="6075"/>
                </a:cubicBezTo>
                <a:cubicBezTo>
                  <a:pt x="19" y="6067"/>
                  <a:pt x="15" y="6058"/>
                  <a:pt x="11" y="6049"/>
                </a:cubicBezTo>
                <a:cubicBezTo>
                  <a:pt x="7" y="6041"/>
                  <a:pt x="5" y="6031"/>
                  <a:pt x="3" y="6022"/>
                </a:cubicBezTo>
                <a:cubicBezTo>
                  <a:pt x="1" y="6013"/>
                  <a:pt x="0" y="6003"/>
                  <a:pt x="0" y="5994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8" name=""/>
          <p:cNvSpPr txBox="1"/>
          <p:nvPr/>
        </p:nvSpPr>
        <p:spPr>
          <a:xfrm>
            <a:off x="747720" y="730440"/>
            <a:ext cx="479592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Combining Multiple Inputs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"/>
          <p:cNvSpPr txBox="1"/>
          <p:nvPr/>
        </p:nvSpPr>
        <p:spPr>
          <a:xfrm>
            <a:off x="747720" y="1476360"/>
            <a:ext cx="8969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Forms often use diﬀerent input types together for richer interactivity.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"/>
          <p:cNvSpPr txBox="1"/>
          <p:nvPr/>
        </p:nvSpPr>
        <p:spPr>
          <a:xfrm>
            <a:off x="914400" y="218556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1" name=""/>
          <p:cNvSpPr txBox="1"/>
          <p:nvPr/>
        </p:nvSpPr>
        <p:spPr>
          <a:xfrm>
            <a:off x="914400" y="2452320"/>
            <a:ext cx="7042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&gt;Name: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br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2" name=""/>
          <p:cNvSpPr txBox="1"/>
          <p:nvPr/>
        </p:nvSpPr>
        <p:spPr>
          <a:xfrm>
            <a:off x="914400" y="272844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"plan"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Free Plan&lt;/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3" name=""/>
          <p:cNvSpPr txBox="1"/>
          <p:nvPr/>
        </p:nvSpPr>
        <p:spPr>
          <a:xfrm>
            <a:off x="914400" y="2995200"/>
            <a:ext cx="9858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"radio"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"plan"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Premium Plan&lt;/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br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4" name=""/>
          <p:cNvSpPr txBox="1"/>
          <p:nvPr/>
        </p:nvSpPr>
        <p:spPr>
          <a:xfrm>
            <a:off x="914400" y="3261960"/>
            <a:ext cx="10140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"checkbox"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Subscribe to newsletter&lt;/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br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"/>
          <p:cNvSpPr txBox="1"/>
          <p:nvPr/>
        </p:nvSpPr>
        <p:spPr>
          <a:xfrm>
            <a:off x="914400" y="3538080"/>
            <a:ext cx="5775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"Sign Up"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36" name="" descr=""/>
          <p:cNvPicPr/>
          <p:nvPr/>
        </p:nvPicPr>
        <p:blipFill>
          <a:blip r:embed="rId1"/>
          <a:stretch/>
        </p:blipFill>
        <p:spPr>
          <a:xfrm>
            <a:off x="752400" y="4390920"/>
            <a:ext cx="5562360" cy="6114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7" name=""/>
          <p:cNvSpPr txBox="1"/>
          <p:nvPr/>
        </p:nvSpPr>
        <p:spPr>
          <a:xfrm>
            <a:off x="914400" y="380484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"/>
          <p:cNvSpPr txBox="1"/>
          <p:nvPr/>
        </p:nvSpPr>
        <p:spPr>
          <a:xfrm>
            <a:off x="747720" y="2635560"/>
            <a:ext cx="46360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Common Input Attributes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"/>
          <p:cNvSpPr txBox="1"/>
          <p:nvPr/>
        </p:nvSpPr>
        <p:spPr>
          <a:xfrm>
            <a:off x="747720" y="3390840"/>
            <a:ext cx="8131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attributes deﬁne how an input behaves, its default value,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3" name=""/>
          <p:cNvSpPr txBox="1"/>
          <p:nvPr/>
        </p:nvSpPr>
        <p:spPr>
          <a:xfrm>
            <a:off x="747720" y="3800520"/>
            <a:ext cx="5448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and how it interacts with forms and users.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9" name=""/>
          <p:cNvSpPr/>
          <p:nvPr/>
        </p:nvSpPr>
        <p:spPr>
          <a:xfrm>
            <a:off x="1495080" y="819000"/>
            <a:ext cx="1219680" cy="400320"/>
          </a:xfrm>
          <a:custGeom>
            <a:avLst/>
            <a:gdLst/>
            <a:ahLst/>
            <a:rect l="0" t="0" r="r" b="b"/>
            <a:pathLst>
              <a:path w="3388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29" y="0"/>
                </a:lnTo>
                <a:cubicBezTo>
                  <a:pt x="3240" y="0"/>
                  <a:pt x="3250" y="1"/>
                  <a:pt x="3260" y="3"/>
                </a:cubicBezTo>
                <a:cubicBezTo>
                  <a:pt x="3271" y="5"/>
                  <a:pt x="3280" y="8"/>
                  <a:pt x="3290" y="12"/>
                </a:cubicBezTo>
                <a:cubicBezTo>
                  <a:pt x="3300" y="16"/>
                  <a:pt x="3309" y="21"/>
                  <a:pt x="3318" y="27"/>
                </a:cubicBezTo>
                <a:cubicBezTo>
                  <a:pt x="3326" y="32"/>
                  <a:pt x="3334" y="39"/>
                  <a:pt x="3342" y="46"/>
                </a:cubicBezTo>
                <a:cubicBezTo>
                  <a:pt x="3349" y="54"/>
                  <a:pt x="3356" y="62"/>
                  <a:pt x="3361" y="70"/>
                </a:cubicBezTo>
                <a:cubicBezTo>
                  <a:pt x="3367" y="79"/>
                  <a:pt x="3372" y="88"/>
                  <a:pt x="3376" y="98"/>
                </a:cubicBezTo>
                <a:cubicBezTo>
                  <a:pt x="3380" y="108"/>
                  <a:pt x="3383" y="117"/>
                  <a:pt x="3385" y="128"/>
                </a:cubicBezTo>
                <a:cubicBezTo>
                  <a:pt x="3387" y="138"/>
                  <a:pt x="3388" y="148"/>
                  <a:pt x="3388" y="159"/>
                </a:cubicBezTo>
                <a:lnTo>
                  <a:pt x="3388" y="953"/>
                </a:lnTo>
                <a:cubicBezTo>
                  <a:pt x="3388" y="964"/>
                  <a:pt x="3387" y="974"/>
                  <a:pt x="3385" y="984"/>
                </a:cubicBezTo>
                <a:cubicBezTo>
                  <a:pt x="3383" y="995"/>
                  <a:pt x="3380" y="1005"/>
                  <a:pt x="3376" y="1014"/>
                </a:cubicBezTo>
                <a:cubicBezTo>
                  <a:pt x="3372" y="1024"/>
                  <a:pt x="3367" y="1033"/>
                  <a:pt x="3361" y="1042"/>
                </a:cubicBezTo>
                <a:cubicBezTo>
                  <a:pt x="3356" y="1050"/>
                  <a:pt x="3349" y="1058"/>
                  <a:pt x="3342" y="1066"/>
                </a:cubicBezTo>
                <a:cubicBezTo>
                  <a:pt x="3334" y="1073"/>
                  <a:pt x="3326" y="1080"/>
                  <a:pt x="3318" y="1085"/>
                </a:cubicBezTo>
                <a:cubicBezTo>
                  <a:pt x="3309" y="1091"/>
                  <a:pt x="3300" y="1096"/>
                  <a:pt x="3290" y="1100"/>
                </a:cubicBezTo>
                <a:cubicBezTo>
                  <a:pt x="3280" y="1104"/>
                  <a:pt x="3271" y="1107"/>
                  <a:pt x="3260" y="1109"/>
                </a:cubicBezTo>
                <a:cubicBezTo>
                  <a:pt x="3250" y="1111"/>
                  <a:pt x="3240" y="1112"/>
                  <a:pt x="32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0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1" name=""/>
          <p:cNvSpPr txBox="1"/>
          <p:nvPr/>
        </p:nvSpPr>
        <p:spPr>
          <a:xfrm>
            <a:off x="156744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 txBox="1"/>
          <p:nvPr/>
        </p:nvSpPr>
        <p:spPr>
          <a:xfrm>
            <a:off x="27165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"/>
          <p:cNvSpPr txBox="1"/>
          <p:nvPr/>
        </p:nvSpPr>
        <p:spPr>
          <a:xfrm>
            <a:off x="747720" y="1523880"/>
            <a:ext cx="7079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Speciﬁes the default text or value pre-ﬁlled in an input.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5" name=""/>
          <p:cNvSpPr txBox="1"/>
          <p:nvPr/>
        </p:nvSpPr>
        <p:spPr>
          <a:xfrm>
            <a:off x="914400" y="2233440"/>
            <a:ext cx="5352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"John Doe"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6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7" name=""/>
          <p:cNvSpPr txBox="1"/>
          <p:nvPr/>
        </p:nvSpPr>
        <p:spPr>
          <a:xfrm>
            <a:off x="1300320" y="2838600"/>
            <a:ext cx="5066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This text appears when the page loads.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58" name="" descr=""/>
          <p:cNvPicPr/>
          <p:nvPr/>
        </p:nvPicPr>
        <p:blipFill>
          <a:blip r:embed="rId1"/>
          <a:stretch/>
        </p:blipFill>
        <p:spPr>
          <a:xfrm>
            <a:off x="752400" y="3876840"/>
            <a:ext cx="484776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"/>
          <p:cNvSpPr txBox="1"/>
          <p:nvPr/>
        </p:nvSpPr>
        <p:spPr>
          <a:xfrm>
            <a:off x="1300320" y="3324240"/>
            <a:ext cx="5882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value is sent when the form is submitted.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3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4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5" name=""/>
          <p:cNvSpPr/>
          <p:nvPr/>
        </p:nvSpPr>
        <p:spPr>
          <a:xfrm>
            <a:off x="1495080" y="8190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5" y="39"/>
                  <a:pt x="63" y="32"/>
                  <a:pt x="72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60" y="1112"/>
                </a:lnTo>
                <a:cubicBezTo>
                  <a:pt x="150" y="1112"/>
                  <a:pt x="139" y="1111"/>
                  <a:pt x="129" y="1109"/>
                </a:cubicBezTo>
                <a:cubicBezTo>
                  <a:pt x="119" y="1107"/>
                  <a:pt x="109" y="1104"/>
                  <a:pt x="99" y="1100"/>
                </a:cubicBezTo>
                <a:cubicBezTo>
                  <a:pt x="90" y="1096"/>
                  <a:pt x="81" y="1091"/>
                  <a:pt x="72" y="1085"/>
                </a:cubicBezTo>
                <a:cubicBezTo>
                  <a:pt x="63" y="1080"/>
                  <a:pt x="55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6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7" name=""/>
          <p:cNvSpPr txBox="1"/>
          <p:nvPr/>
        </p:nvSpPr>
        <p:spPr>
          <a:xfrm>
            <a:off x="156744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name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8" name=""/>
          <p:cNvSpPr txBox="1"/>
          <p:nvPr/>
        </p:nvSpPr>
        <p:spPr>
          <a:xfrm>
            <a:off x="250092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"/>
          <p:cNvSpPr txBox="1"/>
          <p:nvPr/>
        </p:nvSpPr>
        <p:spPr>
          <a:xfrm>
            <a:off x="747720" y="1523880"/>
            <a:ext cx="9386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Deﬁnes a key under which the input's value is sent in a form submission.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"/>
          <p:cNvSpPr txBox="1"/>
          <p:nvPr/>
        </p:nvSpPr>
        <p:spPr>
          <a:xfrm>
            <a:off x="914400" y="22334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1" name=""/>
          <p:cNvSpPr txBox="1"/>
          <p:nvPr/>
        </p:nvSpPr>
        <p:spPr>
          <a:xfrm>
            <a:off x="914400" y="2499840"/>
            <a:ext cx="7464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"ahmad"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2" name=""/>
          <p:cNvSpPr txBox="1"/>
          <p:nvPr/>
        </p:nvSpPr>
        <p:spPr>
          <a:xfrm>
            <a:off x="914400" y="2776320"/>
            <a:ext cx="3521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3" name=""/>
          <p:cNvSpPr/>
          <p:nvPr/>
        </p:nvSpPr>
        <p:spPr>
          <a:xfrm>
            <a:off x="1047600" y="3800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"/>
          <p:cNvSpPr txBox="1"/>
          <p:nvPr/>
        </p:nvSpPr>
        <p:spPr>
          <a:xfrm>
            <a:off x="914400" y="30430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"/>
          <p:cNvSpPr/>
          <p:nvPr/>
        </p:nvSpPr>
        <p:spPr>
          <a:xfrm>
            <a:off x="1047600" y="42861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3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6" name=""/>
          <p:cNvSpPr txBox="1"/>
          <p:nvPr/>
        </p:nvSpPr>
        <p:spPr>
          <a:xfrm>
            <a:off x="1300320" y="3648240"/>
            <a:ext cx="4648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Essential for server-side processing.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7" name=""/>
          <p:cNvSpPr/>
          <p:nvPr/>
        </p:nvSpPr>
        <p:spPr>
          <a:xfrm>
            <a:off x="2409480" y="4181400"/>
            <a:ext cx="753120" cy="362160"/>
          </a:xfrm>
          <a:custGeom>
            <a:avLst/>
            <a:gdLst/>
            <a:ahLst/>
            <a:rect l="0" t="0" r="r" b="b"/>
            <a:pathLst>
              <a:path w="2092" h="1006">
                <a:moveTo>
                  <a:pt x="0" y="846"/>
                </a:moveTo>
                <a:lnTo>
                  <a:pt x="0" y="158"/>
                </a:lnTo>
                <a:cubicBezTo>
                  <a:pt x="0" y="148"/>
                  <a:pt x="1" y="138"/>
                  <a:pt x="4" y="127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33" y="0"/>
                </a:lnTo>
                <a:cubicBezTo>
                  <a:pt x="1943" y="0"/>
                  <a:pt x="1954" y="1"/>
                  <a:pt x="1964" y="3"/>
                </a:cubicBezTo>
                <a:cubicBezTo>
                  <a:pt x="1974" y="5"/>
                  <a:pt x="1984" y="8"/>
                  <a:pt x="1994" y="12"/>
                </a:cubicBezTo>
                <a:cubicBezTo>
                  <a:pt x="2003" y="16"/>
                  <a:pt x="2012" y="21"/>
                  <a:pt x="2021" y="26"/>
                </a:cubicBezTo>
                <a:cubicBezTo>
                  <a:pt x="2030" y="32"/>
                  <a:pt x="2038" y="39"/>
                  <a:pt x="2045" y="46"/>
                </a:cubicBezTo>
                <a:cubicBezTo>
                  <a:pt x="2053" y="54"/>
                  <a:pt x="2059" y="62"/>
                  <a:pt x="2065" y="70"/>
                </a:cubicBezTo>
                <a:cubicBezTo>
                  <a:pt x="2071" y="79"/>
                  <a:pt x="2076" y="88"/>
                  <a:pt x="2080" y="98"/>
                </a:cubicBezTo>
                <a:cubicBezTo>
                  <a:pt x="2084" y="107"/>
                  <a:pt x="2087" y="117"/>
                  <a:pt x="2089" y="127"/>
                </a:cubicBezTo>
                <a:cubicBezTo>
                  <a:pt x="2091" y="138"/>
                  <a:pt x="2092" y="148"/>
                  <a:pt x="2092" y="158"/>
                </a:cubicBezTo>
                <a:lnTo>
                  <a:pt x="2092" y="846"/>
                </a:lnTo>
                <a:cubicBezTo>
                  <a:pt x="2092" y="857"/>
                  <a:pt x="2091" y="867"/>
                  <a:pt x="2089" y="877"/>
                </a:cubicBezTo>
                <a:cubicBezTo>
                  <a:pt x="2087" y="888"/>
                  <a:pt x="2084" y="897"/>
                  <a:pt x="2080" y="907"/>
                </a:cubicBezTo>
                <a:cubicBezTo>
                  <a:pt x="2076" y="917"/>
                  <a:pt x="2071" y="926"/>
                  <a:pt x="2065" y="935"/>
                </a:cubicBezTo>
                <a:cubicBezTo>
                  <a:pt x="2059" y="943"/>
                  <a:pt x="2053" y="952"/>
                  <a:pt x="2045" y="960"/>
                </a:cubicBezTo>
                <a:cubicBezTo>
                  <a:pt x="2038" y="967"/>
                  <a:pt x="2030" y="974"/>
                  <a:pt x="2021" y="979"/>
                </a:cubicBezTo>
                <a:cubicBezTo>
                  <a:pt x="2012" y="985"/>
                  <a:pt x="2003" y="990"/>
                  <a:pt x="1994" y="994"/>
                </a:cubicBezTo>
                <a:cubicBezTo>
                  <a:pt x="1984" y="998"/>
                  <a:pt x="1974" y="1001"/>
                  <a:pt x="1964" y="1003"/>
                </a:cubicBezTo>
                <a:cubicBezTo>
                  <a:pt x="1954" y="1005"/>
                  <a:pt x="1943" y="1006"/>
                  <a:pt x="193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40" y="952"/>
                  <a:pt x="33" y="943"/>
                  <a:pt x="27" y="935"/>
                </a:cubicBezTo>
                <a:cubicBezTo>
                  <a:pt x="21" y="926"/>
                  <a:pt x="17" y="917"/>
                  <a:pt x="13" y="907"/>
                </a:cubicBezTo>
                <a:cubicBezTo>
                  <a:pt x="9" y="897"/>
                  <a:pt x="6" y="888"/>
                  <a:pt x="4" y="877"/>
                </a:cubicBezTo>
                <a:cubicBezTo>
                  <a:pt x="1" y="867"/>
                  <a:pt x="0" y="857"/>
                  <a:pt x="0" y="846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"/>
          <p:cNvSpPr txBox="1"/>
          <p:nvPr/>
        </p:nvSpPr>
        <p:spPr>
          <a:xfrm>
            <a:off x="1300320" y="4133880"/>
            <a:ext cx="11070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Without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"/>
          <p:cNvSpPr txBox="1"/>
          <p:nvPr/>
        </p:nvSpPr>
        <p:spPr>
          <a:xfrm>
            <a:off x="2502000" y="423288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name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80" name="" descr=""/>
          <p:cNvPicPr/>
          <p:nvPr/>
        </p:nvPicPr>
        <p:blipFill>
          <a:blip r:embed="rId1"/>
          <a:stretch/>
        </p:blipFill>
        <p:spPr>
          <a:xfrm>
            <a:off x="752400" y="4695840"/>
            <a:ext cx="6743160" cy="3485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"/>
          <p:cNvSpPr txBox="1"/>
          <p:nvPr/>
        </p:nvSpPr>
        <p:spPr>
          <a:xfrm>
            <a:off x="3159360" y="4133880"/>
            <a:ext cx="6295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the input data won't be included in the request.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7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88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9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0" name=""/>
          <p:cNvSpPr txBox="1"/>
          <p:nvPr/>
        </p:nvSpPr>
        <p:spPr>
          <a:xfrm>
            <a:off x="33627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1" name=""/>
          <p:cNvSpPr txBox="1"/>
          <p:nvPr/>
        </p:nvSpPr>
        <p:spPr>
          <a:xfrm>
            <a:off x="747720" y="1523880"/>
            <a:ext cx="6672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Makes an input ﬁeld mandatory before submission.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"/>
          <p:cNvSpPr txBox="1"/>
          <p:nvPr/>
        </p:nvSpPr>
        <p:spPr>
          <a:xfrm>
            <a:off x="914400" y="22334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"/>
          <p:cNvSpPr txBox="1"/>
          <p:nvPr/>
        </p:nvSpPr>
        <p:spPr>
          <a:xfrm>
            <a:off x="914400" y="2499840"/>
            <a:ext cx="3240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&gt;Email:&lt;/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4" name=""/>
          <p:cNvSpPr txBox="1"/>
          <p:nvPr/>
        </p:nvSpPr>
        <p:spPr>
          <a:xfrm>
            <a:off x="914400" y="2776320"/>
            <a:ext cx="4648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"email"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5" name=""/>
          <p:cNvSpPr txBox="1"/>
          <p:nvPr/>
        </p:nvSpPr>
        <p:spPr>
          <a:xfrm>
            <a:off x="914400" y="3043080"/>
            <a:ext cx="3521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6" name=""/>
          <p:cNvSpPr/>
          <p:nvPr/>
        </p:nvSpPr>
        <p:spPr>
          <a:xfrm>
            <a:off x="1047600" y="40669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7" name=""/>
          <p:cNvSpPr txBox="1"/>
          <p:nvPr/>
        </p:nvSpPr>
        <p:spPr>
          <a:xfrm>
            <a:off x="914400" y="33094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"/>
          <p:cNvSpPr/>
          <p:nvPr/>
        </p:nvSpPr>
        <p:spPr>
          <a:xfrm>
            <a:off x="1047600" y="45529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7"/>
                  <a:pt x="255" y="183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"/>
          <p:cNvSpPr txBox="1"/>
          <p:nvPr/>
        </p:nvSpPr>
        <p:spPr>
          <a:xfrm>
            <a:off x="1300320" y="3914640"/>
            <a:ext cx="7693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browser prevents form submission if the ﬁeld is empty.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00" name="" descr=""/>
          <p:cNvPicPr/>
          <p:nvPr/>
        </p:nvPicPr>
        <p:blipFill>
          <a:blip r:embed="rId1"/>
          <a:stretch/>
        </p:blipFill>
        <p:spPr>
          <a:xfrm>
            <a:off x="752400" y="4952880"/>
            <a:ext cx="6743160" cy="38764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1" name=""/>
          <p:cNvSpPr txBox="1"/>
          <p:nvPr/>
        </p:nvSpPr>
        <p:spPr>
          <a:xfrm>
            <a:off x="1300320" y="4400640"/>
            <a:ext cx="6370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Provides basic form validation without JavaScript.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5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6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7" name=""/>
          <p:cNvSpPr/>
          <p:nvPr/>
        </p:nvSpPr>
        <p:spPr>
          <a:xfrm>
            <a:off x="1495080" y="819000"/>
            <a:ext cx="2514960" cy="400320"/>
          </a:xfrm>
          <a:custGeom>
            <a:avLst/>
            <a:gdLst/>
            <a:ahLst/>
            <a:rect l="0" t="0" r="r" b="b"/>
            <a:pathLst>
              <a:path w="698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828" y="0"/>
                </a:lnTo>
                <a:cubicBezTo>
                  <a:pt x="6838" y="0"/>
                  <a:pt x="6848" y="1"/>
                  <a:pt x="6859" y="3"/>
                </a:cubicBezTo>
                <a:cubicBezTo>
                  <a:pt x="6869" y="5"/>
                  <a:pt x="6879" y="8"/>
                  <a:pt x="6888" y="12"/>
                </a:cubicBezTo>
                <a:cubicBezTo>
                  <a:pt x="6898" y="16"/>
                  <a:pt x="6907" y="21"/>
                  <a:pt x="6916" y="27"/>
                </a:cubicBezTo>
                <a:cubicBezTo>
                  <a:pt x="6925" y="32"/>
                  <a:pt x="6933" y="39"/>
                  <a:pt x="6940" y="46"/>
                </a:cubicBezTo>
                <a:cubicBezTo>
                  <a:pt x="6947" y="54"/>
                  <a:pt x="6954" y="62"/>
                  <a:pt x="6960" y="70"/>
                </a:cubicBezTo>
                <a:cubicBezTo>
                  <a:pt x="6965" y="79"/>
                  <a:pt x="6970" y="88"/>
                  <a:pt x="6974" y="98"/>
                </a:cubicBezTo>
                <a:cubicBezTo>
                  <a:pt x="6978" y="108"/>
                  <a:pt x="6981" y="117"/>
                  <a:pt x="6983" y="128"/>
                </a:cubicBezTo>
                <a:cubicBezTo>
                  <a:pt x="6985" y="138"/>
                  <a:pt x="6986" y="148"/>
                  <a:pt x="6986" y="159"/>
                </a:cubicBezTo>
                <a:lnTo>
                  <a:pt x="6986" y="953"/>
                </a:lnTo>
                <a:cubicBezTo>
                  <a:pt x="6986" y="964"/>
                  <a:pt x="6985" y="974"/>
                  <a:pt x="6983" y="984"/>
                </a:cubicBezTo>
                <a:cubicBezTo>
                  <a:pt x="6981" y="995"/>
                  <a:pt x="6978" y="1005"/>
                  <a:pt x="6974" y="1014"/>
                </a:cubicBezTo>
                <a:cubicBezTo>
                  <a:pt x="6970" y="1024"/>
                  <a:pt x="6965" y="1033"/>
                  <a:pt x="6960" y="1042"/>
                </a:cubicBezTo>
                <a:cubicBezTo>
                  <a:pt x="6954" y="1050"/>
                  <a:pt x="6947" y="1058"/>
                  <a:pt x="6940" y="1066"/>
                </a:cubicBezTo>
                <a:cubicBezTo>
                  <a:pt x="6933" y="1073"/>
                  <a:pt x="6925" y="1080"/>
                  <a:pt x="6916" y="1085"/>
                </a:cubicBezTo>
                <a:cubicBezTo>
                  <a:pt x="6907" y="1091"/>
                  <a:pt x="6898" y="1096"/>
                  <a:pt x="6888" y="1100"/>
                </a:cubicBezTo>
                <a:cubicBezTo>
                  <a:pt x="6879" y="1104"/>
                  <a:pt x="6869" y="1107"/>
                  <a:pt x="6859" y="1109"/>
                </a:cubicBezTo>
                <a:cubicBezTo>
                  <a:pt x="6848" y="1111"/>
                  <a:pt x="6838" y="1112"/>
                  <a:pt x="682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8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9" name=""/>
          <p:cNvSpPr txBox="1"/>
          <p:nvPr/>
        </p:nvSpPr>
        <p:spPr>
          <a:xfrm>
            <a:off x="1567440" y="815400"/>
            <a:ext cx="237492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0" name=""/>
          <p:cNvSpPr txBox="1"/>
          <p:nvPr/>
        </p:nvSpPr>
        <p:spPr>
          <a:xfrm>
            <a:off x="40089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1" name=""/>
          <p:cNvSpPr txBox="1"/>
          <p:nvPr/>
        </p:nvSpPr>
        <p:spPr>
          <a:xfrm>
            <a:off x="747720" y="1523880"/>
            <a:ext cx="90604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Displays hint text inside the input ﬁeld until the user types something.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2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3" name=""/>
          <p:cNvSpPr txBox="1"/>
          <p:nvPr/>
        </p:nvSpPr>
        <p:spPr>
          <a:xfrm>
            <a:off x="914400" y="2233440"/>
            <a:ext cx="71830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"Enter your 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4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5" name=""/>
          <p:cNvSpPr txBox="1"/>
          <p:nvPr/>
        </p:nvSpPr>
        <p:spPr>
          <a:xfrm>
            <a:off x="1300320" y="2838600"/>
            <a:ext cx="7205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Placeholder text disappears once the user starts typing.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16" name="" descr=""/>
          <p:cNvPicPr/>
          <p:nvPr/>
        </p:nvPicPr>
        <p:blipFill>
          <a:blip r:embed="rId1"/>
          <a:stretch/>
        </p:blipFill>
        <p:spPr>
          <a:xfrm>
            <a:off x="752400" y="3876840"/>
            <a:ext cx="484776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"/>
          <p:cNvSpPr txBox="1"/>
          <p:nvPr/>
        </p:nvSpPr>
        <p:spPr>
          <a:xfrm>
            <a:off x="1300320" y="3324240"/>
            <a:ext cx="71301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It should </a:t>
            </a:r>
            <a:r>
              <a:rPr b="1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not 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replace the label for accessibility reasons.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1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2" name=""/>
          <p:cNvSpPr/>
          <p:nvPr/>
        </p:nvSpPr>
        <p:spPr>
          <a:xfrm>
            <a:off x="757080" y="207144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7"/>
                </a:lnTo>
                <a:cubicBezTo>
                  <a:pt x="0" y="137"/>
                  <a:pt x="1" y="128"/>
                  <a:pt x="3" y="118"/>
                </a:cubicBezTo>
                <a:cubicBezTo>
                  <a:pt x="5" y="109"/>
                  <a:pt x="7" y="100"/>
                  <a:pt x="11" y="91"/>
                </a:cubicBezTo>
                <a:cubicBezTo>
                  <a:pt x="15" y="82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2"/>
                  <a:pt x="29676" y="91"/>
                </a:cubicBezTo>
                <a:cubicBezTo>
                  <a:pt x="29680" y="100"/>
                  <a:pt x="29683" y="109"/>
                  <a:pt x="29684" y="118"/>
                </a:cubicBezTo>
                <a:cubicBezTo>
                  <a:pt x="29686" y="128"/>
                  <a:pt x="29687" y="137"/>
                  <a:pt x="29687" y="147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3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1"/>
                  <a:pt x="29606" y="3876"/>
                  <a:pt x="29597" y="3879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79"/>
                </a:cubicBezTo>
                <a:cubicBezTo>
                  <a:pt x="81" y="3876"/>
                  <a:pt x="73" y="3871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3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3" name=""/>
          <p:cNvSpPr/>
          <p:nvPr/>
        </p:nvSpPr>
        <p:spPr>
          <a:xfrm>
            <a:off x="28666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24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5" name=""/>
          <p:cNvSpPr txBox="1"/>
          <p:nvPr/>
        </p:nvSpPr>
        <p:spPr>
          <a:xfrm>
            <a:off x="294228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password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6" name=""/>
          <p:cNvSpPr txBox="1"/>
          <p:nvPr/>
        </p:nvSpPr>
        <p:spPr>
          <a:xfrm>
            <a:off x="747720" y="1523880"/>
            <a:ext cx="6996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to enter hidden or sensitive data like passwords.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7" name=""/>
          <p:cNvSpPr txBox="1"/>
          <p:nvPr/>
        </p:nvSpPr>
        <p:spPr>
          <a:xfrm>
            <a:off x="914400" y="22334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8" name=""/>
          <p:cNvSpPr txBox="1"/>
          <p:nvPr/>
        </p:nvSpPr>
        <p:spPr>
          <a:xfrm>
            <a:off x="914400" y="2499840"/>
            <a:ext cx="3662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&gt;Password:&lt;/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9" name=""/>
          <p:cNvSpPr txBox="1"/>
          <p:nvPr/>
        </p:nvSpPr>
        <p:spPr>
          <a:xfrm>
            <a:off x="914400" y="2776320"/>
            <a:ext cx="7324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"password"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"password"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0" name=""/>
          <p:cNvSpPr/>
          <p:nvPr/>
        </p:nvSpPr>
        <p:spPr>
          <a:xfrm>
            <a:off x="1047600" y="3800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1" name=""/>
          <p:cNvSpPr txBox="1"/>
          <p:nvPr/>
        </p:nvSpPr>
        <p:spPr>
          <a:xfrm>
            <a:off x="914400" y="30430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2" name=""/>
          <p:cNvSpPr/>
          <p:nvPr/>
        </p:nvSpPr>
        <p:spPr>
          <a:xfrm>
            <a:off x="1047600" y="42861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3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33" name=""/>
          <p:cNvSpPr txBox="1"/>
          <p:nvPr/>
        </p:nvSpPr>
        <p:spPr>
          <a:xfrm>
            <a:off x="1300320" y="3648240"/>
            <a:ext cx="5526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Characters are visually masked for privacy.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34" name="" descr=""/>
          <p:cNvPicPr/>
          <p:nvPr/>
        </p:nvPicPr>
        <p:blipFill>
          <a:blip r:embed="rId1"/>
          <a:stretch/>
        </p:blipFill>
        <p:spPr>
          <a:xfrm>
            <a:off x="752400" y="4686120"/>
            <a:ext cx="48477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5" name=""/>
          <p:cNvSpPr txBox="1"/>
          <p:nvPr/>
        </p:nvSpPr>
        <p:spPr>
          <a:xfrm>
            <a:off x="1300320" y="4133880"/>
            <a:ext cx="8647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value is still accessible to the browser and submitted normally.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39" name=""/>
          <p:cNvSpPr/>
          <p:nvPr/>
        </p:nvSpPr>
        <p:spPr>
          <a:xfrm>
            <a:off x="757080" y="243360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3"/>
                </a:lnTo>
                <a:cubicBezTo>
                  <a:pt x="29687" y="6003"/>
                  <a:pt x="29686" y="6012"/>
                  <a:pt x="29684" y="6022"/>
                </a:cubicBezTo>
                <a:cubicBezTo>
                  <a:pt x="29683" y="6031"/>
                  <a:pt x="29680" y="6040"/>
                  <a:pt x="29676" y="6049"/>
                </a:cubicBezTo>
                <a:cubicBezTo>
                  <a:pt x="29672" y="6058"/>
                  <a:pt x="29668" y="6066"/>
                  <a:pt x="29663" y="6074"/>
                </a:cubicBezTo>
                <a:cubicBezTo>
                  <a:pt x="29657" y="6082"/>
                  <a:pt x="29651" y="6090"/>
                  <a:pt x="29645" y="6096"/>
                </a:cubicBezTo>
                <a:cubicBezTo>
                  <a:pt x="29638" y="6103"/>
                  <a:pt x="29630" y="6109"/>
                  <a:pt x="29623" y="6114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4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4"/>
                  <a:pt x="99" y="6132"/>
                  <a:pt x="90" y="6128"/>
                </a:cubicBezTo>
                <a:cubicBezTo>
                  <a:pt x="81" y="6124"/>
                  <a:pt x="73" y="6120"/>
                  <a:pt x="65" y="6114"/>
                </a:cubicBezTo>
                <a:cubicBezTo>
                  <a:pt x="57" y="6109"/>
                  <a:pt x="49" y="6103"/>
                  <a:pt x="43" y="6096"/>
                </a:cubicBezTo>
                <a:cubicBezTo>
                  <a:pt x="36" y="6090"/>
                  <a:pt x="30" y="6082"/>
                  <a:pt x="24" y="6074"/>
                </a:cubicBezTo>
                <a:cubicBezTo>
                  <a:pt x="19" y="6066"/>
                  <a:pt x="15" y="6058"/>
                  <a:pt x="11" y="6049"/>
                </a:cubicBezTo>
                <a:cubicBezTo>
                  <a:pt x="7" y="6040"/>
                  <a:pt x="5" y="6031"/>
                  <a:pt x="3" y="6022"/>
                </a:cubicBezTo>
                <a:cubicBezTo>
                  <a:pt x="1" y="6012"/>
                  <a:pt x="0" y="6003"/>
                  <a:pt x="0" y="599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0" name=""/>
          <p:cNvSpPr/>
          <p:nvPr/>
        </p:nvSpPr>
        <p:spPr>
          <a:xfrm>
            <a:off x="757080" y="2433600"/>
            <a:ext cx="10687320" cy="2210040"/>
          </a:xfrm>
          <a:custGeom>
            <a:avLst/>
            <a:gdLst/>
            <a:ahLst/>
            <a:rect l="0" t="0" r="r" b="b"/>
            <a:pathLst>
              <a:path w="29687" h="6139">
                <a:moveTo>
                  <a:pt x="0" y="599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7"/>
                  <a:pt x="7" y="98"/>
                  <a:pt x="11" y="89"/>
                </a:cubicBezTo>
                <a:cubicBezTo>
                  <a:pt x="15" y="81"/>
                  <a:pt x="19" y="72"/>
                  <a:pt x="24" y="64"/>
                </a:cubicBezTo>
                <a:cubicBezTo>
                  <a:pt x="30" y="56"/>
                  <a:pt x="36" y="49"/>
                  <a:pt x="43" y="42"/>
                </a:cubicBezTo>
                <a:cubicBezTo>
                  <a:pt x="49" y="35"/>
                  <a:pt x="57" y="29"/>
                  <a:pt x="65" y="24"/>
                </a:cubicBezTo>
                <a:cubicBezTo>
                  <a:pt x="73" y="19"/>
                  <a:pt x="81" y="14"/>
                  <a:pt x="90" y="11"/>
                </a:cubicBezTo>
                <a:cubicBezTo>
                  <a:pt x="99" y="7"/>
                  <a:pt x="108" y="4"/>
                  <a:pt x="117" y="2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2"/>
                </a:cubicBezTo>
                <a:cubicBezTo>
                  <a:pt x="29579" y="4"/>
                  <a:pt x="29589" y="7"/>
                  <a:pt x="29597" y="11"/>
                </a:cubicBezTo>
                <a:cubicBezTo>
                  <a:pt x="29606" y="14"/>
                  <a:pt x="29615" y="19"/>
                  <a:pt x="29623" y="24"/>
                </a:cubicBezTo>
                <a:cubicBezTo>
                  <a:pt x="29630" y="29"/>
                  <a:pt x="29638" y="35"/>
                  <a:pt x="29645" y="42"/>
                </a:cubicBezTo>
                <a:cubicBezTo>
                  <a:pt x="29651" y="49"/>
                  <a:pt x="29657" y="56"/>
                  <a:pt x="29663" y="64"/>
                </a:cubicBezTo>
                <a:cubicBezTo>
                  <a:pt x="29668" y="72"/>
                  <a:pt x="29672" y="81"/>
                  <a:pt x="29676" y="89"/>
                </a:cubicBezTo>
                <a:cubicBezTo>
                  <a:pt x="29680" y="98"/>
                  <a:pt x="29683" y="107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993"/>
                </a:lnTo>
                <a:cubicBezTo>
                  <a:pt x="29687" y="6003"/>
                  <a:pt x="29686" y="6012"/>
                  <a:pt x="29684" y="6022"/>
                </a:cubicBezTo>
                <a:cubicBezTo>
                  <a:pt x="29683" y="6031"/>
                  <a:pt x="29680" y="6040"/>
                  <a:pt x="29676" y="6049"/>
                </a:cubicBezTo>
                <a:cubicBezTo>
                  <a:pt x="29672" y="6058"/>
                  <a:pt x="29668" y="6066"/>
                  <a:pt x="29663" y="6074"/>
                </a:cubicBezTo>
                <a:cubicBezTo>
                  <a:pt x="29657" y="6082"/>
                  <a:pt x="29651" y="6090"/>
                  <a:pt x="29645" y="6096"/>
                </a:cubicBezTo>
                <a:cubicBezTo>
                  <a:pt x="29638" y="6103"/>
                  <a:pt x="29630" y="6109"/>
                  <a:pt x="29623" y="6114"/>
                </a:cubicBezTo>
                <a:cubicBezTo>
                  <a:pt x="29615" y="6120"/>
                  <a:pt x="29606" y="6124"/>
                  <a:pt x="29597" y="6128"/>
                </a:cubicBezTo>
                <a:cubicBezTo>
                  <a:pt x="29589" y="6132"/>
                  <a:pt x="29579" y="6134"/>
                  <a:pt x="29570" y="6136"/>
                </a:cubicBezTo>
                <a:cubicBezTo>
                  <a:pt x="29561" y="6138"/>
                  <a:pt x="29551" y="6139"/>
                  <a:pt x="29542" y="6139"/>
                </a:cubicBezTo>
                <a:lnTo>
                  <a:pt x="145" y="6139"/>
                </a:lnTo>
                <a:cubicBezTo>
                  <a:pt x="136" y="6139"/>
                  <a:pt x="126" y="6138"/>
                  <a:pt x="117" y="6136"/>
                </a:cubicBezTo>
                <a:cubicBezTo>
                  <a:pt x="108" y="6134"/>
                  <a:pt x="99" y="6132"/>
                  <a:pt x="90" y="6128"/>
                </a:cubicBezTo>
                <a:cubicBezTo>
                  <a:pt x="81" y="6124"/>
                  <a:pt x="73" y="6120"/>
                  <a:pt x="65" y="6114"/>
                </a:cubicBezTo>
                <a:cubicBezTo>
                  <a:pt x="57" y="6109"/>
                  <a:pt x="49" y="6103"/>
                  <a:pt x="43" y="6096"/>
                </a:cubicBezTo>
                <a:cubicBezTo>
                  <a:pt x="36" y="6090"/>
                  <a:pt x="30" y="6082"/>
                  <a:pt x="24" y="6074"/>
                </a:cubicBezTo>
                <a:cubicBezTo>
                  <a:pt x="19" y="6066"/>
                  <a:pt x="15" y="6058"/>
                  <a:pt x="11" y="6049"/>
                </a:cubicBezTo>
                <a:cubicBezTo>
                  <a:pt x="7" y="6040"/>
                  <a:pt x="5" y="6031"/>
                  <a:pt x="3" y="6022"/>
                </a:cubicBezTo>
                <a:cubicBezTo>
                  <a:pt x="1" y="6012"/>
                  <a:pt x="0" y="6003"/>
                  <a:pt x="0" y="599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1" name=""/>
          <p:cNvSpPr txBox="1"/>
          <p:nvPr/>
        </p:nvSpPr>
        <p:spPr>
          <a:xfrm>
            <a:off x="747720" y="1130760"/>
            <a:ext cx="387972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Combining Attributes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2" name=""/>
          <p:cNvSpPr txBox="1"/>
          <p:nvPr/>
        </p:nvSpPr>
        <p:spPr>
          <a:xfrm>
            <a:off x="747720" y="1886040"/>
            <a:ext cx="7025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Most attributes can be combined to enhance usability.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3" name=""/>
          <p:cNvSpPr txBox="1"/>
          <p:nvPr/>
        </p:nvSpPr>
        <p:spPr>
          <a:xfrm>
            <a:off x="914400" y="25952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4" name=""/>
          <p:cNvSpPr txBox="1"/>
          <p:nvPr/>
        </p:nvSpPr>
        <p:spPr>
          <a:xfrm>
            <a:off x="914400" y="2862000"/>
            <a:ext cx="2394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"password"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5" name=""/>
          <p:cNvSpPr txBox="1"/>
          <p:nvPr/>
        </p:nvSpPr>
        <p:spPr>
          <a:xfrm>
            <a:off x="914400" y="3138120"/>
            <a:ext cx="1831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6" name=""/>
          <p:cNvSpPr txBox="1"/>
          <p:nvPr/>
        </p:nvSpPr>
        <p:spPr>
          <a:xfrm>
            <a:off x="914400" y="3404880"/>
            <a:ext cx="4929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"Enter your password"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7" name=""/>
          <p:cNvSpPr txBox="1"/>
          <p:nvPr/>
        </p:nvSpPr>
        <p:spPr>
          <a:xfrm>
            <a:off x="914400" y="3671640"/>
            <a:ext cx="1409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8" name=""/>
          <p:cNvSpPr txBox="1"/>
          <p:nvPr/>
        </p:nvSpPr>
        <p:spPr>
          <a:xfrm>
            <a:off x="914400" y="3947760"/>
            <a:ext cx="1408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9" name=""/>
          <p:cNvSpPr/>
          <p:nvPr/>
        </p:nvSpPr>
        <p:spPr>
          <a:xfrm>
            <a:off x="1047600" y="49719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3"/>
                </a:cubicBezTo>
                <a:cubicBezTo>
                  <a:pt x="0" y="115"/>
                  <a:pt x="3" y="99"/>
                  <a:pt x="10" y="82"/>
                </a:cubicBezTo>
                <a:cubicBezTo>
                  <a:pt x="17" y="66"/>
                  <a:pt x="26" y="52"/>
                  <a:pt x="39" y="38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8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9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0" name=""/>
          <p:cNvSpPr txBox="1"/>
          <p:nvPr/>
        </p:nvSpPr>
        <p:spPr>
          <a:xfrm>
            <a:off x="914400" y="4214520"/>
            <a:ext cx="2822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1" name=""/>
          <p:cNvSpPr/>
          <p:nvPr/>
        </p:nvSpPr>
        <p:spPr>
          <a:xfrm>
            <a:off x="1047600" y="54576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2"/>
                  <a:pt x="39" y="40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7"/>
                  <a:pt x="227" y="40"/>
                </a:cubicBezTo>
                <a:cubicBezTo>
                  <a:pt x="239" y="52"/>
                  <a:pt x="249" y="67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"/>
          <p:cNvSpPr txBox="1"/>
          <p:nvPr/>
        </p:nvSpPr>
        <p:spPr>
          <a:xfrm>
            <a:off x="1300320" y="4819680"/>
            <a:ext cx="8347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Always use attributes intentionally to improve UX and validation.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3" name=""/>
          <p:cNvSpPr txBox="1"/>
          <p:nvPr/>
        </p:nvSpPr>
        <p:spPr>
          <a:xfrm>
            <a:off x="1300320" y="5305320"/>
            <a:ext cx="5795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Avoid unnecessary defaults or hidden states.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7" name=""/>
          <p:cNvSpPr/>
          <p:nvPr/>
        </p:nvSpPr>
        <p:spPr>
          <a:xfrm>
            <a:off x="757080" y="249048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4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2"/>
                  <a:pt x="29606" y="3876"/>
                  <a:pt x="29597" y="3880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80"/>
                </a:cubicBezTo>
                <a:cubicBezTo>
                  <a:pt x="81" y="3876"/>
                  <a:pt x="73" y="3872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4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8" name=""/>
          <p:cNvSpPr/>
          <p:nvPr/>
        </p:nvSpPr>
        <p:spPr>
          <a:xfrm>
            <a:off x="757080" y="2490480"/>
            <a:ext cx="10687320" cy="1400760"/>
          </a:xfrm>
          <a:custGeom>
            <a:avLst/>
            <a:gdLst/>
            <a:ahLst/>
            <a:rect l="0" t="0" r="r" b="b"/>
            <a:pathLst>
              <a:path w="29687" h="3891">
                <a:moveTo>
                  <a:pt x="0" y="374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3745"/>
                </a:lnTo>
                <a:cubicBezTo>
                  <a:pt x="29687" y="3755"/>
                  <a:pt x="29686" y="3764"/>
                  <a:pt x="29684" y="3774"/>
                </a:cubicBezTo>
                <a:cubicBezTo>
                  <a:pt x="29683" y="3783"/>
                  <a:pt x="29680" y="3792"/>
                  <a:pt x="29676" y="3801"/>
                </a:cubicBezTo>
                <a:cubicBezTo>
                  <a:pt x="29672" y="3810"/>
                  <a:pt x="29668" y="3818"/>
                  <a:pt x="29663" y="3826"/>
                </a:cubicBezTo>
                <a:cubicBezTo>
                  <a:pt x="29657" y="3834"/>
                  <a:pt x="29651" y="3841"/>
                  <a:pt x="29645" y="3848"/>
                </a:cubicBezTo>
                <a:cubicBezTo>
                  <a:pt x="29638" y="3855"/>
                  <a:pt x="29630" y="3861"/>
                  <a:pt x="29623" y="3866"/>
                </a:cubicBezTo>
                <a:cubicBezTo>
                  <a:pt x="29615" y="3872"/>
                  <a:pt x="29606" y="3876"/>
                  <a:pt x="29597" y="3880"/>
                </a:cubicBezTo>
                <a:cubicBezTo>
                  <a:pt x="29589" y="3883"/>
                  <a:pt x="29579" y="3886"/>
                  <a:pt x="29570" y="3888"/>
                </a:cubicBezTo>
                <a:cubicBezTo>
                  <a:pt x="29561" y="3890"/>
                  <a:pt x="29551" y="3891"/>
                  <a:pt x="29542" y="3891"/>
                </a:cubicBezTo>
                <a:lnTo>
                  <a:pt x="145" y="3891"/>
                </a:lnTo>
                <a:cubicBezTo>
                  <a:pt x="136" y="3891"/>
                  <a:pt x="126" y="3890"/>
                  <a:pt x="117" y="3888"/>
                </a:cubicBezTo>
                <a:cubicBezTo>
                  <a:pt x="108" y="3886"/>
                  <a:pt x="99" y="3883"/>
                  <a:pt x="90" y="3880"/>
                </a:cubicBezTo>
                <a:cubicBezTo>
                  <a:pt x="81" y="3876"/>
                  <a:pt x="73" y="3872"/>
                  <a:pt x="65" y="3866"/>
                </a:cubicBezTo>
                <a:cubicBezTo>
                  <a:pt x="57" y="3861"/>
                  <a:pt x="49" y="3855"/>
                  <a:pt x="43" y="3848"/>
                </a:cubicBezTo>
                <a:cubicBezTo>
                  <a:pt x="36" y="3841"/>
                  <a:pt x="30" y="3834"/>
                  <a:pt x="24" y="3826"/>
                </a:cubicBezTo>
                <a:cubicBezTo>
                  <a:pt x="19" y="3818"/>
                  <a:pt x="15" y="3810"/>
                  <a:pt x="11" y="3801"/>
                </a:cubicBezTo>
                <a:cubicBezTo>
                  <a:pt x="7" y="3792"/>
                  <a:pt x="5" y="3783"/>
                  <a:pt x="3" y="3774"/>
                </a:cubicBezTo>
                <a:cubicBezTo>
                  <a:pt x="1" y="3764"/>
                  <a:pt x="0" y="3755"/>
                  <a:pt x="0" y="374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9" name=""/>
          <p:cNvSpPr/>
          <p:nvPr/>
        </p:nvSpPr>
        <p:spPr>
          <a:xfrm>
            <a:off x="2866680" y="819000"/>
            <a:ext cx="1438920" cy="400320"/>
          </a:xfrm>
          <a:custGeom>
            <a:avLst/>
            <a:gdLst/>
            <a:ahLst/>
            <a:rect l="0" t="0" r="r" b="b"/>
            <a:pathLst>
              <a:path w="39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8" y="0"/>
                </a:lnTo>
                <a:cubicBezTo>
                  <a:pt x="3848" y="0"/>
                  <a:pt x="3859" y="1"/>
                  <a:pt x="3869" y="3"/>
                </a:cubicBezTo>
                <a:cubicBezTo>
                  <a:pt x="3879" y="5"/>
                  <a:pt x="3889" y="8"/>
                  <a:pt x="3899" y="12"/>
                </a:cubicBezTo>
                <a:cubicBezTo>
                  <a:pt x="3908" y="16"/>
                  <a:pt x="3917" y="21"/>
                  <a:pt x="3926" y="27"/>
                </a:cubicBezTo>
                <a:cubicBezTo>
                  <a:pt x="3935" y="32"/>
                  <a:pt x="3943" y="39"/>
                  <a:pt x="3950" y="46"/>
                </a:cubicBezTo>
                <a:cubicBezTo>
                  <a:pt x="3958" y="54"/>
                  <a:pt x="3964" y="62"/>
                  <a:pt x="3970" y="70"/>
                </a:cubicBezTo>
                <a:cubicBezTo>
                  <a:pt x="3976" y="79"/>
                  <a:pt x="3981" y="88"/>
                  <a:pt x="3985" y="98"/>
                </a:cubicBezTo>
                <a:cubicBezTo>
                  <a:pt x="3989" y="108"/>
                  <a:pt x="3992" y="117"/>
                  <a:pt x="3994" y="128"/>
                </a:cubicBezTo>
                <a:cubicBezTo>
                  <a:pt x="3996" y="138"/>
                  <a:pt x="3997" y="148"/>
                  <a:pt x="3997" y="159"/>
                </a:cubicBezTo>
                <a:lnTo>
                  <a:pt x="3997" y="953"/>
                </a:lnTo>
                <a:cubicBezTo>
                  <a:pt x="3997" y="964"/>
                  <a:pt x="3996" y="974"/>
                  <a:pt x="3994" y="984"/>
                </a:cubicBezTo>
                <a:cubicBezTo>
                  <a:pt x="3992" y="995"/>
                  <a:pt x="3989" y="1005"/>
                  <a:pt x="3985" y="1014"/>
                </a:cubicBezTo>
                <a:cubicBezTo>
                  <a:pt x="3981" y="1024"/>
                  <a:pt x="3976" y="1033"/>
                  <a:pt x="3970" y="1042"/>
                </a:cubicBezTo>
                <a:cubicBezTo>
                  <a:pt x="3964" y="1050"/>
                  <a:pt x="3958" y="1058"/>
                  <a:pt x="3950" y="1066"/>
                </a:cubicBezTo>
                <a:cubicBezTo>
                  <a:pt x="3943" y="1073"/>
                  <a:pt x="3935" y="1080"/>
                  <a:pt x="3926" y="1085"/>
                </a:cubicBezTo>
                <a:cubicBezTo>
                  <a:pt x="3917" y="1091"/>
                  <a:pt x="3908" y="1096"/>
                  <a:pt x="3899" y="1100"/>
                </a:cubicBezTo>
                <a:cubicBezTo>
                  <a:pt x="3889" y="1104"/>
                  <a:pt x="3879" y="1107"/>
                  <a:pt x="3869" y="1109"/>
                </a:cubicBezTo>
                <a:cubicBezTo>
                  <a:pt x="3859" y="1111"/>
                  <a:pt x="3848" y="1112"/>
                  <a:pt x="383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0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1" name=""/>
          <p:cNvSpPr txBox="1"/>
          <p:nvPr/>
        </p:nvSpPr>
        <p:spPr>
          <a:xfrm>
            <a:off x="2942280" y="815400"/>
            <a:ext cx="1295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hidden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2" name=""/>
          <p:cNvSpPr txBox="1"/>
          <p:nvPr/>
        </p:nvSpPr>
        <p:spPr>
          <a:xfrm>
            <a:off x="747720" y="1523880"/>
            <a:ext cx="6009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to store data that users don't see or edit.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3" name=""/>
          <p:cNvSpPr txBox="1"/>
          <p:nvPr/>
        </p:nvSpPr>
        <p:spPr>
          <a:xfrm>
            <a:off x="747720" y="1933560"/>
            <a:ext cx="7039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Commonly used for IDs, tokens, or metadata in forms.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4" name=""/>
          <p:cNvSpPr txBox="1"/>
          <p:nvPr/>
        </p:nvSpPr>
        <p:spPr>
          <a:xfrm>
            <a:off x="914400" y="2652480"/>
            <a:ext cx="3380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action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"/profile"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5" name=""/>
          <p:cNvSpPr txBox="1"/>
          <p:nvPr/>
        </p:nvSpPr>
        <p:spPr>
          <a:xfrm>
            <a:off x="914400" y="2919240"/>
            <a:ext cx="71834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"hidden"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"user_id"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"42"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6" name=""/>
          <p:cNvSpPr txBox="1"/>
          <p:nvPr/>
        </p:nvSpPr>
        <p:spPr>
          <a:xfrm>
            <a:off x="914400" y="3195360"/>
            <a:ext cx="6479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"submit"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"View Profile"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7" name=""/>
          <p:cNvSpPr/>
          <p:nvPr/>
        </p:nvSpPr>
        <p:spPr>
          <a:xfrm>
            <a:off x="1047600" y="42195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68" name=""/>
          <p:cNvSpPr txBox="1"/>
          <p:nvPr/>
        </p:nvSpPr>
        <p:spPr>
          <a:xfrm>
            <a:off x="914400" y="346212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69" name="" descr=""/>
          <p:cNvPicPr/>
          <p:nvPr/>
        </p:nvPicPr>
        <p:blipFill>
          <a:blip r:embed="rId1"/>
          <a:stretch/>
        </p:blipFill>
        <p:spPr>
          <a:xfrm>
            <a:off x="752400" y="4610160"/>
            <a:ext cx="6057360" cy="43239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0" name=""/>
          <p:cNvSpPr txBox="1"/>
          <p:nvPr/>
        </p:nvSpPr>
        <p:spPr>
          <a:xfrm>
            <a:off x="1300320" y="4067280"/>
            <a:ext cx="8543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Hidden inputs are not visible but included in the form submission.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4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5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6" name=""/>
          <p:cNvSpPr/>
          <p:nvPr/>
        </p:nvSpPr>
        <p:spPr>
          <a:xfrm>
            <a:off x="2866680" y="819000"/>
            <a:ext cx="1229400" cy="400320"/>
          </a:xfrm>
          <a:custGeom>
            <a:avLst/>
            <a:gdLst/>
            <a:ahLst/>
            <a:rect l="0" t="0" r="r" b="b"/>
            <a:pathLst>
              <a:path w="3415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2"/>
                  <a:pt x="3361" y="39"/>
                  <a:pt x="3368" y="46"/>
                </a:cubicBezTo>
                <a:cubicBezTo>
                  <a:pt x="3375" y="54"/>
                  <a:pt x="3382" y="62"/>
                  <a:pt x="3388" y="70"/>
                </a:cubicBezTo>
                <a:cubicBezTo>
                  <a:pt x="3394" y="79"/>
                  <a:pt x="3399" y="88"/>
                  <a:pt x="3402" y="98"/>
                </a:cubicBezTo>
                <a:cubicBezTo>
                  <a:pt x="3406" y="108"/>
                  <a:pt x="3409" y="117"/>
                  <a:pt x="3412" y="128"/>
                </a:cubicBezTo>
                <a:cubicBezTo>
                  <a:pt x="3414" y="138"/>
                  <a:pt x="3415" y="148"/>
                  <a:pt x="3415" y="159"/>
                </a:cubicBezTo>
                <a:lnTo>
                  <a:pt x="3415" y="953"/>
                </a:lnTo>
                <a:cubicBezTo>
                  <a:pt x="3415" y="964"/>
                  <a:pt x="3414" y="974"/>
                  <a:pt x="3412" y="984"/>
                </a:cubicBezTo>
                <a:cubicBezTo>
                  <a:pt x="3409" y="995"/>
                  <a:pt x="3406" y="1005"/>
                  <a:pt x="3402" y="1014"/>
                </a:cubicBezTo>
                <a:cubicBezTo>
                  <a:pt x="3399" y="1024"/>
                  <a:pt x="3394" y="1033"/>
                  <a:pt x="3388" y="1042"/>
                </a:cubicBezTo>
                <a:cubicBezTo>
                  <a:pt x="3382" y="1050"/>
                  <a:pt x="3375" y="1058"/>
                  <a:pt x="3368" y="1066"/>
                </a:cubicBezTo>
                <a:cubicBezTo>
                  <a:pt x="3361" y="1073"/>
                  <a:pt x="3353" y="1080"/>
                  <a:pt x="3344" y="1085"/>
                </a:cubicBezTo>
                <a:cubicBezTo>
                  <a:pt x="3335" y="1091"/>
                  <a:pt x="3326" y="1096"/>
                  <a:pt x="3317" y="1100"/>
                </a:cubicBezTo>
                <a:cubicBezTo>
                  <a:pt x="3307" y="1104"/>
                  <a:pt x="3297" y="1107"/>
                  <a:pt x="3287" y="1109"/>
                </a:cubicBezTo>
                <a:cubicBezTo>
                  <a:pt x="3277" y="1111"/>
                  <a:pt x="3266" y="1112"/>
                  <a:pt x="3256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77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8" name=""/>
          <p:cNvSpPr txBox="1"/>
          <p:nvPr/>
        </p:nvSpPr>
        <p:spPr>
          <a:xfrm>
            <a:off x="294228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color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9" name=""/>
          <p:cNvSpPr txBox="1"/>
          <p:nvPr/>
        </p:nvSpPr>
        <p:spPr>
          <a:xfrm>
            <a:off x="747720" y="1523880"/>
            <a:ext cx="5534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Provides a color picker for selecting colors.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0" name=""/>
          <p:cNvSpPr txBox="1"/>
          <p:nvPr/>
        </p:nvSpPr>
        <p:spPr>
          <a:xfrm>
            <a:off x="914400" y="2233440"/>
            <a:ext cx="42256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&gt;Choose a color:&lt;/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1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2" name=""/>
          <p:cNvSpPr txBox="1"/>
          <p:nvPr/>
        </p:nvSpPr>
        <p:spPr>
          <a:xfrm>
            <a:off x="914400" y="2499840"/>
            <a:ext cx="7887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"color"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"themeColor"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"#1e90ff"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3" name=""/>
          <p:cNvSpPr/>
          <p:nvPr/>
        </p:nvSpPr>
        <p:spPr>
          <a:xfrm>
            <a:off x="5095800" y="3162240"/>
            <a:ext cx="1171800" cy="352800"/>
          </a:xfrm>
          <a:custGeom>
            <a:avLst/>
            <a:gdLst/>
            <a:ahLst/>
            <a:rect l="0" t="0" r="r" b="b"/>
            <a:pathLst>
              <a:path w="3255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096" y="0"/>
                </a:lnTo>
                <a:cubicBezTo>
                  <a:pt x="3107" y="0"/>
                  <a:pt x="3117" y="1"/>
                  <a:pt x="3127" y="3"/>
                </a:cubicBezTo>
                <a:cubicBezTo>
                  <a:pt x="3138" y="5"/>
                  <a:pt x="3147" y="8"/>
                  <a:pt x="3157" y="12"/>
                </a:cubicBezTo>
                <a:cubicBezTo>
                  <a:pt x="3167" y="16"/>
                  <a:pt x="3176" y="21"/>
                  <a:pt x="3185" y="26"/>
                </a:cubicBezTo>
                <a:cubicBezTo>
                  <a:pt x="3193" y="32"/>
                  <a:pt x="3201" y="39"/>
                  <a:pt x="3209" y="46"/>
                </a:cubicBezTo>
                <a:cubicBezTo>
                  <a:pt x="3216" y="54"/>
                  <a:pt x="3223" y="62"/>
                  <a:pt x="3228" y="70"/>
                </a:cubicBezTo>
                <a:cubicBezTo>
                  <a:pt x="3234" y="79"/>
                  <a:pt x="3239" y="88"/>
                  <a:pt x="3243" y="98"/>
                </a:cubicBezTo>
                <a:cubicBezTo>
                  <a:pt x="3247" y="107"/>
                  <a:pt x="3250" y="117"/>
                  <a:pt x="3252" y="127"/>
                </a:cubicBezTo>
                <a:cubicBezTo>
                  <a:pt x="3254" y="138"/>
                  <a:pt x="3255" y="148"/>
                  <a:pt x="3255" y="158"/>
                </a:cubicBezTo>
                <a:lnTo>
                  <a:pt x="3255" y="821"/>
                </a:lnTo>
                <a:cubicBezTo>
                  <a:pt x="3255" y="831"/>
                  <a:pt x="3254" y="842"/>
                  <a:pt x="3252" y="852"/>
                </a:cubicBezTo>
                <a:cubicBezTo>
                  <a:pt x="3250" y="862"/>
                  <a:pt x="3247" y="872"/>
                  <a:pt x="3243" y="882"/>
                </a:cubicBezTo>
                <a:cubicBezTo>
                  <a:pt x="3239" y="891"/>
                  <a:pt x="3234" y="900"/>
                  <a:pt x="3228" y="909"/>
                </a:cubicBezTo>
                <a:cubicBezTo>
                  <a:pt x="3223" y="918"/>
                  <a:pt x="3216" y="926"/>
                  <a:pt x="3209" y="933"/>
                </a:cubicBezTo>
                <a:cubicBezTo>
                  <a:pt x="3201" y="940"/>
                  <a:pt x="3193" y="947"/>
                  <a:pt x="3185" y="953"/>
                </a:cubicBezTo>
                <a:cubicBezTo>
                  <a:pt x="3176" y="959"/>
                  <a:pt x="3167" y="964"/>
                  <a:pt x="3157" y="968"/>
                </a:cubicBezTo>
                <a:cubicBezTo>
                  <a:pt x="3147" y="972"/>
                  <a:pt x="3138" y="975"/>
                  <a:pt x="3127" y="977"/>
                </a:cubicBezTo>
                <a:cubicBezTo>
                  <a:pt x="3117" y="979"/>
                  <a:pt x="3107" y="980"/>
                  <a:pt x="3096" y="980"/>
                </a:cubicBezTo>
                <a:lnTo>
                  <a:pt x="158" y="980"/>
                </a:lnTo>
                <a:cubicBezTo>
                  <a:pt x="148" y="980"/>
                  <a:pt x="138" y="979"/>
                  <a:pt x="127" y="977"/>
                </a:cubicBezTo>
                <a:cubicBezTo>
                  <a:pt x="117" y="975"/>
                  <a:pt x="107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0"/>
                  <a:pt x="46" y="933"/>
                </a:cubicBezTo>
                <a:cubicBezTo>
                  <a:pt x="39" y="926"/>
                  <a:pt x="32" y="918"/>
                  <a:pt x="26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4" name=""/>
          <p:cNvSpPr txBox="1"/>
          <p:nvPr/>
        </p:nvSpPr>
        <p:spPr>
          <a:xfrm>
            <a:off x="1300320" y="3105000"/>
            <a:ext cx="3792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Returns a hex color code like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5" name=""/>
          <p:cNvSpPr txBox="1"/>
          <p:nvPr/>
        </p:nvSpPr>
        <p:spPr>
          <a:xfrm>
            <a:off x="5185440" y="321372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#1e90ff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6" name=""/>
          <p:cNvSpPr/>
          <p:nvPr/>
        </p:nvSpPr>
        <p:spPr>
          <a:xfrm>
            <a:off x="1047600" y="3762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9" y="199"/>
                  <a:pt x="239" y="213"/>
                  <a:pt x="227" y="225"/>
                </a:cubicBezTo>
                <a:cubicBezTo>
                  <a:pt x="214" y="238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8"/>
                  <a:pt x="39" y="225"/>
                </a:cubicBezTo>
                <a:cubicBezTo>
                  <a:pt x="26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87" name=""/>
          <p:cNvSpPr txBox="1"/>
          <p:nvPr/>
        </p:nvSpPr>
        <p:spPr>
          <a:xfrm>
            <a:off x="6265440" y="31050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288" name="" descr=""/>
          <p:cNvPicPr/>
          <p:nvPr/>
        </p:nvPicPr>
        <p:blipFill>
          <a:blip r:embed="rId1"/>
          <a:stretch/>
        </p:blipFill>
        <p:spPr>
          <a:xfrm>
            <a:off x="752400" y="4152960"/>
            <a:ext cx="7733880" cy="3971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9" name=""/>
          <p:cNvSpPr txBox="1"/>
          <p:nvPr/>
        </p:nvSpPr>
        <p:spPr>
          <a:xfrm>
            <a:off x="1300320" y="3610080"/>
            <a:ext cx="4930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Supported by most modern browsers.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3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4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5" name=""/>
          <p:cNvSpPr/>
          <p:nvPr/>
        </p:nvSpPr>
        <p:spPr>
          <a:xfrm>
            <a:off x="2866680" y="819000"/>
            <a:ext cx="1229400" cy="400320"/>
          </a:xfrm>
          <a:custGeom>
            <a:avLst/>
            <a:gdLst/>
            <a:ahLst/>
            <a:rect l="0" t="0" r="r" b="b"/>
            <a:pathLst>
              <a:path w="3415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2"/>
                  <a:pt x="3361" y="39"/>
                  <a:pt x="3368" y="46"/>
                </a:cubicBezTo>
                <a:cubicBezTo>
                  <a:pt x="3375" y="54"/>
                  <a:pt x="3382" y="62"/>
                  <a:pt x="3388" y="70"/>
                </a:cubicBezTo>
                <a:cubicBezTo>
                  <a:pt x="3394" y="79"/>
                  <a:pt x="3399" y="88"/>
                  <a:pt x="3402" y="98"/>
                </a:cubicBezTo>
                <a:cubicBezTo>
                  <a:pt x="3406" y="108"/>
                  <a:pt x="3409" y="117"/>
                  <a:pt x="3412" y="128"/>
                </a:cubicBezTo>
                <a:cubicBezTo>
                  <a:pt x="3414" y="138"/>
                  <a:pt x="3415" y="148"/>
                  <a:pt x="3415" y="159"/>
                </a:cubicBezTo>
                <a:lnTo>
                  <a:pt x="3415" y="953"/>
                </a:lnTo>
                <a:cubicBezTo>
                  <a:pt x="3415" y="964"/>
                  <a:pt x="3414" y="974"/>
                  <a:pt x="3412" y="984"/>
                </a:cubicBezTo>
                <a:cubicBezTo>
                  <a:pt x="3409" y="995"/>
                  <a:pt x="3406" y="1005"/>
                  <a:pt x="3402" y="1014"/>
                </a:cubicBezTo>
                <a:cubicBezTo>
                  <a:pt x="3399" y="1024"/>
                  <a:pt x="3394" y="1033"/>
                  <a:pt x="3388" y="1042"/>
                </a:cubicBezTo>
                <a:cubicBezTo>
                  <a:pt x="3382" y="1050"/>
                  <a:pt x="3375" y="1058"/>
                  <a:pt x="3368" y="1066"/>
                </a:cubicBezTo>
                <a:cubicBezTo>
                  <a:pt x="3361" y="1073"/>
                  <a:pt x="3353" y="1080"/>
                  <a:pt x="3344" y="1085"/>
                </a:cubicBezTo>
                <a:cubicBezTo>
                  <a:pt x="3335" y="1091"/>
                  <a:pt x="3326" y="1096"/>
                  <a:pt x="3317" y="1100"/>
                </a:cubicBezTo>
                <a:cubicBezTo>
                  <a:pt x="3307" y="1104"/>
                  <a:pt x="3297" y="1107"/>
                  <a:pt x="3287" y="1109"/>
                </a:cubicBezTo>
                <a:cubicBezTo>
                  <a:pt x="3277" y="1111"/>
                  <a:pt x="3266" y="1112"/>
                  <a:pt x="3256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96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7" name=""/>
          <p:cNvSpPr txBox="1"/>
          <p:nvPr/>
        </p:nvSpPr>
        <p:spPr>
          <a:xfrm>
            <a:off x="294228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reset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8" name=""/>
          <p:cNvSpPr txBox="1"/>
          <p:nvPr/>
        </p:nvSpPr>
        <p:spPr>
          <a:xfrm>
            <a:off x="747720" y="1523880"/>
            <a:ext cx="6118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Resets all inputs in a form to their initial values.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9" name=""/>
          <p:cNvSpPr txBox="1"/>
          <p:nvPr/>
        </p:nvSpPr>
        <p:spPr>
          <a:xfrm>
            <a:off x="914400" y="22334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0" name=""/>
          <p:cNvSpPr txBox="1"/>
          <p:nvPr/>
        </p:nvSpPr>
        <p:spPr>
          <a:xfrm>
            <a:off x="914400" y="2499840"/>
            <a:ext cx="7323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"username"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"John"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1" name=""/>
          <p:cNvSpPr txBox="1"/>
          <p:nvPr/>
        </p:nvSpPr>
        <p:spPr>
          <a:xfrm>
            <a:off x="914400" y="2776320"/>
            <a:ext cx="5634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"color"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"#ff0000"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2" name=""/>
          <p:cNvSpPr txBox="1"/>
          <p:nvPr/>
        </p:nvSpPr>
        <p:spPr>
          <a:xfrm>
            <a:off x="914400" y="3043080"/>
            <a:ext cx="6057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"reset"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"Reset Form"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3" name=""/>
          <p:cNvSpPr/>
          <p:nvPr/>
        </p:nvSpPr>
        <p:spPr>
          <a:xfrm>
            <a:off x="1047600" y="40669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4" name=""/>
          <p:cNvSpPr txBox="1"/>
          <p:nvPr/>
        </p:nvSpPr>
        <p:spPr>
          <a:xfrm>
            <a:off x="914400" y="33094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5" name=""/>
          <p:cNvSpPr/>
          <p:nvPr/>
        </p:nvSpPr>
        <p:spPr>
          <a:xfrm>
            <a:off x="1047600" y="45529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7"/>
                  <a:pt x="255" y="183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06" name=""/>
          <p:cNvSpPr txBox="1"/>
          <p:nvPr/>
        </p:nvSpPr>
        <p:spPr>
          <a:xfrm>
            <a:off x="1300320" y="3914640"/>
            <a:ext cx="7268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It doesn't clear the form completely; it restores defaults.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07" name="" descr=""/>
          <p:cNvPicPr/>
          <p:nvPr/>
        </p:nvPicPr>
        <p:blipFill>
          <a:blip r:embed="rId1"/>
          <a:stretch/>
        </p:blipFill>
        <p:spPr>
          <a:xfrm>
            <a:off x="752400" y="4952880"/>
            <a:ext cx="7029000" cy="43621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"/>
          <p:cNvSpPr txBox="1"/>
          <p:nvPr/>
        </p:nvSpPr>
        <p:spPr>
          <a:xfrm>
            <a:off x="1300320" y="4400640"/>
            <a:ext cx="4990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Often used alongside a submit button.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2" name=""/>
          <p:cNvSpPr/>
          <p:nvPr/>
        </p:nvSpPr>
        <p:spPr>
          <a:xfrm>
            <a:off x="757080" y="2071440"/>
            <a:ext cx="10687320" cy="581400"/>
          </a:xfrm>
          <a:custGeom>
            <a:avLst/>
            <a:gdLst/>
            <a:ahLst/>
            <a:rect l="0" t="0" r="r" b="b"/>
            <a:pathLst>
              <a:path w="29687" h="1615">
                <a:moveTo>
                  <a:pt x="0" y="14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69"/>
                </a:lnTo>
                <a:cubicBezTo>
                  <a:pt x="29687" y="1478"/>
                  <a:pt x="29686" y="1488"/>
                  <a:pt x="29684" y="1497"/>
                </a:cubicBezTo>
                <a:cubicBezTo>
                  <a:pt x="29683" y="1507"/>
                  <a:pt x="29680" y="1516"/>
                  <a:pt x="29676" y="1525"/>
                </a:cubicBezTo>
                <a:cubicBezTo>
                  <a:pt x="29672" y="1534"/>
                  <a:pt x="29668" y="1543"/>
                  <a:pt x="29663" y="1550"/>
                </a:cubicBezTo>
                <a:cubicBezTo>
                  <a:pt x="29657" y="1558"/>
                  <a:pt x="29651" y="1566"/>
                  <a:pt x="29645" y="1573"/>
                </a:cubicBezTo>
                <a:cubicBezTo>
                  <a:pt x="29638" y="1579"/>
                  <a:pt x="29630" y="1585"/>
                  <a:pt x="29623" y="1591"/>
                </a:cubicBezTo>
                <a:cubicBezTo>
                  <a:pt x="29615" y="1596"/>
                  <a:pt x="29606" y="1600"/>
                  <a:pt x="29597" y="1604"/>
                </a:cubicBezTo>
                <a:cubicBezTo>
                  <a:pt x="29589" y="1608"/>
                  <a:pt x="29579" y="1610"/>
                  <a:pt x="29570" y="1612"/>
                </a:cubicBezTo>
                <a:cubicBezTo>
                  <a:pt x="29561" y="1614"/>
                  <a:pt x="29551" y="1615"/>
                  <a:pt x="29542" y="1615"/>
                </a:cubicBezTo>
                <a:lnTo>
                  <a:pt x="145" y="1615"/>
                </a:lnTo>
                <a:cubicBezTo>
                  <a:pt x="136" y="1615"/>
                  <a:pt x="126" y="1614"/>
                  <a:pt x="117" y="1612"/>
                </a:cubicBezTo>
                <a:cubicBezTo>
                  <a:pt x="108" y="1610"/>
                  <a:pt x="99" y="1608"/>
                  <a:pt x="90" y="1604"/>
                </a:cubicBezTo>
                <a:cubicBezTo>
                  <a:pt x="81" y="1600"/>
                  <a:pt x="73" y="1596"/>
                  <a:pt x="65" y="1591"/>
                </a:cubicBezTo>
                <a:cubicBezTo>
                  <a:pt x="57" y="1585"/>
                  <a:pt x="49" y="1579"/>
                  <a:pt x="43" y="1573"/>
                </a:cubicBezTo>
                <a:cubicBezTo>
                  <a:pt x="36" y="1566"/>
                  <a:pt x="30" y="1558"/>
                  <a:pt x="24" y="1550"/>
                </a:cubicBezTo>
                <a:cubicBezTo>
                  <a:pt x="19" y="1543"/>
                  <a:pt x="15" y="1534"/>
                  <a:pt x="11" y="1525"/>
                </a:cubicBezTo>
                <a:cubicBezTo>
                  <a:pt x="7" y="1516"/>
                  <a:pt x="5" y="1507"/>
                  <a:pt x="3" y="1497"/>
                </a:cubicBezTo>
                <a:cubicBezTo>
                  <a:pt x="1" y="1488"/>
                  <a:pt x="0" y="1478"/>
                  <a:pt x="0" y="1469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3" name=""/>
          <p:cNvSpPr/>
          <p:nvPr/>
        </p:nvSpPr>
        <p:spPr>
          <a:xfrm>
            <a:off x="757080" y="2071440"/>
            <a:ext cx="10687320" cy="581400"/>
          </a:xfrm>
          <a:custGeom>
            <a:avLst/>
            <a:gdLst/>
            <a:ahLst/>
            <a:rect l="0" t="0" r="r" b="b"/>
            <a:pathLst>
              <a:path w="29687" h="1615">
                <a:moveTo>
                  <a:pt x="0" y="1469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69"/>
                </a:lnTo>
                <a:cubicBezTo>
                  <a:pt x="29687" y="1478"/>
                  <a:pt x="29686" y="1488"/>
                  <a:pt x="29684" y="1497"/>
                </a:cubicBezTo>
                <a:cubicBezTo>
                  <a:pt x="29683" y="1507"/>
                  <a:pt x="29680" y="1516"/>
                  <a:pt x="29676" y="1525"/>
                </a:cubicBezTo>
                <a:cubicBezTo>
                  <a:pt x="29672" y="1534"/>
                  <a:pt x="29668" y="1543"/>
                  <a:pt x="29663" y="1550"/>
                </a:cubicBezTo>
                <a:cubicBezTo>
                  <a:pt x="29657" y="1558"/>
                  <a:pt x="29651" y="1566"/>
                  <a:pt x="29645" y="1573"/>
                </a:cubicBezTo>
                <a:cubicBezTo>
                  <a:pt x="29638" y="1579"/>
                  <a:pt x="29630" y="1585"/>
                  <a:pt x="29623" y="1591"/>
                </a:cubicBezTo>
                <a:cubicBezTo>
                  <a:pt x="29615" y="1596"/>
                  <a:pt x="29606" y="1600"/>
                  <a:pt x="29597" y="1604"/>
                </a:cubicBezTo>
                <a:cubicBezTo>
                  <a:pt x="29589" y="1608"/>
                  <a:pt x="29579" y="1610"/>
                  <a:pt x="29570" y="1612"/>
                </a:cubicBezTo>
                <a:cubicBezTo>
                  <a:pt x="29561" y="1614"/>
                  <a:pt x="29551" y="1615"/>
                  <a:pt x="29542" y="1615"/>
                </a:cubicBezTo>
                <a:lnTo>
                  <a:pt x="145" y="1615"/>
                </a:lnTo>
                <a:cubicBezTo>
                  <a:pt x="136" y="1615"/>
                  <a:pt x="126" y="1614"/>
                  <a:pt x="117" y="1612"/>
                </a:cubicBezTo>
                <a:cubicBezTo>
                  <a:pt x="108" y="1610"/>
                  <a:pt x="99" y="1608"/>
                  <a:pt x="90" y="1604"/>
                </a:cubicBezTo>
                <a:cubicBezTo>
                  <a:pt x="81" y="1600"/>
                  <a:pt x="73" y="1596"/>
                  <a:pt x="65" y="1591"/>
                </a:cubicBezTo>
                <a:cubicBezTo>
                  <a:pt x="57" y="1585"/>
                  <a:pt x="49" y="1579"/>
                  <a:pt x="43" y="1573"/>
                </a:cubicBezTo>
                <a:cubicBezTo>
                  <a:pt x="36" y="1566"/>
                  <a:pt x="30" y="1558"/>
                  <a:pt x="24" y="1550"/>
                </a:cubicBezTo>
                <a:cubicBezTo>
                  <a:pt x="19" y="1543"/>
                  <a:pt x="15" y="1534"/>
                  <a:pt x="11" y="1525"/>
                </a:cubicBezTo>
                <a:cubicBezTo>
                  <a:pt x="7" y="1516"/>
                  <a:pt x="5" y="1507"/>
                  <a:pt x="3" y="1497"/>
                </a:cubicBezTo>
                <a:cubicBezTo>
                  <a:pt x="1" y="1488"/>
                  <a:pt x="0" y="1478"/>
                  <a:pt x="0" y="1469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4" name=""/>
          <p:cNvSpPr/>
          <p:nvPr/>
        </p:nvSpPr>
        <p:spPr>
          <a:xfrm>
            <a:off x="2866680" y="819000"/>
            <a:ext cx="1229400" cy="400320"/>
          </a:xfrm>
          <a:custGeom>
            <a:avLst/>
            <a:gdLst/>
            <a:ahLst/>
            <a:rect l="0" t="0" r="r" b="b"/>
            <a:pathLst>
              <a:path w="3415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2"/>
                  <a:pt x="3361" y="39"/>
                  <a:pt x="3368" y="46"/>
                </a:cubicBezTo>
                <a:cubicBezTo>
                  <a:pt x="3375" y="54"/>
                  <a:pt x="3382" y="62"/>
                  <a:pt x="3388" y="70"/>
                </a:cubicBezTo>
                <a:cubicBezTo>
                  <a:pt x="3394" y="79"/>
                  <a:pt x="3399" y="88"/>
                  <a:pt x="3402" y="98"/>
                </a:cubicBezTo>
                <a:cubicBezTo>
                  <a:pt x="3406" y="108"/>
                  <a:pt x="3409" y="117"/>
                  <a:pt x="3412" y="128"/>
                </a:cubicBezTo>
                <a:cubicBezTo>
                  <a:pt x="3414" y="138"/>
                  <a:pt x="3415" y="148"/>
                  <a:pt x="3415" y="159"/>
                </a:cubicBezTo>
                <a:lnTo>
                  <a:pt x="3415" y="953"/>
                </a:lnTo>
                <a:cubicBezTo>
                  <a:pt x="3415" y="964"/>
                  <a:pt x="3414" y="974"/>
                  <a:pt x="3412" y="984"/>
                </a:cubicBezTo>
                <a:cubicBezTo>
                  <a:pt x="3409" y="995"/>
                  <a:pt x="3406" y="1005"/>
                  <a:pt x="3402" y="1014"/>
                </a:cubicBezTo>
                <a:cubicBezTo>
                  <a:pt x="3399" y="1024"/>
                  <a:pt x="3394" y="1033"/>
                  <a:pt x="3388" y="1042"/>
                </a:cubicBezTo>
                <a:cubicBezTo>
                  <a:pt x="3382" y="1050"/>
                  <a:pt x="3375" y="1058"/>
                  <a:pt x="3368" y="1066"/>
                </a:cubicBezTo>
                <a:cubicBezTo>
                  <a:pt x="3361" y="1073"/>
                  <a:pt x="3353" y="1080"/>
                  <a:pt x="3344" y="1085"/>
                </a:cubicBezTo>
                <a:cubicBezTo>
                  <a:pt x="3335" y="1091"/>
                  <a:pt x="3326" y="1096"/>
                  <a:pt x="3317" y="1100"/>
                </a:cubicBezTo>
                <a:cubicBezTo>
                  <a:pt x="3307" y="1104"/>
                  <a:pt x="3297" y="1107"/>
                  <a:pt x="3287" y="1109"/>
                </a:cubicBezTo>
                <a:cubicBezTo>
                  <a:pt x="3277" y="1111"/>
                  <a:pt x="3266" y="1112"/>
                  <a:pt x="3256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15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6" name=""/>
          <p:cNvSpPr txBox="1"/>
          <p:nvPr/>
        </p:nvSpPr>
        <p:spPr>
          <a:xfrm>
            <a:off x="294228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range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7" name=""/>
          <p:cNvSpPr txBox="1"/>
          <p:nvPr/>
        </p:nvSpPr>
        <p:spPr>
          <a:xfrm>
            <a:off x="747720" y="1523880"/>
            <a:ext cx="8544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Creates a slider control for numeric values within a deﬁned range.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8" name=""/>
          <p:cNvSpPr txBox="1"/>
          <p:nvPr/>
        </p:nvSpPr>
        <p:spPr>
          <a:xfrm>
            <a:off x="914400" y="2233080"/>
            <a:ext cx="307224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&gt;Volume:&lt;/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 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9" name=""/>
          <p:cNvSpPr txBox="1"/>
          <p:nvPr/>
        </p:nvSpPr>
        <p:spPr>
          <a:xfrm>
            <a:off x="3971160" y="2180880"/>
            <a:ext cx="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JetBrainsMonoNFNF"/>
                <a:ea typeface="JetBrainsMonoNFNF"/>
              </a:rPr>
              <a:t>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0" name=""/>
          <p:cNvSpPr txBox="1"/>
          <p:nvPr/>
        </p:nvSpPr>
        <p:spPr>
          <a:xfrm>
            <a:off x="4104000" y="2233080"/>
            <a:ext cx="7079040" cy="2534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&lt;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"range"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"0"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"100"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"50"</a:t>
            </a:r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 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1" name=""/>
          <p:cNvSpPr/>
          <p:nvPr/>
        </p:nvSpPr>
        <p:spPr>
          <a:xfrm>
            <a:off x="1047600" y="2981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6" y="52"/>
                  <a:pt x="39" y="40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40"/>
                </a:cubicBezTo>
                <a:cubicBezTo>
                  <a:pt x="239" y="52"/>
                  <a:pt x="249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2" name=""/>
          <p:cNvSpPr txBox="1"/>
          <p:nvPr/>
        </p:nvSpPr>
        <p:spPr>
          <a:xfrm>
            <a:off x="11148120" y="2180880"/>
            <a:ext cx="221040" cy="3034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50" strike="noStrike" u="none">
                <a:solidFill>
                  <a:srgbClr val="1f2328"/>
                </a:solidFill>
                <a:effectLst/>
                <a:uFillTx/>
                <a:latin typeface="JetBrainsMonoNFNF"/>
                <a:ea typeface="JetBrainsMonoNFNF"/>
              </a:rPr>
              <a:t></a:t>
            </a:r>
            <a:endParaRPr b="0" lang="en-US" sz="17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3" name=""/>
          <p:cNvSpPr/>
          <p:nvPr/>
        </p:nvSpPr>
        <p:spPr>
          <a:xfrm>
            <a:off x="1990440" y="2876400"/>
            <a:ext cx="610200" cy="362160"/>
          </a:xfrm>
          <a:custGeom>
            <a:avLst/>
            <a:gdLst/>
            <a:ahLst/>
            <a:rect l="0" t="0" r="r" b="b"/>
            <a:pathLst>
              <a:path w="1695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536" y="0"/>
                </a:lnTo>
                <a:cubicBezTo>
                  <a:pt x="1546" y="0"/>
                  <a:pt x="1557" y="1"/>
                  <a:pt x="1567" y="3"/>
                </a:cubicBezTo>
                <a:cubicBezTo>
                  <a:pt x="1577" y="5"/>
                  <a:pt x="1587" y="8"/>
                  <a:pt x="1597" y="12"/>
                </a:cubicBezTo>
                <a:cubicBezTo>
                  <a:pt x="1606" y="16"/>
                  <a:pt x="1615" y="21"/>
                  <a:pt x="1624" y="27"/>
                </a:cubicBezTo>
                <a:cubicBezTo>
                  <a:pt x="1633" y="32"/>
                  <a:pt x="1641" y="39"/>
                  <a:pt x="1648" y="46"/>
                </a:cubicBezTo>
                <a:cubicBezTo>
                  <a:pt x="1655" y="54"/>
                  <a:pt x="1662" y="62"/>
                  <a:pt x="1668" y="70"/>
                </a:cubicBezTo>
                <a:cubicBezTo>
                  <a:pt x="1674" y="79"/>
                  <a:pt x="1679" y="88"/>
                  <a:pt x="1683" y="98"/>
                </a:cubicBezTo>
                <a:cubicBezTo>
                  <a:pt x="1687" y="108"/>
                  <a:pt x="1690" y="117"/>
                  <a:pt x="1692" y="128"/>
                </a:cubicBezTo>
                <a:cubicBezTo>
                  <a:pt x="1694" y="138"/>
                  <a:pt x="1695" y="148"/>
                  <a:pt x="1695" y="159"/>
                </a:cubicBezTo>
                <a:lnTo>
                  <a:pt x="1695" y="848"/>
                </a:lnTo>
                <a:cubicBezTo>
                  <a:pt x="1695" y="858"/>
                  <a:pt x="1694" y="868"/>
                  <a:pt x="1692" y="879"/>
                </a:cubicBezTo>
                <a:cubicBezTo>
                  <a:pt x="1690" y="889"/>
                  <a:pt x="1687" y="899"/>
                  <a:pt x="1683" y="908"/>
                </a:cubicBezTo>
                <a:cubicBezTo>
                  <a:pt x="1679" y="918"/>
                  <a:pt x="1674" y="927"/>
                  <a:pt x="1668" y="936"/>
                </a:cubicBezTo>
                <a:cubicBezTo>
                  <a:pt x="1662" y="944"/>
                  <a:pt x="1655" y="952"/>
                  <a:pt x="1648" y="960"/>
                </a:cubicBezTo>
                <a:cubicBezTo>
                  <a:pt x="1641" y="967"/>
                  <a:pt x="1633" y="974"/>
                  <a:pt x="1624" y="980"/>
                </a:cubicBezTo>
                <a:cubicBezTo>
                  <a:pt x="1615" y="985"/>
                  <a:pt x="1606" y="990"/>
                  <a:pt x="1597" y="994"/>
                </a:cubicBezTo>
                <a:cubicBezTo>
                  <a:pt x="1587" y="998"/>
                  <a:pt x="1577" y="1001"/>
                  <a:pt x="1567" y="1003"/>
                </a:cubicBezTo>
                <a:cubicBezTo>
                  <a:pt x="1557" y="1005"/>
                  <a:pt x="1546" y="1006"/>
                  <a:pt x="1536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4" name=""/>
          <p:cNvSpPr txBox="1"/>
          <p:nvPr/>
        </p:nvSpPr>
        <p:spPr>
          <a:xfrm>
            <a:off x="1300320" y="2828880"/>
            <a:ext cx="694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Uses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5" name=""/>
          <p:cNvSpPr txBox="1"/>
          <p:nvPr/>
        </p:nvSpPr>
        <p:spPr>
          <a:xfrm>
            <a:off x="2088360" y="292788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6" name=""/>
          <p:cNvSpPr/>
          <p:nvPr/>
        </p:nvSpPr>
        <p:spPr>
          <a:xfrm>
            <a:off x="2752560" y="2876400"/>
            <a:ext cx="609840" cy="362160"/>
          </a:xfrm>
          <a:custGeom>
            <a:avLst/>
            <a:gdLst/>
            <a:ahLst/>
            <a:rect l="0" t="0" r="r" b="b"/>
            <a:pathLst>
              <a:path w="1694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535" y="0"/>
                </a:lnTo>
                <a:cubicBezTo>
                  <a:pt x="1545" y="0"/>
                  <a:pt x="1555" y="1"/>
                  <a:pt x="1566" y="3"/>
                </a:cubicBezTo>
                <a:cubicBezTo>
                  <a:pt x="1576" y="5"/>
                  <a:pt x="1586" y="8"/>
                  <a:pt x="1595" y="12"/>
                </a:cubicBezTo>
                <a:cubicBezTo>
                  <a:pt x="1605" y="16"/>
                  <a:pt x="1614" y="21"/>
                  <a:pt x="1623" y="27"/>
                </a:cubicBezTo>
                <a:cubicBezTo>
                  <a:pt x="1631" y="32"/>
                  <a:pt x="1639" y="39"/>
                  <a:pt x="1647" y="46"/>
                </a:cubicBezTo>
                <a:cubicBezTo>
                  <a:pt x="1654" y="54"/>
                  <a:pt x="1661" y="62"/>
                  <a:pt x="1668" y="70"/>
                </a:cubicBezTo>
                <a:cubicBezTo>
                  <a:pt x="1673" y="79"/>
                  <a:pt x="1678" y="88"/>
                  <a:pt x="1682" y="98"/>
                </a:cubicBezTo>
                <a:cubicBezTo>
                  <a:pt x="1686" y="108"/>
                  <a:pt x="1689" y="117"/>
                  <a:pt x="1691" y="128"/>
                </a:cubicBezTo>
                <a:cubicBezTo>
                  <a:pt x="1693" y="138"/>
                  <a:pt x="1694" y="148"/>
                  <a:pt x="1694" y="159"/>
                </a:cubicBezTo>
                <a:lnTo>
                  <a:pt x="1694" y="848"/>
                </a:lnTo>
                <a:cubicBezTo>
                  <a:pt x="1694" y="858"/>
                  <a:pt x="1693" y="868"/>
                  <a:pt x="1691" y="879"/>
                </a:cubicBezTo>
                <a:cubicBezTo>
                  <a:pt x="1689" y="889"/>
                  <a:pt x="1686" y="899"/>
                  <a:pt x="1682" y="908"/>
                </a:cubicBezTo>
                <a:cubicBezTo>
                  <a:pt x="1678" y="918"/>
                  <a:pt x="1673" y="927"/>
                  <a:pt x="1668" y="936"/>
                </a:cubicBezTo>
                <a:cubicBezTo>
                  <a:pt x="1661" y="944"/>
                  <a:pt x="1654" y="952"/>
                  <a:pt x="1647" y="960"/>
                </a:cubicBezTo>
                <a:cubicBezTo>
                  <a:pt x="1639" y="967"/>
                  <a:pt x="1631" y="974"/>
                  <a:pt x="1623" y="980"/>
                </a:cubicBezTo>
                <a:cubicBezTo>
                  <a:pt x="1614" y="985"/>
                  <a:pt x="1605" y="990"/>
                  <a:pt x="1595" y="994"/>
                </a:cubicBezTo>
                <a:cubicBezTo>
                  <a:pt x="1586" y="998"/>
                  <a:pt x="1576" y="1001"/>
                  <a:pt x="1566" y="1003"/>
                </a:cubicBezTo>
                <a:cubicBezTo>
                  <a:pt x="1555" y="1005"/>
                  <a:pt x="1545" y="1006"/>
                  <a:pt x="1535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1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27" name=""/>
          <p:cNvSpPr txBox="1"/>
          <p:nvPr/>
        </p:nvSpPr>
        <p:spPr>
          <a:xfrm>
            <a:off x="2604960" y="282888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8" name=""/>
          <p:cNvSpPr txBox="1"/>
          <p:nvPr/>
        </p:nvSpPr>
        <p:spPr>
          <a:xfrm>
            <a:off x="2844720" y="292788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max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29" name=""/>
          <p:cNvSpPr/>
          <p:nvPr/>
        </p:nvSpPr>
        <p:spPr>
          <a:xfrm>
            <a:off x="4076640" y="2876400"/>
            <a:ext cx="885960" cy="362160"/>
          </a:xfrm>
          <a:custGeom>
            <a:avLst/>
            <a:gdLst/>
            <a:ahLst/>
            <a:rect l="0" t="0" r="r" b="b"/>
            <a:pathLst>
              <a:path w="2461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303" y="0"/>
                </a:lnTo>
                <a:cubicBezTo>
                  <a:pt x="2313" y="0"/>
                  <a:pt x="2323" y="1"/>
                  <a:pt x="2334" y="3"/>
                </a:cubicBezTo>
                <a:cubicBezTo>
                  <a:pt x="2344" y="5"/>
                  <a:pt x="2354" y="8"/>
                  <a:pt x="2363" y="12"/>
                </a:cubicBezTo>
                <a:cubicBezTo>
                  <a:pt x="2373" y="16"/>
                  <a:pt x="2382" y="21"/>
                  <a:pt x="2391" y="27"/>
                </a:cubicBezTo>
                <a:cubicBezTo>
                  <a:pt x="2399" y="32"/>
                  <a:pt x="2407" y="39"/>
                  <a:pt x="2415" y="46"/>
                </a:cubicBezTo>
                <a:cubicBezTo>
                  <a:pt x="2422" y="54"/>
                  <a:pt x="2429" y="62"/>
                  <a:pt x="2435" y="70"/>
                </a:cubicBezTo>
                <a:cubicBezTo>
                  <a:pt x="2440" y="79"/>
                  <a:pt x="2445" y="88"/>
                  <a:pt x="2449" y="98"/>
                </a:cubicBezTo>
                <a:cubicBezTo>
                  <a:pt x="2453" y="108"/>
                  <a:pt x="2456" y="117"/>
                  <a:pt x="2458" y="128"/>
                </a:cubicBezTo>
                <a:cubicBezTo>
                  <a:pt x="2460" y="138"/>
                  <a:pt x="2461" y="148"/>
                  <a:pt x="2461" y="159"/>
                </a:cubicBezTo>
                <a:lnTo>
                  <a:pt x="2461" y="848"/>
                </a:lnTo>
                <a:cubicBezTo>
                  <a:pt x="2461" y="858"/>
                  <a:pt x="2460" y="868"/>
                  <a:pt x="2458" y="879"/>
                </a:cubicBezTo>
                <a:cubicBezTo>
                  <a:pt x="2456" y="889"/>
                  <a:pt x="2453" y="899"/>
                  <a:pt x="2449" y="908"/>
                </a:cubicBezTo>
                <a:cubicBezTo>
                  <a:pt x="2445" y="918"/>
                  <a:pt x="2440" y="927"/>
                  <a:pt x="2435" y="936"/>
                </a:cubicBezTo>
                <a:cubicBezTo>
                  <a:pt x="2429" y="944"/>
                  <a:pt x="2422" y="952"/>
                  <a:pt x="2415" y="960"/>
                </a:cubicBezTo>
                <a:cubicBezTo>
                  <a:pt x="2407" y="967"/>
                  <a:pt x="2399" y="974"/>
                  <a:pt x="2391" y="980"/>
                </a:cubicBezTo>
                <a:cubicBezTo>
                  <a:pt x="2382" y="985"/>
                  <a:pt x="2373" y="990"/>
                  <a:pt x="2363" y="994"/>
                </a:cubicBezTo>
                <a:cubicBezTo>
                  <a:pt x="2354" y="998"/>
                  <a:pt x="2344" y="1001"/>
                  <a:pt x="2334" y="1003"/>
                </a:cubicBezTo>
                <a:cubicBezTo>
                  <a:pt x="2323" y="1005"/>
                  <a:pt x="2313" y="1006"/>
                  <a:pt x="2303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0" name=""/>
          <p:cNvSpPr txBox="1"/>
          <p:nvPr/>
        </p:nvSpPr>
        <p:spPr>
          <a:xfrm>
            <a:off x="3361320" y="2828880"/>
            <a:ext cx="712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and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1" name=""/>
          <p:cNvSpPr txBox="1"/>
          <p:nvPr/>
        </p:nvSpPr>
        <p:spPr>
          <a:xfrm>
            <a:off x="4168440" y="292788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2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3" name=""/>
          <p:cNvSpPr txBox="1"/>
          <p:nvPr/>
        </p:nvSpPr>
        <p:spPr>
          <a:xfrm>
            <a:off x="4966560" y="2828880"/>
            <a:ext cx="1412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4" name=""/>
          <p:cNvSpPr/>
          <p:nvPr/>
        </p:nvSpPr>
        <p:spPr>
          <a:xfrm>
            <a:off x="1047600" y="39621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35" name=""/>
          <p:cNvSpPr txBox="1"/>
          <p:nvPr/>
        </p:nvSpPr>
        <p:spPr>
          <a:xfrm>
            <a:off x="1300320" y="3324240"/>
            <a:ext cx="3559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Can be styled for better UX.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36" name="" descr=""/>
          <p:cNvPicPr/>
          <p:nvPr/>
        </p:nvPicPr>
        <p:blipFill>
          <a:blip r:embed="rId1"/>
          <a:stretch/>
        </p:blipFill>
        <p:spPr>
          <a:xfrm>
            <a:off x="752400" y="4352760"/>
            <a:ext cx="4285800" cy="2685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7" name=""/>
          <p:cNvSpPr txBox="1"/>
          <p:nvPr/>
        </p:nvSpPr>
        <p:spPr>
          <a:xfrm>
            <a:off x="1300320" y="3809880"/>
            <a:ext cx="5628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Ideal for settings like brightness or volume.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3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1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2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3" name=""/>
          <p:cNvSpPr/>
          <p:nvPr/>
        </p:nvSpPr>
        <p:spPr>
          <a:xfrm>
            <a:off x="1495080" y="819000"/>
            <a:ext cx="790920" cy="400320"/>
          </a:xfrm>
          <a:custGeom>
            <a:avLst/>
            <a:gdLst/>
            <a:ahLst/>
            <a:rect l="0" t="0" r="r" b="b"/>
            <a:pathLst>
              <a:path w="21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039" y="0"/>
                </a:lnTo>
                <a:cubicBezTo>
                  <a:pt x="2049" y="0"/>
                  <a:pt x="2059" y="1"/>
                  <a:pt x="2070" y="3"/>
                </a:cubicBezTo>
                <a:cubicBezTo>
                  <a:pt x="2080" y="5"/>
                  <a:pt x="2090" y="8"/>
                  <a:pt x="2099" y="12"/>
                </a:cubicBezTo>
                <a:cubicBezTo>
                  <a:pt x="2109" y="16"/>
                  <a:pt x="2118" y="21"/>
                  <a:pt x="2127" y="27"/>
                </a:cubicBezTo>
                <a:cubicBezTo>
                  <a:pt x="2136" y="32"/>
                  <a:pt x="2144" y="39"/>
                  <a:pt x="2151" y="46"/>
                </a:cubicBezTo>
                <a:cubicBezTo>
                  <a:pt x="2158" y="54"/>
                  <a:pt x="2165" y="62"/>
                  <a:pt x="2171" y="70"/>
                </a:cubicBezTo>
                <a:cubicBezTo>
                  <a:pt x="2177" y="79"/>
                  <a:pt x="2181" y="88"/>
                  <a:pt x="2185" y="98"/>
                </a:cubicBezTo>
                <a:cubicBezTo>
                  <a:pt x="2189" y="108"/>
                  <a:pt x="2192" y="117"/>
                  <a:pt x="2194" y="128"/>
                </a:cubicBezTo>
                <a:cubicBezTo>
                  <a:pt x="2196" y="138"/>
                  <a:pt x="2197" y="148"/>
                  <a:pt x="2197" y="159"/>
                </a:cubicBezTo>
                <a:lnTo>
                  <a:pt x="2197" y="953"/>
                </a:lnTo>
                <a:cubicBezTo>
                  <a:pt x="2197" y="964"/>
                  <a:pt x="2196" y="974"/>
                  <a:pt x="2194" y="984"/>
                </a:cubicBezTo>
                <a:cubicBezTo>
                  <a:pt x="2192" y="995"/>
                  <a:pt x="2189" y="1005"/>
                  <a:pt x="2185" y="1014"/>
                </a:cubicBezTo>
                <a:cubicBezTo>
                  <a:pt x="2181" y="1024"/>
                  <a:pt x="2177" y="1033"/>
                  <a:pt x="2171" y="1042"/>
                </a:cubicBezTo>
                <a:cubicBezTo>
                  <a:pt x="2165" y="1050"/>
                  <a:pt x="2158" y="1058"/>
                  <a:pt x="2151" y="1066"/>
                </a:cubicBezTo>
                <a:cubicBezTo>
                  <a:pt x="2144" y="1073"/>
                  <a:pt x="2136" y="1080"/>
                  <a:pt x="2127" y="1085"/>
                </a:cubicBezTo>
                <a:cubicBezTo>
                  <a:pt x="2118" y="1091"/>
                  <a:pt x="2109" y="1096"/>
                  <a:pt x="2100" y="1100"/>
                </a:cubicBezTo>
                <a:cubicBezTo>
                  <a:pt x="2090" y="1104"/>
                  <a:pt x="2080" y="1107"/>
                  <a:pt x="2070" y="1109"/>
                </a:cubicBezTo>
                <a:cubicBezTo>
                  <a:pt x="2059" y="1111"/>
                  <a:pt x="2049" y="1112"/>
                  <a:pt x="203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4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5" name=""/>
          <p:cNvSpPr txBox="1"/>
          <p:nvPr/>
        </p:nvSpPr>
        <p:spPr>
          <a:xfrm>
            <a:off x="1567440" y="815400"/>
            <a:ext cx="64836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min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6" name=""/>
          <p:cNvSpPr/>
          <p:nvPr/>
        </p:nvSpPr>
        <p:spPr>
          <a:xfrm>
            <a:off x="3143160" y="819000"/>
            <a:ext cx="790920" cy="400320"/>
          </a:xfrm>
          <a:custGeom>
            <a:avLst/>
            <a:gdLst/>
            <a:ahLst/>
            <a:rect l="0" t="0" r="r" b="b"/>
            <a:pathLst>
              <a:path w="21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2038" y="0"/>
                </a:lnTo>
                <a:cubicBezTo>
                  <a:pt x="2048" y="0"/>
                  <a:pt x="2059" y="1"/>
                  <a:pt x="2069" y="3"/>
                </a:cubicBezTo>
                <a:cubicBezTo>
                  <a:pt x="2079" y="5"/>
                  <a:pt x="2089" y="8"/>
                  <a:pt x="2099" y="12"/>
                </a:cubicBezTo>
                <a:cubicBezTo>
                  <a:pt x="2108" y="16"/>
                  <a:pt x="2118" y="21"/>
                  <a:pt x="2126" y="27"/>
                </a:cubicBezTo>
                <a:cubicBezTo>
                  <a:pt x="2135" y="32"/>
                  <a:pt x="2143" y="39"/>
                  <a:pt x="2150" y="46"/>
                </a:cubicBezTo>
                <a:cubicBezTo>
                  <a:pt x="2158" y="54"/>
                  <a:pt x="2164" y="62"/>
                  <a:pt x="2170" y="70"/>
                </a:cubicBezTo>
                <a:cubicBezTo>
                  <a:pt x="2176" y="79"/>
                  <a:pt x="2181" y="88"/>
                  <a:pt x="2185" y="98"/>
                </a:cubicBezTo>
                <a:cubicBezTo>
                  <a:pt x="2189" y="108"/>
                  <a:pt x="2192" y="117"/>
                  <a:pt x="2194" y="128"/>
                </a:cubicBezTo>
                <a:cubicBezTo>
                  <a:pt x="2196" y="138"/>
                  <a:pt x="2197" y="148"/>
                  <a:pt x="2197" y="159"/>
                </a:cubicBezTo>
                <a:lnTo>
                  <a:pt x="2197" y="953"/>
                </a:lnTo>
                <a:cubicBezTo>
                  <a:pt x="2197" y="964"/>
                  <a:pt x="2196" y="974"/>
                  <a:pt x="2194" y="984"/>
                </a:cubicBezTo>
                <a:cubicBezTo>
                  <a:pt x="2192" y="995"/>
                  <a:pt x="2189" y="1005"/>
                  <a:pt x="2185" y="1014"/>
                </a:cubicBezTo>
                <a:cubicBezTo>
                  <a:pt x="2181" y="1024"/>
                  <a:pt x="2176" y="1033"/>
                  <a:pt x="2170" y="1042"/>
                </a:cubicBezTo>
                <a:cubicBezTo>
                  <a:pt x="2164" y="1050"/>
                  <a:pt x="2158" y="1058"/>
                  <a:pt x="2150" y="1066"/>
                </a:cubicBezTo>
                <a:cubicBezTo>
                  <a:pt x="2143" y="1073"/>
                  <a:pt x="2135" y="1080"/>
                  <a:pt x="2126" y="1085"/>
                </a:cubicBezTo>
                <a:cubicBezTo>
                  <a:pt x="2118" y="1091"/>
                  <a:pt x="2108" y="1096"/>
                  <a:pt x="2099" y="1100"/>
                </a:cubicBezTo>
                <a:cubicBezTo>
                  <a:pt x="2089" y="1104"/>
                  <a:pt x="2079" y="1107"/>
                  <a:pt x="2069" y="1109"/>
                </a:cubicBezTo>
                <a:cubicBezTo>
                  <a:pt x="2059" y="1111"/>
                  <a:pt x="2048" y="1112"/>
                  <a:pt x="2038" y="1112"/>
                </a:cubicBezTo>
                <a:lnTo>
                  <a:pt x="158" y="1112"/>
                </a:lnTo>
                <a:cubicBezTo>
                  <a:pt x="148" y="1112"/>
                  <a:pt x="138" y="1111"/>
                  <a:pt x="128" y="1109"/>
                </a:cubicBezTo>
                <a:cubicBezTo>
                  <a:pt x="117" y="1107"/>
                  <a:pt x="107" y="1104"/>
                  <a:pt x="98" y="1100"/>
                </a:cubicBezTo>
                <a:cubicBezTo>
                  <a:pt x="88" y="1096"/>
                  <a:pt x="79" y="1091"/>
                  <a:pt x="70" y="1085"/>
                </a:cubicBezTo>
                <a:cubicBezTo>
                  <a:pt x="62" y="1080"/>
                  <a:pt x="54" y="1073"/>
                  <a:pt x="46" y="1066"/>
                </a:cubicBezTo>
                <a:cubicBezTo>
                  <a:pt x="39" y="1058"/>
                  <a:pt x="32" y="1050"/>
                  <a:pt x="27" y="1042"/>
                </a:cubicBezTo>
                <a:cubicBezTo>
                  <a:pt x="21" y="1033"/>
                  <a:pt x="16" y="1024"/>
                  <a:pt x="12" y="1014"/>
                </a:cubicBezTo>
                <a:cubicBezTo>
                  <a:pt x="8" y="1005"/>
                  <a:pt x="5" y="995"/>
                  <a:pt x="3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47" name=""/>
          <p:cNvSpPr txBox="1"/>
          <p:nvPr/>
        </p:nvSpPr>
        <p:spPr>
          <a:xfrm>
            <a:off x="2285640" y="730440"/>
            <a:ext cx="864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and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8" name=""/>
          <p:cNvSpPr txBox="1"/>
          <p:nvPr/>
        </p:nvSpPr>
        <p:spPr>
          <a:xfrm>
            <a:off x="3219480" y="815400"/>
            <a:ext cx="64836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max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9" name=""/>
          <p:cNvSpPr txBox="1"/>
          <p:nvPr/>
        </p:nvSpPr>
        <p:spPr>
          <a:xfrm>
            <a:off x="3937680" y="730440"/>
            <a:ext cx="19360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0" name=""/>
          <p:cNvSpPr txBox="1"/>
          <p:nvPr/>
        </p:nvSpPr>
        <p:spPr>
          <a:xfrm>
            <a:off x="747720" y="1523880"/>
            <a:ext cx="7207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Deﬁne numeric or date limits for applicable input types.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1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2" name=""/>
          <p:cNvSpPr txBox="1"/>
          <p:nvPr/>
        </p:nvSpPr>
        <p:spPr>
          <a:xfrm>
            <a:off x="914400" y="2233440"/>
            <a:ext cx="10141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&gt;Age:&lt;/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"number"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"age"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"18"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"60"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3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4" name=""/>
          <p:cNvSpPr txBox="1"/>
          <p:nvPr/>
        </p:nvSpPr>
        <p:spPr>
          <a:xfrm>
            <a:off x="1300320" y="2838600"/>
            <a:ext cx="5395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Prevents invalid values outside the range.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5" name=""/>
          <p:cNvSpPr/>
          <p:nvPr/>
        </p:nvSpPr>
        <p:spPr>
          <a:xfrm>
            <a:off x="2819160" y="3371760"/>
            <a:ext cx="1029240" cy="362160"/>
          </a:xfrm>
          <a:custGeom>
            <a:avLst/>
            <a:gdLst/>
            <a:ahLst/>
            <a:rect l="0" t="0" r="r" b="b"/>
            <a:pathLst>
              <a:path w="2859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2700" y="0"/>
                </a:lnTo>
                <a:cubicBezTo>
                  <a:pt x="2710" y="0"/>
                  <a:pt x="2721" y="1"/>
                  <a:pt x="2731" y="3"/>
                </a:cubicBezTo>
                <a:cubicBezTo>
                  <a:pt x="2741" y="5"/>
                  <a:pt x="2751" y="8"/>
                  <a:pt x="2761" y="12"/>
                </a:cubicBezTo>
                <a:cubicBezTo>
                  <a:pt x="2770" y="16"/>
                  <a:pt x="2779" y="21"/>
                  <a:pt x="2788" y="27"/>
                </a:cubicBezTo>
                <a:cubicBezTo>
                  <a:pt x="2797" y="32"/>
                  <a:pt x="2805" y="39"/>
                  <a:pt x="2812" y="46"/>
                </a:cubicBezTo>
                <a:cubicBezTo>
                  <a:pt x="2820" y="54"/>
                  <a:pt x="2826" y="62"/>
                  <a:pt x="2832" y="70"/>
                </a:cubicBezTo>
                <a:cubicBezTo>
                  <a:pt x="2838" y="79"/>
                  <a:pt x="2843" y="88"/>
                  <a:pt x="2847" y="98"/>
                </a:cubicBezTo>
                <a:cubicBezTo>
                  <a:pt x="2851" y="107"/>
                  <a:pt x="2854" y="117"/>
                  <a:pt x="2856" y="128"/>
                </a:cubicBezTo>
                <a:cubicBezTo>
                  <a:pt x="2858" y="138"/>
                  <a:pt x="2859" y="148"/>
                  <a:pt x="2859" y="158"/>
                </a:cubicBezTo>
                <a:lnTo>
                  <a:pt x="2859" y="847"/>
                </a:lnTo>
                <a:cubicBezTo>
                  <a:pt x="2859" y="858"/>
                  <a:pt x="2858" y="868"/>
                  <a:pt x="2856" y="878"/>
                </a:cubicBezTo>
                <a:cubicBezTo>
                  <a:pt x="2854" y="889"/>
                  <a:pt x="2851" y="899"/>
                  <a:pt x="2847" y="908"/>
                </a:cubicBezTo>
                <a:cubicBezTo>
                  <a:pt x="2843" y="918"/>
                  <a:pt x="2838" y="927"/>
                  <a:pt x="2832" y="936"/>
                </a:cubicBezTo>
                <a:cubicBezTo>
                  <a:pt x="2826" y="944"/>
                  <a:pt x="2820" y="952"/>
                  <a:pt x="2812" y="960"/>
                </a:cubicBezTo>
                <a:cubicBezTo>
                  <a:pt x="2805" y="967"/>
                  <a:pt x="2797" y="974"/>
                  <a:pt x="2788" y="979"/>
                </a:cubicBezTo>
                <a:cubicBezTo>
                  <a:pt x="2779" y="985"/>
                  <a:pt x="2770" y="990"/>
                  <a:pt x="2761" y="994"/>
                </a:cubicBezTo>
                <a:cubicBezTo>
                  <a:pt x="2751" y="998"/>
                  <a:pt x="2741" y="1001"/>
                  <a:pt x="2731" y="1003"/>
                </a:cubicBezTo>
                <a:cubicBezTo>
                  <a:pt x="2721" y="1005"/>
                  <a:pt x="2710" y="1006"/>
                  <a:pt x="2700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79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6" name=""/>
          <p:cNvSpPr txBox="1"/>
          <p:nvPr/>
        </p:nvSpPr>
        <p:spPr>
          <a:xfrm>
            <a:off x="1300320" y="3324240"/>
            <a:ext cx="1518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Works with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7" name=""/>
          <p:cNvSpPr txBox="1"/>
          <p:nvPr/>
        </p:nvSpPr>
        <p:spPr>
          <a:xfrm>
            <a:off x="2909160" y="34232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number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8" name=""/>
          <p:cNvSpPr/>
          <p:nvPr/>
        </p:nvSpPr>
        <p:spPr>
          <a:xfrm>
            <a:off x="3990960" y="3371760"/>
            <a:ext cx="895680" cy="362160"/>
          </a:xfrm>
          <a:custGeom>
            <a:avLst/>
            <a:gdLst/>
            <a:ahLst/>
            <a:rect l="0" t="0" r="r" b="b"/>
            <a:pathLst>
              <a:path w="2488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2329" y="0"/>
                </a:lnTo>
                <a:cubicBezTo>
                  <a:pt x="2339" y="0"/>
                  <a:pt x="2350" y="1"/>
                  <a:pt x="2360" y="3"/>
                </a:cubicBezTo>
                <a:cubicBezTo>
                  <a:pt x="2370" y="5"/>
                  <a:pt x="2380" y="8"/>
                  <a:pt x="2390" y="12"/>
                </a:cubicBezTo>
                <a:cubicBezTo>
                  <a:pt x="2399" y="16"/>
                  <a:pt x="2408" y="21"/>
                  <a:pt x="2417" y="27"/>
                </a:cubicBezTo>
                <a:cubicBezTo>
                  <a:pt x="2426" y="32"/>
                  <a:pt x="2434" y="39"/>
                  <a:pt x="2441" y="46"/>
                </a:cubicBezTo>
                <a:cubicBezTo>
                  <a:pt x="2448" y="54"/>
                  <a:pt x="2455" y="62"/>
                  <a:pt x="2461" y="70"/>
                </a:cubicBezTo>
                <a:cubicBezTo>
                  <a:pt x="2467" y="79"/>
                  <a:pt x="2472" y="88"/>
                  <a:pt x="2476" y="98"/>
                </a:cubicBezTo>
                <a:cubicBezTo>
                  <a:pt x="2480" y="107"/>
                  <a:pt x="2483" y="117"/>
                  <a:pt x="2485" y="128"/>
                </a:cubicBezTo>
                <a:cubicBezTo>
                  <a:pt x="2487" y="138"/>
                  <a:pt x="2488" y="148"/>
                  <a:pt x="2488" y="158"/>
                </a:cubicBezTo>
                <a:lnTo>
                  <a:pt x="2488" y="847"/>
                </a:lnTo>
                <a:cubicBezTo>
                  <a:pt x="2488" y="858"/>
                  <a:pt x="2487" y="868"/>
                  <a:pt x="2485" y="878"/>
                </a:cubicBezTo>
                <a:cubicBezTo>
                  <a:pt x="2483" y="889"/>
                  <a:pt x="2480" y="899"/>
                  <a:pt x="2476" y="908"/>
                </a:cubicBezTo>
                <a:cubicBezTo>
                  <a:pt x="2472" y="918"/>
                  <a:pt x="2467" y="927"/>
                  <a:pt x="2461" y="936"/>
                </a:cubicBezTo>
                <a:cubicBezTo>
                  <a:pt x="2455" y="944"/>
                  <a:pt x="2448" y="952"/>
                  <a:pt x="2441" y="960"/>
                </a:cubicBezTo>
                <a:cubicBezTo>
                  <a:pt x="2434" y="967"/>
                  <a:pt x="2426" y="974"/>
                  <a:pt x="2417" y="979"/>
                </a:cubicBezTo>
                <a:cubicBezTo>
                  <a:pt x="2408" y="985"/>
                  <a:pt x="2399" y="990"/>
                  <a:pt x="2390" y="994"/>
                </a:cubicBezTo>
                <a:cubicBezTo>
                  <a:pt x="2380" y="998"/>
                  <a:pt x="2370" y="1001"/>
                  <a:pt x="2360" y="1003"/>
                </a:cubicBezTo>
                <a:cubicBezTo>
                  <a:pt x="2350" y="1005"/>
                  <a:pt x="2339" y="1006"/>
                  <a:pt x="2329" y="1006"/>
                </a:cubicBezTo>
                <a:lnTo>
                  <a:pt x="159" y="1006"/>
                </a:lnTo>
                <a:cubicBezTo>
                  <a:pt x="149" y="1006"/>
                  <a:pt x="139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1" y="974"/>
                  <a:pt x="53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59" name=""/>
          <p:cNvSpPr txBox="1"/>
          <p:nvPr/>
        </p:nvSpPr>
        <p:spPr>
          <a:xfrm>
            <a:off x="3848040" y="33242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0" name=""/>
          <p:cNvSpPr txBox="1"/>
          <p:nvPr/>
        </p:nvSpPr>
        <p:spPr>
          <a:xfrm>
            <a:off x="4087800" y="342324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range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1" name=""/>
          <p:cNvSpPr/>
          <p:nvPr/>
        </p:nvSpPr>
        <p:spPr>
          <a:xfrm>
            <a:off x="5028840" y="3371760"/>
            <a:ext cx="753120" cy="362160"/>
          </a:xfrm>
          <a:custGeom>
            <a:avLst/>
            <a:gdLst/>
            <a:ahLst/>
            <a:rect l="0" t="0" r="r" b="b"/>
            <a:pathLst>
              <a:path w="2092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7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1933" y="0"/>
                </a:lnTo>
                <a:cubicBezTo>
                  <a:pt x="1943" y="0"/>
                  <a:pt x="1954" y="1"/>
                  <a:pt x="1964" y="3"/>
                </a:cubicBezTo>
                <a:cubicBezTo>
                  <a:pt x="1974" y="5"/>
                  <a:pt x="1984" y="8"/>
                  <a:pt x="1994" y="12"/>
                </a:cubicBezTo>
                <a:cubicBezTo>
                  <a:pt x="2003" y="16"/>
                  <a:pt x="2012" y="21"/>
                  <a:pt x="2021" y="27"/>
                </a:cubicBezTo>
                <a:cubicBezTo>
                  <a:pt x="2030" y="32"/>
                  <a:pt x="2038" y="39"/>
                  <a:pt x="2045" y="46"/>
                </a:cubicBezTo>
                <a:cubicBezTo>
                  <a:pt x="2053" y="54"/>
                  <a:pt x="2059" y="62"/>
                  <a:pt x="2065" y="70"/>
                </a:cubicBezTo>
                <a:cubicBezTo>
                  <a:pt x="2071" y="79"/>
                  <a:pt x="2076" y="88"/>
                  <a:pt x="2080" y="98"/>
                </a:cubicBezTo>
                <a:cubicBezTo>
                  <a:pt x="2084" y="107"/>
                  <a:pt x="2087" y="117"/>
                  <a:pt x="2089" y="128"/>
                </a:cubicBezTo>
                <a:cubicBezTo>
                  <a:pt x="2091" y="138"/>
                  <a:pt x="2092" y="148"/>
                  <a:pt x="2092" y="158"/>
                </a:cubicBezTo>
                <a:lnTo>
                  <a:pt x="2092" y="847"/>
                </a:lnTo>
                <a:cubicBezTo>
                  <a:pt x="2092" y="858"/>
                  <a:pt x="2091" y="868"/>
                  <a:pt x="2089" y="878"/>
                </a:cubicBezTo>
                <a:cubicBezTo>
                  <a:pt x="2087" y="889"/>
                  <a:pt x="2084" y="899"/>
                  <a:pt x="2080" y="908"/>
                </a:cubicBezTo>
                <a:cubicBezTo>
                  <a:pt x="2076" y="918"/>
                  <a:pt x="2071" y="927"/>
                  <a:pt x="2065" y="936"/>
                </a:cubicBezTo>
                <a:cubicBezTo>
                  <a:pt x="2059" y="944"/>
                  <a:pt x="2053" y="952"/>
                  <a:pt x="2045" y="960"/>
                </a:cubicBezTo>
                <a:cubicBezTo>
                  <a:pt x="2038" y="967"/>
                  <a:pt x="2030" y="974"/>
                  <a:pt x="2021" y="979"/>
                </a:cubicBezTo>
                <a:cubicBezTo>
                  <a:pt x="2012" y="985"/>
                  <a:pt x="2003" y="990"/>
                  <a:pt x="1994" y="994"/>
                </a:cubicBezTo>
                <a:cubicBezTo>
                  <a:pt x="1984" y="998"/>
                  <a:pt x="1974" y="1001"/>
                  <a:pt x="1964" y="1003"/>
                </a:cubicBezTo>
                <a:cubicBezTo>
                  <a:pt x="1954" y="1005"/>
                  <a:pt x="1943" y="1006"/>
                  <a:pt x="1933" y="1006"/>
                </a:cubicBezTo>
                <a:lnTo>
                  <a:pt x="159" y="1006"/>
                </a:lnTo>
                <a:cubicBezTo>
                  <a:pt x="149" y="1006"/>
                  <a:pt x="139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40" y="952"/>
                  <a:pt x="33" y="944"/>
                  <a:pt x="27" y="936"/>
                </a:cubicBezTo>
                <a:cubicBezTo>
                  <a:pt x="21" y="927"/>
                  <a:pt x="17" y="918"/>
                  <a:pt x="13" y="908"/>
                </a:cubicBezTo>
                <a:cubicBezTo>
                  <a:pt x="9" y="899"/>
                  <a:pt x="6" y="889"/>
                  <a:pt x="4" y="878"/>
                </a:cubicBezTo>
                <a:cubicBezTo>
                  <a:pt x="2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62" name=""/>
          <p:cNvSpPr txBox="1"/>
          <p:nvPr/>
        </p:nvSpPr>
        <p:spPr>
          <a:xfrm>
            <a:off x="4885920" y="33242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3" name=""/>
          <p:cNvSpPr txBox="1"/>
          <p:nvPr/>
        </p:nvSpPr>
        <p:spPr>
          <a:xfrm>
            <a:off x="5125680" y="342324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date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64" name="" descr=""/>
          <p:cNvPicPr/>
          <p:nvPr/>
        </p:nvPicPr>
        <p:blipFill>
          <a:blip r:embed="rId1"/>
          <a:stretch/>
        </p:blipFill>
        <p:spPr>
          <a:xfrm>
            <a:off x="752400" y="3886200"/>
            <a:ext cx="27903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65" name=""/>
          <p:cNvSpPr txBox="1"/>
          <p:nvPr/>
        </p:nvSpPr>
        <p:spPr>
          <a:xfrm>
            <a:off x="5783040" y="3324240"/>
            <a:ext cx="2428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and similar types.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9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0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1" name=""/>
          <p:cNvSpPr/>
          <p:nvPr/>
        </p:nvSpPr>
        <p:spPr>
          <a:xfrm>
            <a:off x="1495080" y="8190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5" y="39"/>
                  <a:pt x="63" y="32"/>
                  <a:pt x="72" y="27"/>
                </a:cubicBezTo>
                <a:cubicBezTo>
                  <a:pt x="81" y="21"/>
                  <a:pt x="90" y="16"/>
                  <a:pt x="99" y="12"/>
                </a:cubicBezTo>
                <a:cubicBezTo>
                  <a:pt x="109" y="8"/>
                  <a:pt x="119" y="5"/>
                  <a:pt x="129" y="3"/>
                </a:cubicBezTo>
                <a:cubicBezTo>
                  <a:pt x="139" y="1"/>
                  <a:pt x="150" y="0"/>
                  <a:pt x="160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60" y="1112"/>
                </a:lnTo>
                <a:cubicBezTo>
                  <a:pt x="150" y="1112"/>
                  <a:pt x="139" y="1111"/>
                  <a:pt x="129" y="1109"/>
                </a:cubicBezTo>
                <a:cubicBezTo>
                  <a:pt x="119" y="1107"/>
                  <a:pt x="109" y="1104"/>
                  <a:pt x="99" y="1100"/>
                </a:cubicBezTo>
                <a:cubicBezTo>
                  <a:pt x="90" y="1096"/>
                  <a:pt x="81" y="1091"/>
                  <a:pt x="72" y="1085"/>
                </a:cubicBezTo>
                <a:cubicBezTo>
                  <a:pt x="63" y="1080"/>
                  <a:pt x="55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2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3" name=""/>
          <p:cNvSpPr txBox="1"/>
          <p:nvPr/>
        </p:nvSpPr>
        <p:spPr>
          <a:xfrm>
            <a:off x="156744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step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4" name=""/>
          <p:cNvSpPr txBox="1"/>
          <p:nvPr/>
        </p:nvSpPr>
        <p:spPr>
          <a:xfrm>
            <a:off x="250092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5" name=""/>
          <p:cNvSpPr txBox="1"/>
          <p:nvPr/>
        </p:nvSpPr>
        <p:spPr>
          <a:xfrm>
            <a:off x="747720" y="1523880"/>
            <a:ext cx="6273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Speciﬁes the increment between allowed values.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6" name=""/>
          <p:cNvSpPr txBox="1"/>
          <p:nvPr/>
        </p:nvSpPr>
        <p:spPr>
          <a:xfrm>
            <a:off x="914400" y="2233440"/>
            <a:ext cx="3098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&gt;Rating:&lt;/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7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78" name=""/>
          <p:cNvSpPr txBox="1"/>
          <p:nvPr/>
        </p:nvSpPr>
        <p:spPr>
          <a:xfrm>
            <a:off x="914400" y="2499840"/>
            <a:ext cx="91551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"number"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"rating"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step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"0.5"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79" name=""/>
          <p:cNvSpPr/>
          <p:nvPr/>
        </p:nvSpPr>
        <p:spPr>
          <a:xfrm>
            <a:off x="1047600" y="37432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0" name=""/>
          <p:cNvSpPr txBox="1"/>
          <p:nvPr/>
        </p:nvSpPr>
        <p:spPr>
          <a:xfrm>
            <a:off x="1300320" y="3105000"/>
            <a:ext cx="9237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Determines how much the value increases or decreases with each step.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81" name="" descr=""/>
          <p:cNvPicPr/>
          <p:nvPr/>
        </p:nvPicPr>
        <p:blipFill>
          <a:blip r:embed="rId1"/>
          <a:stretch/>
        </p:blipFill>
        <p:spPr>
          <a:xfrm>
            <a:off x="752400" y="4143240"/>
            <a:ext cx="303804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"/>
          <p:cNvSpPr txBox="1"/>
          <p:nvPr/>
        </p:nvSpPr>
        <p:spPr>
          <a:xfrm>
            <a:off x="1300320" y="3591000"/>
            <a:ext cx="5319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Works well for sliders and numeric ﬁelds.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6" name=""/>
          <p:cNvSpPr/>
          <p:nvPr/>
        </p:nvSpPr>
        <p:spPr>
          <a:xfrm>
            <a:off x="757080" y="2490480"/>
            <a:ext cx="10687320" cy="857880"/>
          </a:xfrm>
          <a:custGeom>
            <a:avLst/>
            <a:gdLst/>
            <a:ahLst/>
            <a:rect l="0" t="0" r="r" b="b"/>
            <a:pathLst>
              <a:path w="29687" h="2383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7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2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2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3"/>
                  <a:pt x="29542" y="2383"/>
                </a:cubicBezTo>
                <a:lnTo>
                  <a:pt x="145" y="2383"/>
                </a:lnTo>
                <a:cubicBezTo>
                  <a:pt x="136" y="2383"/>
                  <a:pt x="126" y="2382"/>
                  <a:pt x="117" y="2380"/>
                </a:cubicBezTo>
                <a:cubicBezTo>
                  <a:pt x="108" y="2378"/>
                  <a:pt x="99" y="2375"/>
                  <a:pt x="90" y="2372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2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7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7" name=""/>
          <p:cNvSpPr/>
          <p:nvPr/>
        </p:nvSpPr>
        <p:spPr>
          <a:xfrm>
            <a:off x="757080" y="2490480"/>
            <a:ext cx="10687320" cy="857880"/>
          </a:xfrm>
          <a:custGeom>
            <a:avLst/>
            <a:gdLst/>
            <a:ahLst/>
            <a:rect l="0" t="0" r="r" b="b"/>
            <a:pathLst>
              <a:path w="29687" h="2383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20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20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7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2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2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3"/>
                  <a:pt x="29542" y="2383"/>
                </a:cubicBezTo>
                <a:lnTo>
                  <a:pt x="145" y="2383"/>
                </a:lnTo>
                <a:cubicBezTo>
                  <a:pt x="136" y="2383"/>
                  <a:pt x="126" y="2382"/>
                  <a:pt x="117" y="2380"/>
                </a:cubicBezTo>
                <a:cubicBezTo>
                  <a:pt x="108" y="2378"/>
                  <a:pt x="99" y="2375"/>
                  <a:pt x="90" y="2372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2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7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88" name=""/>
          <p:cNvSpPr/>
          <p:nvPr/>
        </p:nvSpPr>
        <p:spPr>
          <a:xfrm>
            <a:off x="2866680" y="819000"/>
            <a:ext cx="1438920" cy="400320"/>
          </a:xfrm>
          <a:custGeom>
            <a:avLst/>
            <a:gdLst/>
            <a:ahLst/>
            <a:rect l="0" t="0" r="r" b="b"/>
            <a:pathLst>
              <a:path w="39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8" y="0"/>
                </a:lnTo>
                <a:cubicBezTo>
                  <a:pt x="3848" y="0"/>
                  <a:pt x="3859" y="1"/>
                  <a:pt x="3869" y="3"/>
                </a:cubicBezTo>
                <a:cubicBezTo>
                  <a:pt x="3879" y="5"/>
                  <a:pt x="3889" y="8"/>
                  <a:pt x="3899" y="12"/>
                </a:cubicBezTo>
                <a:cubicBezTo>
                  <a:pt x="3908" y="16"/>
                  <a:pt x="3917" y="21"/>
                  <a:pt x="3926" y="27"/>
                </a:cubicBezTo>
                <a:cubicBezTo>
                  <a:pt x="3935" y="32"/>
                  <a:pt x="3943" y="39"/>
                  <a:pt x="3950" y="46"/>
                </a:cubicBezTo>
                <a:cubicBezTo>
                  <a:pt x="3958" y="54"/>
                  <a:pt x="3964" y="62"/>
                  <a:pt x="3970" y="70"/>
                </a:cubicBezTo>
                <a:cubicBezTo>
                  <a:pt x="3976" y="79"/>
                  <a:pt x="3981" y="88"/>
                  <a:pt x="3985" y="98"/>
                </a:cubicBezTo>
                <a:cubicBezTo>
                  <a:pt x="3989" y="108"/>
                  <a:pt x="3992" y="117"/>
                  <a:pt x="3994" y="128"/>
                </a:cubicBezTo>
                <a:cubicBezTo>
                  <a:pt x="3996" y="138"/>
                  <a:pt x="3997" y="148"/>
                  <a:pt x="3997" y="159"/>
                </a:cubicBezTo>
                <a:lnTo>
                  <a:pt x="3997" y="953"/>
                </a:lnTo>
                <a:cubicBezTo>
                  <a:pt x="3997" y="964"/>
                  <a:pt x="3996" y="974"/>
                  <a:pt x="3994" y="984"/>
                </a:cubicBezTo>
                <a:cubicBezTo>
                  <a:pt x="3992" y="995"/>
                  <a:pt x="3989" y="1005"/>
                  <a:pt x="3985" y="1014"/>
                </a:cubicBezTo>
                <a:cubicBezTo>
                  <a:pt x="3981" y="1024"/>
                  <a:pt x="3976" y="1033"/>
                  <a:pt x="3970" y="1042"/>
                </a:cubicBezTo>
                <a:cubicBezTo>
                  <a:pt x="3964" y="1050"/>
                  <a:pt x="3958" y="1058"/>
                  <a:pt x="3950" y="1066"/>
                </a:cubicBezTo>
                <a:cubicBezTo>
                  <a:pt x="3943" y="1073"/>
                  <a:pt x="3935" y="1080"/>
                  <a:pt x="3926" y="1085"/>
                </a:cubicBezTo>
                <a:cubicBezTo>
                  <a:pt x="3917" y="1091"/>
                  <a:pt x="3908" y="1096"/>
                  <a:pt x="3899" y="1100"/>
                </a:cubicBezTo>
                <a:cubicBezTo>
                  <a:pt x="3889" y="1104"/>
                  <a:pt x="3879" y="1107"/>
                  <a:pt x="3869" y="1109"/>
                </a:cubicBezTo>
                <a:cubicBezTo>
                  <a:pt x="3859" y="1111"/>
                  <a:pt x="3848" y="1112"/>
                  <a:pt x="383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89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0" name=""/>
          <p:cNvSpPr txBox="1"/>
          <p:nvPr/>
        </p:nvSpPr>
        <p:spPr>
          <a:xfrm>
            <a:off x="2942280" y="815400"/>
            <a:ext cx="1295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number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1" name=""/>
          <p:cNvSpPr txBox="1"/>
          <p:nvPr/>
        </p:nvSpPr>
        <p:spPr>
          <a:xfrm>
            <a:off x="747720" y="1523880"/>
            <a:ext cx="3077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for numeric input.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2" name=""/>
          <p:cNvSpPr txBox="1"/>
          <p:nvPr/>
        </p:nvSpPr>
        <p:spPr>
          <a:xfrm>
            <a:off x="747720" y="1933560"/>
            <a:ext cx="6586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Includes built-in validation and increment controls.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3" name=""/>
          <p:cNvSpPr txBox="1"/>
          <p:nvPr/>
        </p:nvSpPr>
        <p:spPr>
          <a:xfrm>
            <a:off x="914400" y="2652480"/>
            <a:ext cx="3380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&gt;Quantity:&lt;/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4" name=""/>
          <p:cNvSpPr/>
          <p:nvPr/>
        </p:nvSpPr>
        <p:spPr>
          <a:xfrm>
            <a:off x="1047600" y="36763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5" name=""/>
          <p:cNvSpPr txBox="1"/>
          <p:nvPr/>
        </p:nvSpPr>
        <p:spPr>
          <a:xfrm>
            <a:off x="914400" y="2919240"/>
            <a:ext cx="8873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"number"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"qty"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"100"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"10"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6" name=""/>
          <p:cNvSpPr/>
          <p:nvPr/>
        </p:nvSpPr>
        <p:spPr>
          <a:xfrm>
            <a:off x="1047600" y="41623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7" name=""/>
          <p:cNvSpPr txBox="1"/>
          <p:nvPr/>
        </p:nvSpPr>
        <p:spPr>
          <a:xfrm>
            <a:off x="1300320" y="3524400"/>
            <a:ext cx="3702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Prevents non-numeric input.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8" name=""/>
          <p:cNvSpPr/>
          <p:nvPr/>
        </p:nvSpPr>
        <p:spPr>
          <a:xfrm>
            <a:off x="2400120" y="4057560"/>
            <a:ext cx="609840" cy="362160"/>
          </a:xfrm>
          <a:custGeom>
            <a:avLst/>
            <a:gdLst/>
            <a:ahLst/>
            <a:rect l="0" t="0" r="r" b="b"/>
            <a:pathLst>
              <a:path w="1694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536" y="0"/>
                </a:lnTo>
                <a:cubicBezTo>
                  <a:pt x="1546" y="0"/>
                  <a:pt x="1556" y="1"/>
                  <a:pt x="1567" y="3"/>
                </a:cubicBezTo>
                <a:cubicBezTo>
                  <a:pt x="1577" y="5"/>
                  <a:pt x="1587" y="8"/>
                  <a:pt x="1596" y="12"/>
                </a:cubicBezTo>
                <a:cubicBezTo>
                  <a:pt x="1606" y="16"/>
                  <a:pt x="1615" y="21"/>
                  <a:pt x="1624" y="27"/>
                </a:cubicBezTo>
                <a:cubicBezTo>
                  <a:pt x="1632" y="32"/>
                  <a:pt x="1640" y="39"/>
                  <a:pt x="1648" y="46"/>
                </a:cubicBezTo>
                <a:cubicBezTo>
                  <a:pt x="1655" y="54"/>
                  <a:pt x="1662" y="62"/>
                  <a:pt x="1668" y="70"/>
                </a:cubicBezTo>
                <a:cubicBezTo>
                  <a:pt x="1673" y="79"/>
                  <a:pt x="1678" y="88"/>
                  <a:pt x="1682" y="98"/>
                </a:cubicBezTo>
                <a:cubicBezTo>
                  <a:pt x="1686" y="107"/>
                  <a:pt x="1689" y="117"/>
                  <a:pt x="1691" y="128"/>
                </a:cubicBezTo>
                <a:cubicBezTo>
                  <a:pt x="1693" y="138"/>
                  <a:pt x="1694" y="148"/>
                  <a:pt x="1694" y="158"/>
                </a:cubicBezTo>
                <a:lnTo>
                  <a:pt x="1694" y="847"/>
                </a:lnTo>
                <a:cubicBezTo>
                  <a:pt x="1694" y="858"/>
                  <a:pt x="1693" y="868"/>
                  <a:pt x="1691" y="878"/>
                </a:cubicBezTo>
                <a:cubicBezTo>
                  <a:pt x="1689" y="889"/>
                  <a:pt x="1686" y="899"/>
                  <a:pt x="1682" y="908"/>
                </a:cubicBezTo>
                <a:cubicBezTo>
                  <a:pt x="1678" y="918"/>
                  <a:pt x="1673" y="927"/>
                  <a:pt x="1668" y="936"/>
                </a:cubicBezTo>
                <a:cubicBezTo>
                  <a:pt x="1662" y="944"/>
                  <a:pt x="1655" y="952"/>
                  <a:pt x="1648" y="960"/>
                </a:cubicBezTo>
                <a:cubicBezTo>
                  <a:pt x="1640" y="967"/>
                  <a:pt x="1632" y="974"/>
                  <a:pt x="1624" y="979"/>
                </a:cubicBezTo>
                <a:cubicBezTo>
                  <a:pt x="1615" y="985"/>
                  <a:pt x="1606" y="990"/>
                  <a:pt x="1596" y="994"/>
                </a:cubicBezTo>
                <a:cubicBezTo>
                  <a:pt x="1587" y="998"/>
                  <a:pt x="1577" y="1001"/>
                  <a:pt x="1567" y="1003"/>
                </a:cubicBezTo>
                <a:cubicBezTo>
                  <a:pt x="1556" y="1005"/>
                  <a:pt x="1546" y="1006"/>
                  <a:pt x="1536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1" y="979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399" name=""/>
          <p:cNvSpPr txBox="1"/>
          <p:nvPr/>
        </p:nvSpPr>
        <p:spPr>
          <a:xfrm>
            <a:off x="1300320" y="4010040"/>
            <a:ext cx="1101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Can use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0" name=""/>
          <p:cNvSpPr txBox="1"/>
          <p:nvPr/>
        </p:nvSpPr>
        <p:spPr>
          <a:xfrm>
            <a:off x="2496960" y="410904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1" name=""/>
          <p:cNvSpPr/>
          <p:nvPr/>
        </p:nvSpPr>
        <p:spPr>
          <a:xfrm>
            <a:off x="3162240" y="4057560"/>
            <a:ext cx="609840" cy="362160"/>
          </a:xfrm>
          <a:custGeom>
            <a:avLst/>
            <a:gdLst/>
            <a:ahLst/>
            <a:rect l="0" t="0" r="r" b="b"/>
            <a:pathLst>
              <a:path w="1694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535" y="0"/>
                </a:lnTo>
                <a:cubicBezTo>
                  <a:pt x="1546" y="0"/>
                  <a:pt x="1556" y="1"/>
                  <a:pt x="1566" y="3"/>
                </a:cubicBezTo>
                <a:cubicBezTo>
                  <a:pt x="1576" y="5"/>
                  <a:pt x="1586" y="8"/>
                  <a:pt x="1596" y="12"/>
                </a:cubicBezTo>
                <a:cubicBezTo>
                  <a:pt x="1606" y="16"/>
                  <a:pt x="1615" y="21"/>
                  <a:pt x="1623" y="27"/>
                </a:cubicBezTo>
                <a:cubicBezTo>
                  <a:pt x="1632" y="32"/>
                  <a:pt x="1640" y="39"/>
                  <a:pt x="1648" y="46"/>
                </a:cubicBezTo>
                <a:cubicBezTo>
                  <a:pt x="1655" y="54"/>
                  <a:pt x="1661" y="62"/>
                  <a:pt x="1667" y="70"/>
                </a:cubicBezTo>
                <a:cubicBezTo>
                  <a:pt x="1673" y="79"/>
                  <a:pt x="1678" y="88"/>
                  <a:pt x="1682" y="98"/>
                </a:cubicBezTo>
                <a:cubicBezTo>
                  <a:pt x="1686" y="107"/>
                  <a:pt x="1689" y="117"/>
                  <a:pt x="1691" y="128"/>
                </a:cubicBezTo>
                <a:cubicBezTo>
                  <a:pt x="1693" y="138"/>
                  <a:pt x="1694" y="148"/>
                  <a:pt x="1694" y="158"/>
                </a:cubicBezTo>
                <a:lnTo>
                  <a:pt x="1694" y="847"/>
                </a:lnTo>
                <a:cubicBezTo>
                  <a:pt x="1694" y="858"/>
                  <a:pt x="1693" y="868"/>
                  <a:pt x="1691" y="878"/>
                </a:cubicBezTo>
                <a:cubicBezTo>
                  <a:pt x="1689" y="889"/>
                  <a:pt x="1686" y="899"/>
                  <a:pt x="1682" y="908"/>
                </a:cubicBezTo>
                <a:cubicBezTo>
                  <a:pt x="1678" y="918"/>
                  <a:pt x="1673" y="927"/>
                  <a:pt x="1667" y="936"/>
                </a:cubicBezTo>
                <a:cubicBezTo>
                  <a:pt x="1661" y="944"/>
                  <a:pt x="1655" y="952"/>
                  <a:pt x="1648" y="960"/>
                </a:cubicBezTo>
                <a:cubicBezTo>
                  <a:pt x="1640" y="967"/>
                  <a:pt x="1632" y="974"/>
                  <a:pt x="1623" y="979"/>
                </a:cubicBezTo>
                <a:cubicBezTo>
                  <a:pt x="1615" y="985"/>
                  <a:pt x="1606" y="990"/>
                  <a:pt x="1596" y="994"/>
                </a:cubicBezTo>
                <a:cubicBezTo>
                  <a:pt x="1586" y="998"/>
                  <a:pt x="1576" y="1001"/>
                  <a:pt x="1566" y="1003"/>
                </a:cubicBezTo>
                <a:cubicBezTo>
                  <a:pt x="1556" y="1005"/>
                  <a:pt x="1546" y="1006"/>
                  <a:pt x="1535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2" name=""/>
          <p:cNvSpPr txBox="1"/>
          <p:nvPr/>
        </p:nvSpPr>
        <p:spPr>
          <a:xfrm>
            <a:off x="3013560" y="40100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3" name=""/>
          <p:cNvSpPr txBox="1"/>
          <p:nvPr/>
        </p:nvSpPr>
        <p:spPr>
          <a:xfrm>
            <a:off x="3253320" y="410904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max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4" name=""/>
          <p:cNvSpPr/>
          <p:nvPr/>
        </p:nvSpPr>
        <p:spPr>
          <a:xfrm>
            <a:off x="4485960" y="4057560"/>
            <a:ext cx="753120" cy="362160"/>
          </a:xfrm>
          <a:custGeom>
            <a:avLst/>
            <a:gdLst/>
            <a:ahLst/>
            <a:rect l="0" t="0" r="r" b="b"/>
            <a:pathLst>
              <a:path w="2092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33" y="0"/>
                </a:lnTo>
                <a:cubicBezTo>
                  <a:pt x="1943" y="0"/>
                  <a:pt x="1954" y="1"/>
                  <a:pt x="1964" y="3"/>
                </a:cubicBezTo>
                <a:cubicBezTo>
                  <a:pt x="1974" y="5"/>
                  <a:pt x="1984" y="8"/>
                  <a:pt x="1994" y="12"/>
                </a:cubicBezTo>
                <a:cubicBezTo>
                  <a:pt x="2003" y="16"/>
                  <a:pt x="2012" y="21"/>
                  <a:pt x="2021" y="27"/>
                </a:cubicBezTo>
                <a:cubicBezTo>
                  <a:pt x="2030" y="32"/>
                  <a:pt x="2038" y="39"/>
                  <a:pt x="2045" y="46"/>
                </a:cubicBezTo>
                <a:cubicBezTo>
                  <a:pt x="2052" y="54"/>
                  <a:pt x="2059" y="62"/>
                  <a:pt x="2065" y="70"/>
                </a:cubicBezTo>
                <a:cubicBezTo>
                  <a:pt x="2071" y="79"/>
                  <a:pt x="2076" y="88"/>
                  <a:pt x="2079" y="98"/>
                </a:cubicBezTo>
                <a:cubicBezTo>
                  <a:pt x="2083" y="107"/>
                  <a:pt x="2086" y="117"/>
                  <a:pt x="2089" y="128"/>
                </a:cubicBezTo>
                <a:cubicBezTo>
                  <a:pt x="2091" y="138"/>
                  <a:pt x="2092" y="148"/>
                  <a:pt x="2092" y="158"/>
                </a:cubicBezTo>
                <a:lnTo>
                  <a:pt x="2092" y="847"/>
                </a:lnTo>
                <a:cubicBezTo>
                  <a:pt x="2092" y="858"/>
                  <a:pt x="2091" y="868"/>
                  <a:pt x="2089" y="878"/>
                </a:cubicBezTo>
                <a:cubicBezTo>
                  <a:pt x="2086" y="889"/>
                  <a:pt x="2083" y="899"/>
                  <a:pt x="2079" y="908"/>
                </a:cubicBezTo>
                <a:cubicBezTo>
                  <a:pt x="2076" y="918"/>
                  <a:pt x="2071" y="927"/>
                  <a:pt x="2065" y="936"/>
                </a:cubicBezTo>
                <a:cubicBezTo>
                  <a:pt x="2059" y="944"/>
                  <a:pt x="2052" y="952"/>
                  <a:pt x="2045" y="960"/>
                </a:cubicBezTo>
                <a:cubicBezTo>
                  <a:pt x="2038" y="967"/>
                  <a:pt x="2030" y="974"/>
                  <a:pt x="2021" y="979"/>
                </a:cubicBezTo>
                <a:cubicBezTo>
                  <a:pt x="2012" y="985"/>
                  <a:pt x="2003" y="990"/>
                  <a:pt x="1994" y="994"/>
                </a:cubicBezTo>
                <a:cubicBezTo>
                  <a:pt x="1984" y="998"/>
                  <a:pt x="1974" y="1001"/>
                  <a:pt x="1964" y="1003"/>
                </a:cubicBezTo>
                <a:cubicBezTo>
                  <a:pt x="1954" y="1005"/>
                  <a:pt x="1943" y="1006"/>
                  <a:pt x="193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05" name=""/>
          <p:cNvSpPr txBox="1"/>
          <p:nvPr/>
        </p:nvSpPr>
        <p:spPr>
          <a:xfrm>
            <a:off x="3769920" y="4010040"/>
            <a:ext cx="712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and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6" name=""/>
          <p:cNvSpPr txBox="1"/>
          <p:nvPr/>
        </p:nvSpPr>
        <p:spPr>
          <a:xfrm>
            <a:off x="4577040" y="410904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step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07" name="" descr=""/>
          <p:cNvPicPr/>
          <p:nvPr/>
        </p:nvPicPr>
        <p:blipFill>
          <a:blip r:embed="rId1"/>
          <a:stretch/>
        </p:blipFill>
        <p:spPr>
          <a:xfrm>
            <a:off x="752400" y="4572000"/>
            <a:ext cx="291420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8" name=""/>
          <p:cNvSpPr txBox="1"/>
          <p:nvPr/>
        </p:nvSpPr>
        <p:spPr>
          <a:xfrm>
            <a:off x="5234400" y="4010040"/>
            <a:ext cx="20790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for ﬁne control.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2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3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4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15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6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readonly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7" name=""/>
          <p:cNvSpPr txBox="1"/>
          <p:nvPr/>
        </p:nvSpPr>
        <p:spPr>
          <a:xfrm>
            <a:off x="33627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8" name=""/>
          <p:cNvSpPr txBox="1"/>
          <p:nvPr/>
        </p:nvSpPr>
        <p:spPr>
          <a:xfrm>
            <a:off x="747720" y="1523880"/>
            <a:ext cx="811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Makes an input uneditable but still selectable and submittable.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9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0" name=""/>
          <p:cNvSpPr txBox="1"/>
          <p:nvPr/>
        </p:nvSpPr>
        <p:spPr>
          <a:xfrm>
            <a:off x="914400" y="2233440"/>
            <a:ext cx="70423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"Static 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readonly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1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22" name=""/>
          <p:cNvSpPr txBox="1"/>
          <p:nvPr/>
        </p:nvSpPr>
        <p:spPr>
          <a:xfrm>
            <a:off x="1300320" y="2838600"/>
            <a:ext cx="5109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value can’t be changed by the user.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23" name="" descr=""/>
          <p:cNvPicPr/>
          <p:nvPr/>
        </p:nvPicPr>
        <p:blipFill>
          <a:blip r:embed="rId1"/>
          <a:stretch/>
        </p:blipFill>
        <p:spPr>
          <a:xfrm>
            <a:off x="752400" y="3876840"/>
            <a:ext cx="484776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4" name=""/>
          <p:cNvSpPr txBox="1"/>
          <p:nvPr/>
        </p:nvSpPr>
        <p:spPr>
          <a:xfrm>
            <a:off x="1300320" y="3324240"/>
            <a:ext cx="4936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Still included in form submission data.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8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29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0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1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2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disabled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3" name=""/>
          <p:cNvSpPr txBox="1"/>
          <p:nvPr/>
        </p:nvSpPr>
        <p:spPr>
          <a:xfrm>
            <a:off x="33627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4" name=""/>
          <p:cNvSpPr txBox="1"/>
          <p:nvPr/>
        </p:nvSpPr>
        <p:spPr>
          <a:xfrm>
            <a:off x="747720" y="1523880"/>
            <a:ext cx="9420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Disables an input completely — it’s not editable, focusable, or submitted.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5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6" name=""/>
          <p:cNvSpPr txBox="1"/>
          <p:nvPr/>
        </p:nvSpPr>
        <p:spPr>
          <a:xfrm>
            <a:off x="914400" y="2233440"/>
            <a:ext cx="7464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"Disabled field"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disabled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7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38" name=""/>
          <p:cNvSpPr txBox="1"/>
          <p:nvPr/>
        </p:nvSpPr>
        <p:spPr>
          <a:xfrm>
            <a:off x="1300320" y="2838600"/>
            <a:ext cx="7312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Typically used for unavailable or system-managed ﬁelds.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39" name="" descr=""/>
          <p:cNvPicPr/>
          <p:nvPr/>
        </p:nvPicPr>
        <p:blipFill>
          <a:blip r:embed="rId1"/>
          <a:stretch/>
        </p:blipFill>
        <p:spPr>
          <a:xfrm>
            <a:off x="752400" y="3876840"/>
            <a:ext cx="484776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0" name=""/>
          <p:cNvSpPr txBox="1"/>
          <p:nvPr/>
        </p:nvSpPr>
        <p:spPr>
          <a:xfrm>
            <a:off x="1300320" y="3324240"/>
            <a:ext cx="3658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Visually appears grayed out.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4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5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6" name=""/>
          <p:cNvSpPr/>
          <p:nvPr/>
        </p:nvSpPr>
        <p:spPr>
          <a:xfrm>
            <a:off x="1495080" y="819000"/>
            <a:ext cx="2086560" cy="400320"/>
          </a:xfrm>
          <a:custGeom>
            <a:avLst/>
            <a:gdLst/>
            <a:ahLst/>
            <a:rect l="0" t="0" r="r" b="b"/>
            <a:pathLst>
              <a:path w="579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637" y="0"/>
                </a:lnTo>
                <a:cubicBezTo>
                  <a:pt x="5648" y="0"/>
                  <a:pt x="5658" y="1"/>
                  <a:pt x="5668" y="3"/>
                </a:cubicBezTo>
                <a:cubicBezTo>
                  <a:pt x="5678" y="5"/>
                  <a:pt x="5688" y="8"/>
                  <a:pt x="5698" y="12"/>
                </a:cubicBezTo>
                <a:cubicBezTo>
                  <a:pt x="5707" y="16"/>
                  <a:pt x="5717" y="21"/>
                  <a:pt x="5725" y="27"/>
                </a:cubicBezTo>
                <a:cubicBezTo>
                  <a:pt x="5734" y="32"/>
                  <a:pt x="5742" y="39"/>
                  <a:pt x="5749" y="46"/>
                </a:cubicBezTo>
                <a:cubicBezTo>
                  <a:pt x="5757" y="54"/>
                  <a:pt x="5763" y="62"/>
                  <a:pt x="5769" y="70"/>
                </a:cubicBezTo>
                <a:cubicBezTo>
                  <a:pt x="5775" y="79"/>
                  <a:pt x="5780" y="88"/>
                  <a:pt x="5784" y="98"/>
                </a:cubicBezTo>
                <a:cubicBezTo>
                  <a:pt x="5788" y="108"/>
                  <a:pt x="5791" y="117"/>
                  <a:pt x="5793" y="128"/>
                </a:cubicBezTo>
                <a:cubicBezTo>
                  <a:pt x="5795" y="138"/>
                  <a:pt x="5796" y="148"/>
                  <a:pt x="5796" y="159"/>
                </a:cubicBezTo>
                <a:lnTo>
                  <a:pt x="5796" y="953"/>
                </a:lnTo>
                <a:cubicBezTo>
                  <a:pt x="5796" y="964"/>
                  <a:pt x="5795" y="974"/>
                  <a:pt x="5793" y="984"/>
                </a:cubicBezTo>
                <a:cubicBezTo>
                  <a:pt x="5791" y="995"/>
                  <a:pt x="5788" y="1005"/>
                  <a:pt x="5784" y="1014"/>
                </a:cubicBezTo>
                <a:cubicBezTo>
                  <a:pt x="5780" y="1024"/>
                  <a:pt x="5775" y="1033"/>
                  <a:pt x="5769" y="1042"/>
                </a:cubicBezTo>
                <a:cubicBezTo>
                  <a:pt x="5763" y="1050"/>
                  <a:pt x="5757" y="1058"/>
                  <a:pt x="5749" y="1066"/>
                </a:cubicBezTo>
                <a:cubicBezTo>
                  <a:pt x="5742" y="1073"/>
                  <a:pt x="5734" y="1080"/>
                  <a:pt x="5725" y="1085"/>
                </a:cubicBezTo>
                <a:cubicBezTo>
                  <a:pt x="5717" y="1091"/>
                  <a:pt x="5707" y="1096"/>
                  <a:pt x="5698" y="1100"/>
                </a:cubicBezTo>
                <a:cubicBezTo>
                  <a:pt x="5688" y="1104"/>
                  <a:pt x="5678" y="1107"/>
                  <a:pt x="5668" y="1109"/>
                </a:cubicBezTo>
                <a:cubicBezTo>
                  <a:pt x="5658" y="1111"/>
                  <a:pt x="5648" y="1112"/>
                  <a:pt x="563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47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8" name=""/>
          <p:cNvSpPr txBox="1"/>
          <p:nvPr/>
        </p:nvSpPr>
        <p:spPr>
          <a:xfrm>
            <a:off x="1567440" y="815400"/>
            <a:ext cx="1943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autofocus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9" name=""/>
          <p:cNvSpPr txBox="1"/>
          <p:nvPr/>
        </p:nvSpPr>
        <p:spPr>
          <a:xfrm>
            <a:off x="357804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0" name=""/>
          <p:cNvSpPr txBox="1"/>
          <p:nvPr/>
        </p:nvSpPr>
        <p:spPr>
          <a:xfrm>
            <a:off x="747720" y="1523880"/>
            <a:ext cx="6817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Automatically focuses an input when the page loads.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1" name=""/>
          <p:cNvSpPr txBox="1"/>
          <p:nvPr/>
        </p:nvSpPr>
        <p:spPr>
          <a:xfrm>
            <a:off x="914400" y="2233440"/>
            <a:ext cx="971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"search"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"Search..."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autofocus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2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3" name=""/>
          <p:cNvSpPr txBox="1"/>
          <p:nvPr/>
        </p:nvSpPr>
        <p:spPr>
          <a:xfrm>
            <a:off x="914400" y="2499840"/>
            <a:ext cx="97178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"text"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"something"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"I'm not in focus"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4" name=""/>
          <p:cNvSpPr/>
          <p:nvPr/>
        </p:nvSpPr>
        <p:spPr>
          <a:xfrm>
            <a:off x="1047600" y="374328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0"/>
                  <a:pt x="262" y="167"/>
                  <a:pt x="255" y="184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55" name=""/>
          <p:cNvSpPr txBox="1"/>
          <p:nvPr/>
        </p:nvSpPr>
        <p:spPr>
          <a:xfrm>
            <a:off x="1300320" y="3105000"/>
            <a:ext cx="6191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Improves usability in forms with a primary ﬁeld.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56" name="" descr=""/>
          <p:cNvPicPr/>
          <p:nvPr/>
        </p:nvPicPr>
        <p:blipFill>
          <a:blip r:embed="rId1"/>
          <a:stretch/>
        </p:blipFill>
        <p:spPr>
          <a:xfrm>
            <a:off x="752400" y="4143240"/>
            <a:ext cx="8305560" cy="345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7" name=""/>
          <p:cNvSpPr txBox="1"/>
          <p:nvPr/>
        </p:nvSpPr>
        <p:spPr>
          <a:xfrm>
            <a:off x="1300320" y="3591000"/>
            <a:ext cx="5494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Only one element per page should have it.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1" name=""/>
          <p:cNvSpPr/>
          <p:nvPr/>
        </p:nvSpPr>
        <p:spPr>
          <a:xfrm>
            <a:off x="757080" y="2071440"/>
            <a:ext cx="10687320" cy="829080"/>
          </a:xfrm>
          <a:custGeom>
            <a:avLst/>
            <a:gdLst/>
            <a:ahLst/>
            <a:rect l="0" t="0" r="r" b="b"/>
            <a:pathLst>
              <a:path w="29687" h="2303">
                <a:moveTo>
                  <a:pt x="0" y="21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157"/>
                </a:lnTo>
                <a:cubicBezTo>
                  <a:pt x="29687" y="2166"/>
                  <a:pt x="29686" y="2176"/>
                  <a:pt x="29684" y="2185"/>
                </a:cubicBezTo>
                <a:cubicBezTo>
                  <a:pt x="29683" y="2194"/>
                  <a:pt x="29680" y="2203"/>
                  <a:pt x="29676" y="2212"/>
                </a:cubicBezTo>
                <a:cubicBezTo>
                  <a:pt x="29672" y="2221"/>
                  <a:pt x="29668" y="2229"/>
                  <a:pt x="29663" y="2237"/>
                </a:cubicBezTo>
                <a:cubicBezTo>
                  <a:pt x="29657" y="2245"/>
                  <a:pt x="29651" y="2253"/>
                  <a:pt x="29645" y="2259"/>
                </a:cubicBezTo>
                <a:cubicBezTo>
                  <a:pt x="29638" y="2266"/>
                  <a:pt x="29630" y="2272"/>
                  <a:pt x="29623" y="2278"/>
                </a:cubicBezTo>
                <a:cubicBezTo>
                  <a:pt x="29615" y="2283"/>
                  <a:pt x="29606" y="2287"/>
                  <a:pt x="29597" y="2291"/>
                </a:cubicBezTo>
                <a:cubicBezTo>
                  <a:pt x="29589" y="2295"/>
                  <a:pt x="29579" y="2297"/>
                  <a:pt x="29570" y="2299"/>
                </a:cubicBezTo>
                <a:cubicBezTo>
                  <a:pt x="29561" y="2302"/>
                  <a:pt x="29551" y="2303"/>
                  <a:pt x="29542" y="2303"/>
                </a:cubicBezTo>
                <a:lnTo>
                  <a:pt x="145" y="2303"/>
                </a:lnTo>
                <a:cubicBezTo>
                  <a:pt x="136" y="2303"/>
                  <a:pt x="126" y="2302"/>
                  <a:pt x="117" y="2299"/>
                </a:cubicBezTo>
                <a:cubicBezTo>
                  <a:pt x="108" y="2297"/>
                  <a:pt x="99" y="2295"/>
                  <a:pt x="90" y="2291"/>
                </a:cubicBezTo>
                <a:cubicBezTo>
                  <a:pt x="81" y="2287"/>
                  <a:pt x="73" y="2283"/>
                  <a:pt x="65" y="2278"/>
                </a:cubicBezTo>
                <a:cubicBezTo>
                  <a:pt x="57" y="2272"/>
                  <a:pt x="49" y="2266"/>
                  <a:pt x="43" y="2259"/>
                </a:cubicBezTo>
                <a:cubicBezTo>
                  <a:pt x="36" y="2253"/>
                  <a:pt x="30" y="2245"/>
                  <a:pt x="24" y="2237"/>
                </a:cubicBezTo>
                <a:cubicBezTo>
                  <a:pt x="19" y="2229"/>
                  <a:pt x="15" y="2221"/>
                  <a:pt x="11" y="2212"/>
                </a:cubicBezTo>
                <a:cubicBezTo>
                  <a:pt x="7" y="2203"/>
                  <a:pt x="5" y="2194"/>
                  <a:pt x="3" y="2185"/>
                </a:cubicBezTo>
                <a:cubicBezTo>
                  <a:pt x="1" y="2176"/>
                  <a:pt x="0" y="2166"/>
                  <a:pt x="0" y="215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2" name=""/>
          <p:cNvSpPr/>
          <p:nvPr/>
        </p:nvSpPr>
        <p:spPr>
          <a:xfrm>
            <a:off x="757080" y="2071440"/>
            <a:ext cx="10687320" cy="829080"/>
          </a:xfrm>
          <a:custGeom>
            <a:avLst/>
            <a:gdLst/>
            <a:ahLst/>
            <a:rect l="0" t="0" r="r" b="b"/>
            <a:pathLst>
              <a:path w="29687" h="2303">
                <a:moveTo>
                  <a:pt x="0" y="21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157"/>
                </a:lnTo>
                <a:cubicBezTo>
                  <a:pt x="29687" y="2166"/>
                  <a:pt x="29686" y="2176"/>
                  <a:pt x="29684" y="2185"/>
                </a:cubicBezTo>
                <a:cubicBezTo>
                  <a:pt x="29683" y="2194"/>
                  <a:pt x="29680" y="2203"/>
                  <a:pt x="29676" y="2212"/>
                </a:cubicBezTo>
                <a:cubicBezTo>
                  <a:pt x="29672" y="2221"/>
                  <a:pt x="29668" y="2229"/>
                  <a:pt x="29663" y="2237"/>
                </a:cubicBezTo>
                <a:cubicBezTo>
                  <a:pt x="29657" y="2245"/>
                  <a:pt x="29651" y="2253"/>
                  <a:pt x="29645" y="2259"/>
                </a:cubicBezTo>
                <a:cubicBezTo>
                  <a:pt x="29638" y="2266"/>
                  <a:pt x="29630" y="2272"/>
                  <a:pt x="29623" y="2278"/>
                </a:cubicBezTo>
                <a:cubicBezTo>
                  <a:pt x="29615" y="2283"/>
                  <a:pt x="29606" y="2287"/>
                  <a:pt x="29597" y="2291"/>
                </a:cubicBezTo>
                <a:cubicBezTo>
                  <a:pt x="29589" y="2295"/>
                  <a:pt x="29579" y="2297"/>
                  <a:pt x="29570" y="2299"/>
                </a:cubicBezTo>
                <a:cubicBezTo>
                  <a:pt x="29561" y="2302"/>
                  <a:pt x="29551" y="2303"/>
                  <a:pt x="29542" y="2303"/>
                </a:cubicBezTo>
                <a:lnTo>
                  <a:pt x="145" y="2303"/>
                </a:lnTo>
                <a:cubicBezTo>
                  <a:pt x="136" y="2303"/>
                  <a:pt x="126" y="2302"/>
                  <a:pt x="117" y="2299"/>
                </a:cubicBezTo>
                <a:cubicBezTo>
                  <a:pt x="108" y="2297"/>
                  <a:pt x="99" y="2295"/>
                  <a:pt x="90" y="2291"/>
                </a:cubicBezTo>
                <a:cubicBezTo>
                  <a:pt x="81" y="2287"/>
                  <a:pt x="73" y="2283"/>
                  <a:pt x="65" y="2278"/>
                </a:cubicBezTo>
                <a:cubicBezTo>
                  <a:pt x="57" y="2272"/>
                  <a:pt x="49" y="2266"/>
                  <a:pt x="43" y="2259"/>
                </a:cubicBezTo>
                <a:cubicBezTo>
                  <a:pt x="36" y="2253"/>
                  <a:pt x="30" y="2245"/>
                  <a:pt x="24" y="2237"/>
                </a:cubicBezTo>
                <a:cubicBezTo>
                  <a:pt x="19" y="2229"/>
                  <a:pt x="15" y="2221"/>
                  <a:pt x="11" y="2212"/>
                </a:cubicBezTo>
                <a:cubicBezTo>
                  <a:pt x="7" y="2203"/>
                  <a:pt x="5" y="2194"/>
                  <a:pt x="3" y="2185"/>
                </a:cubicBezTo>
                <a:cubicBezTo>
                  <a:pt x="1" y="2176"/>
                  <a:pt x="0" y="2166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3" name=""/>
          <p:cNvSpPr/>
          <p:nvPr/>
        </p:nvSpPr>
        <p:spPr>
          <a:xfrm>
            <a:off x="1495080" y="819000"/>
            <a:ext cx="2086560" cy="400320"/>
          </a:xfrm>
          <a:custGeom>
            <a:avLst/>
            <a:gdLst/>
            <a:ahLst/>
            <a:rect l="0" t="0" r="r" b="b"/>
            <a:pathLst>
              <a:path w="579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637" y="0"/>
                </a:lnTo>
                <a:cubicBezTo>
                  <a:pt x="5648" y="0"/>
                  <a:pt x="5658" y="1"/>
                  <a:pt x="5668" y="3"/>
                </a:cubicBezTo>
                <a:cubicBezTo>
                  <a:pt x="5678" y="5"/>
                  <a:pt x="5688" y="8"/>
                  <a:pt x="5698" y="12"/>
                </a:cubicBezTo>
                <a:cubicBezTo>
                  <a:pt x="5707" y="16"/>
                  <a:pt x="5717" y="21"/>
                  <a:pt x="5725" y="27"/>
                </a:cubicBezTo>
                <a:cubicBezTo>
                  <a:pt x="5734" y="32"/>
                  <a:pt x="5742" y="39"/>
                  <a:pt x="5749" y="46"/>
                </a:cubicBezTo>
                <a:cubicBezTo>
                  <a:pt x="5757" y="54"/>
                  <a:pt x="5763" y="62"/>
                  <a:pt x="5769" y="70"/>
                </a:cubicBezTo>
                <a:cubicBezTo>
                  <a:pt x="5775" y="79"/>
                  <a:pt x="5780" y="88"/>
                  <a:pt x="5784" y="98"/>
                </a:cubicBezTo>
                <a:cubicBezTo>
                  <a:pt x="5788" y="108"/>
                  <a:pt x="5791" y="117"/>
                  <a:pt x="5793" y="128"/>
                </a:cubicBezTo>
                <a:cubicBezTo>
                  <a:pt x="5795" y="138"/>
                  <a:pt x="5796" y="148"/>
                  <a:pt x="5796" y="159"/>
                </a:cubicBezTo>
                <a:lnTo>
                  <a:pt x="5796" y="953"/>
                </a:lnTo>
                <a:cubicBezTo>
                  <a:pt x="5796" y="964"/>
                  <a:pt x="5795" y="974"/>
                  <a:pt x="5793" y="984"/>
                </a:cubicBezTo>
                <a:cubicBezTo>
                  <a:pt x="5791" y="995"/>
                  <a:pt x="5788" y="1005"/>
                  <a:pt x="5784" y="1014"/>
                </a:cubicBezTo>
                <a:cubicBezTo>
                  <a:pt x="5780" y="1024"/>
                  <a:pt x="5775" y="1033"/>
                  <a:pt x="5769" y="1042"/>
                </a:cubicBezTo>
                <a:cubicBezTo>
                  <a:pt x="5763" y="1050"/>
                  <a:pt x="5757" y="1058"/>
                  <a:pt x="5749" y="1066"/>
                </a:cubicBezTo>
                <a:cubicBezTo>
                  <a:pt x="5742" y="1073"/>
                  <a:pt x="5734" y="1080"/>
                  <a:pt x="5725" y="1085"/>
                </a:cubicBezTo>
                <a:cubicBezTo>
                  <a:pt x="5717" y="1091"/>
                  <a:pt x="5707" y="1096"/>
                  <a:pt x="5698" y="1100"/>
                </a:cubicBezTo>
                <a:cubicBezTo>
                  <a:pt x="5688" y="1104"/>
                  <a:pt x="5678" y="1107"/>
                  <a:pt x="5668" y="1109"/>
                </a:cubicBezTo>
                <a:cubicBezTo>
                  <a:pt x="5658" y="1111"/>
                  <a:pt x="5648" y="1112"/>
                  <a:pt x="563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4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5" name=""/>
          <p:cNvSpPr txBox="1"/>
          <p:nvPr/>
        </p:nvSpPr>
        <p:spPr>
          <a:xfrm>
            <a:off x="1567440" y="815400"/>
            <a:ext cx="1943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minlength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6" name=""/>
          <p:cNvSpPr/>
          <p:nvPr/>
        </p:nvSpPr>
        <p:spPr>
          <a:xfrm>
            <a:off x="4438440" y="819000"/>
            <a:ext cx="2086200" cy="400320"/>
          </a:xfrm>
          <a:custGeom>
            <a:avLst/>
            <a:gdLst/>
            <a:ahLst/>
            <a:rect l="0" t="0" r="r" b="b"/>
            <a:pathLst>
              <a:path w="5795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5637" y="0"/>
                </a:lnTo>
                <a:cubicBezTo>
                  <a:pt x="5647" y="0"/>
                  <a:pt x="5657" y="1"/>
                  <a:pt x="5668" y="3"/>
                </a:cubicBezTo>
                <a:cubicBezTo>
                  <a:pt x="5678" y="5"/>
                  <a:pt x="5688" y="8"/>
                  <a:pt x="5697" y="12"/>
                </a:cubicBezTo>
                <a:cubicBezTo>
                  <a:pt x="5707" y="16"/>
                  <a:pt x="5716" y="21"/>
                  <a:pt x="5725" y="27"/>
                </a:cubicBezTo>
                <a:cubicBezTo>
                  <a:pt x="5734" y="32"/>
                  <a:pt x="5742" y="39"/>
                  <a:pt x="5749" y="46"/>
                </a:cubicBezTo>
                <a:cubicBezTo>
                  <a:pt x="5756" y="54"/>
                  <a:pt x="5763" y="62"/>
                  <a:pt x="5769" y="70"/>
                </a:cubicBezTo>
                <a:cubicBezTo>
                  <a:pt x="5774" y="79"/>
                  <a:pt x="5779" y="88"/>
                  <a:pt x="5783" y="98"/>
                </a:cubicBezTo>
                <a:cubicBezTo>
                  <a:pt x="5787" y="108"/>
                  <a:pt x="5790" y="117"/>
                  <a:pt x="5792" y="128"/>
                </a:cubicBezTo>
                <a:cubicBezTo>
                  <a:pt x="5794" y="138"/>
                  <a:pt x="5795" y="148"/>
                  <a:pt x="5795" y="159"/>
                </a:cubicBezTo>
                <a:lnTo>
                  <a:pt x="5795" y="953"/>
                </a:lnTo>
                <a:cubicBezTo>
                  <a:pt x="5795" y="964"/>
                  <a:pt x="5794" y="974"/>
                  <a:pt x="5792" y="984"/>
                </a:cubicBezTo>
                <a:cubicBezTo>
                  <a:pt x="5790" y="995"/>
                  <a:pt x="5787" y="1005"/>
                  <a:pt x="5783" y="1014"/>
                </a:cubicBezTo>
                <a:cubicBezTo>
                  <a:pt x="5779" y="1024"/>
                  <a:pt x="5774" y="1033"/>
                  <a:pt x="5769" y="1042"/>
                </a:cubicBezTo>
                <a:cubicBezTo>
                  <a:pt x="5763" y="1050"/>
                  <a:pt x="5756" y="1058"/>
                  <a:pt x="5749" y="1066"/>
                </a:cubicBezTo>
                <a:cubicBezTo>
                  <a:pt x="5742" y="1073"/>
                  <a:pt x="5734" y="1080"/>
                  <a:pt x="5725" y="1085"/>
                </a:cubicBezTo>
                <a:cubicBezTo>
                  <a:pt x="5716" y="1091"/>
                  <a:pt x="5707" y="1096"/>
                  <a:pt x="5697" y="1100"/>
                </a:cubicBezTo>
                <a:cubicBezTo>
                  <a:pt x="5688" y="1104"/>
                  <a:pt x="5678" y="1107"/>
                  <a:pt x="5668" y="1109"/>
                </a:cubicBezTo>
                <a:cubicBezTo>
                  <a:pt x="5657" y="1111"/>
                  <a:pt x="5647" y="1112"/>
                  <a:pt x="5637" y="1112"/>
                </a:cubicBezTo>
                <a:lnTo>
                  <a:pt x="159" y="1112"/>
                </a:lnTo>
                <a:cubicBezTo>
                  <a:pt x="148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8" y="1096"/>
                  <a:pt x="79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39" y="1058"/>
                  <a:pt x="33" y="1050"/>
                  <a:pt x="27" y="1042"/>
                </a:cubicBezTo>
                <a:cubicBezTo>
                  <a:pt x="21" y="1033"/>
                  <a:pt x="16" y="1024"/>
                  <a:pt x="12" y="1014"/>
                </a:cubicBezTo>
                <a:cubicBezTo>
                  <a:pt x="8" y="1005"/>
                  <a:pt x="5" y="995"/>
                  <a:pt x="3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67" name=""/>
          <p:cNvSpPr txBox="1"/>
          <p:nvPr/>
        </p:nvSpPr>
        <p:spPr>
          <a:xfrm>
            <a:off x="3578040" y="730440"/>
            <a:ext cx="864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and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8" name=""/>
          <p:cNvSpPr txBox="1"/>
          <p:nvPr/>
        </p:nvSpPr>
        <p:spPr>
          <a:xfrm>
            <a:off x="4511880" y="815400"/>
            <a:ext cx="1943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maxlength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9" name=""/>
          <p:cNvSpPr txBox="1"/>
          <p:nvPr/>
        </p:nvSpPr>
        <p:spPr>
          <a:xfrm>
            <a:off x="6522480" y="730440"/>
            <a:ext cx="19360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0" name=""/>
          <p:cNvSpPr txBox="1"/>
          <p:nvPr/>
        </p:nvSpPr>
        <p:spPr>
          <a:xfrm>
            <a:off x="747720" y="1523880"/>
            <a:ext cx="9598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Control the minimum and maximum number of characters for text inputs.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1" name=""/>
          <p:cNvSpPr txBox="1"/>
          <p:nvPr/>
        </p:nvSpPr>
        <p:spPr>
          <a:xfrm>
            <a:off x="914400" y="2233080"/>
            <a:ext cx="313884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&gt;Password:&lt;/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2" name=""/>
          <p:cNvSpPr/>
          <p:nvPr/>
        </p:nvSpPr>
        <p:spPr>
          <a:xfrm>
            <a:off x="1047600" y="32288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3" name=""/>
          <p:cNvSpPr txBox="1"/>
          <p:nvPr/>
        </p:nvSpPr>
        <p:spPr>
          <a:xfrm>
            <a:off x="914400" y="2481480"/>
            <a:ext cx="1033164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"password"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"password"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minlength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"4"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maxlength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"12"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7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4" name=""/>
          <p:cNvSpPr/>
          <p:nvPr/>
        </p:nvSpPr>
        <p:spPr>
          <a:xfrm>
            <a:off x="104760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5" name=""/>
          <p:cNvSpPr txBox="1"/>
          <p:nvPr/>
        </p:nvSpPr>
        <p:spPr>
          <a:xfrm>
            <a:off x="1300320" y="3076560"/>
            <a:ext cx="4932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Helps enforce consistent input length.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6" name=""/>
          <p:cNvSpPr/>
          <p:nvPr/>
        </p:nvSpPr>
        <p:spPr>
          <a:xfrm>
            <a:off x="2819160" y="3600360"/>
            <a:ext cx="743400" cy="362160"/>
          </a:xfrm>
          <a:custGeom>
            <a:avLst/>
            <a:gdLst/>
            <a:ahLst/>
            <a:rect l="0" t="0" r="r" b="b"/>
            <a:pathLst>
              <a:path w="2065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906" y="0"/>
                </a:lnTo>
                <a:cubicBezTo>
                  <a:pt x="1917" y="0"/>
                  <a:pt x="1927" y="1"/>
                  <a:pt x="1937" y="3"/>
                </a:cubicBezTo>
                <a:cubicBezTo>
                  <a:pt x="1947" y="5"/>
                  <a:pt x="1957" y="8"/>
                  <a:pt x="1967" y="12"/>
                </a:cubicBezTo>
                <a:cubicBezTo>
                  <a:pt x="1977" y="16"/>
                  <a:pt x="1986" y="21"/>
                  <a:pt x="1994" y="27"/>
                </a:cubicBezTo>
                <a:cubicBezTo>
                  <a:pt x="2003" y="32"/>
                  <a:pt x="2011" y="39"/>
                  <a:pt x="2018" y="46"/>
                </a:cubicBezTo>
                <a:cubicBezTo>
                  <a:pt x="2026" y="54"/>
                  <a:pt x="2032" y="62"/>
                  <a:pt x="2038" y="70"/>
                </a:cubicBezTo>
                <a:cubicBezTo>
                  <a:pt x="2044" y="79"/>
                  <a:pt x="2049" y="88"/>
                  <a:pt x="2053" y="98"/>
                </a:cubicBezTo>
                <a:cubicBezTo>
                  <a:pt x="2057" y="107"/>
                  <a:pt x="2060" y="117"/>
                  <a:pt x="2062" y="128"/>
                </a:cubicBezTo>
                <a:cubicBezTo>
                  <a:pt x="2064" y="138"/>
                  <a:pt x="2065" y="148"/>
                  <a:pt x="2065" y="158"/>
                </a:cubicBezTo>
                <a:lnTo>
                  <a:pt x="2065" y="847"/>
                </a:lnTo>
                <a:cubicBezTo>
                  <a:pt x="2065" y="858"/>
                  <a:pt x="2064" y="868"/>
                  <a:pt x="2062" y="878"/>
                </a:cubicBezTo>
                <a:cubicBezTo>
                  <a:pt x="2060" y="889"/>
                  <a:pt x="2057" y="899"/>
                  <a:pt x="2053" y="908"/>
                </a:cubicBezTo>
                <a:cubicBezTo>
                  <a:pt x="2049" y="918"/>
                  <a:pt x="2044" y="927"/>
                  <a:pt x="2038" y="936"/>
                </a:cubicBezTo>
                <a:cubicBezTo>
                  <a:pt x="2032" y="944"/>
                  <a:pt x="2026" y="952"/>
                  <a:pt x="2018" y="960"/>
                </a:cubicBezTo>
                <a:cubicBezTo>
                  <a:pt x="2011" y="967"/>
                  <a:pt x="2003" y="974"/>
                  <a:pt x="1994" y="979"/>
                </a:cubicBezTo>
                <a:cubicBezTo>
                  <a:pt x="1986" y="985"/>
                  <a:pt x="1977" y="990"/>
                  <a:pt x="1967" y="994"/>
                </a:cubicBezTo>
                <a:cubicBezTo>
                  <a:pt x="1957" y="998"/>
                  <a:pt x="1947" y="1001"/>
                  <a:pt x="1937" y="1003"/>
                </a:cubicBezTo>
                <a:cubicBezTo>
                  <a:pt x="1927" y="1005"/>
                  <a:pt x="1917" y="1006"/>
                  <a:pt x="1906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79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77" name=""/>
          <p:cNvSpPr txBox="1"/>
          <p:nvPr/>
        </p:nvSpPr>
        <p:spPr>
          <a:xfrm>
            <a:off x="1300320" y="3552840"/>
            <a:ext cx="1518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Works with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8" name=""/>
          <p:cNvSpPr txBox="1"/>
          <p:nvPr/>
        </p:nvSpPr>
        <p:spPr>
          <a:xfrm>
            <a:off x="2909160" y="365184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text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9" name=""/>
          <p:cNvSpPr/>
          <p:nvPr/>
        </p:nvSpPr>
        <p:spPr>
          <a:xfrm>
            <a:off x="3714480" y="3600360"/>
            <a:ext cx="1314720" cy="362160"/>
          </a:xfrm>
          <a:custGeom>
            <a:avLst/>
            <a:gdLst/>
            <a:ahLst/>
            <a:rect l="0" t="0" r="r" b="b"/>
            <a:pathLst>
              <a:path w="3652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494" y="0"/>
                </a:lnTo>
                <a:cubicBezTo>
                  <a:pt x="3504" y="0"/>
                  <a:pt x="3514" y="1"/>
                  <a:pt x="3525" y="3"/>
                </a:cubicBezTo>
                <a:cubicBezTo>
                  <a:pt x="3535" y="5"/>
                  <a:pt x="3545" y="8"/>
                  <a:pt x="3554" y="12"/>
                </a:cubicBezTo>
                <a:cubicBezTo>
                  <a:pt x="3564" y="16"/>
                  <a:pt x="3573" y="21"/>
                  <a:pt x="3582" y="27"/>
                </a:cubicBezTo>
                <a:cubicBezTo>
                  <a:pt x="3591" y="32"/>
                  <a:pt x="3599" y="39"/>
                  <a:pt x="3606" y="46"/>
                </a:cubicBezTo>
                <a:cubicBezTo>
                  <a:pt x="3613" y="54"/>
                  <a:pt x="3620" y="62"/>
                  <a:pt x="3626" y="70"/>
                </a:cubicBezTo>
                <a:cubicBezTo>
                  <a:pt x="3632" y="79"/>
                  <a:pt x="3636" y="88"/>
                  <a:pt x="3640" y="98"/>
                </a:cubicBezTo>
                <a:cubicBezTo>
                  <a:pt x="3644" y="107"/>
                  <a:pt x="3647" y="117"/>
                  <a:pt x="3649" y="128"/>
                </a:cubicBezTo>
                <a:cubicBezTo>
                  <a:pt x="3651" y="138"/>
                  <a:pt x="3652" y="148"/>
                  <a:pt x="3652" y="158"/>
                </a:cubicBezTo>
                <a:lnTo>
                  <a:pt x="3652" y="847"/>
                </a:lnTo>
                <a:cubicBezTo>
                  <a:pt x="3652" y="858"/>
                  <a:pt x="3651" y="868"/>
                  <a:pt x="3649" y="878"/>
                </a:cubicBezTo>
                <a:cubicBezTo>
                  <a:pt x="3647" y="889"/>
                  <a:pt x="3644" y="899"/>
                  <a:pt x="3640" y="908"/>
                </a:cubicBezTo>
                <a:cubicBezTo>
                  <a:pt x="3636" y="918"/>
                  <a:pt x="3632" y="927"/>
                  <a:pt x="3626" y="936"/>
                </a:cubicBezTo>
                <a:cubicBezTo>
                  <a:pt x="3620" y="944"/>
                  <a:pt x="3613" y="952"/>
                  <a:pt x="3606" y="960"/>
                </a:cubicBezTo>
                <a:cubicBezTo>
                  <a:pt x="3599" y="967"/>
                  <a:pt x="3591" y="974"/>
                  <a:pt x="3582" y="979"/>
                </a:cubicBezTo>
                <a:cubicBezTo>
                  <a:pt x="3573" y="985"/>
                  <a:pt x="3564" y="990"/>
                  <a:pt x="3554" y="994"/>
                </a:cubicBezTo>
                <a:cubicBezTo>
                  <a:pt x="3545" y="998"/>
                  <a:pt x="3535" y="1001"/>
                  <a:pt x="3525" y="1003"/>
                </a:cubicBezTo>
                <a:cubicBezTo>
                  <a:pt x="3514" y="1005"/>
                  <a:pt x="3504" y="1006"/>
                  <a:pt x="3494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79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0" name=""/>
          <p:cNvSpPr txBox="1"/>
          <p:nvPr/>
        </p:nvSpPr>
        <p:spPr>
          <a:xfrm>
            <a:off x="3566520" y="35528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1" name=""/>
          <p:cNvSpPr txBox="1"/>
          <p:nvPr/>
        </p:nvSpPr>
        <p:spPr>
          <a:xfrm>
            <a:off x="3806280" y="365184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password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2" name=""/>
          <p:cNvSpPr/>
          <p:nvPr/>
        </p:nvSpPr>
        <p:spPr>
          <a:xfrm>
            <a:off x="5171760" y="3600360"/>
            <a:ext cx="895680" cy="362160"/>
          </a:xfrm>
          <a:custGeom>
            <a:avLst/>
            <a:gdLst/>
            <a:ahLst/>
            <a:rect l="0" t="0" r="r" b="b"/>
            <a:pathLst>
              <a:path w="2488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30" y="0"/>
                </a:lnTo>
                <a:cubicBezTo>
                  <a:pt x="2340" y="0"/>
                  <a:pt x="2350" y="1"/>
                  <a:pt x="2361" y="3"/>
                </a:cubicBezTo>
                <a:cubicBezTo>
                  <a:pt x="2371" y="5"/>
                  <a:pt x="2381" y="8"/>
                  <a:pt x="2390" y="12"/>
                </a:cubicBezTo>
                <a:cubicBezTo>
                  <a:pt x="2400" y="16"/>
                  <a:pt x="2409" y="21"/>
                  <a:pt x="2418" y="27"/>
                </a:cubicBezTo>
                <a:cubicBezTo>
                  <a:pt x="2427" y="32"/>
                  <a:pt x="2435" y="39"/>
                  <a:pt x="2442" y="46"/>
                </a:cubicBezTo>
                <a:cubicBezTo>
                  <a:pt x="2449" y="54"/>
                  <a:pt x="2456" y="62"/>
                  <a:pt x="2462" y="70"/>
                </a:cubicBezTo>
                <a:cubicBezTo>
                  <a:pt x="2467" y="79"/>
                  <a:pt x="2472" y="88"/>
                  <a:pt x="2476" y="98"/>
                </a:cubicBezTo>
                <a:cubicBezTo>
                  <a:pt x="2480" y="107"/>
                  <a:pt x="2483" y="117"/>
                  <a:pt x="2485" y="128"/>
                </a:cubicBezTo>
                <a:cubicBezTo>
                  <a:pt x="2487" y="138"/>
                  <a:pt x="2488" y="148"/>
                  <a:pt x="2488" y="158"/>
                </a:cubicBezTo>
                <a:lnTo>
                  <a:pt x="2488" y="847"/>
                </a:lnTo>
                <a:cubicBezTo>
                  <a:pt x="2488" y="858"/>
                  <a:pt x="2487" y="868"/>
                  <a:pt x="2485" y="878"/>
                </a:cubicBezTo>
                <a:cubicBezTo>
                  <a:pt x="2483" y="889"/>
                  <a:pt x="2480" y="899"/>
                  <a:pt x="2476" y="908"/>
                </a:cubicBezTo>
                <a:cubicBezTo>
                  <a:pt x="2472" y="918"/>
                  <a:pt x="2467" y="927"/>
                  <a:pt x="2462" y="936"/>
                </a:cubicBezTo>
                <a:cubicBezTo>
                  <a:pt x="2456" y="944"/>
                  <a:pt x="2449" y="952"/>
                  <a:pt x="2442" y="960"/>
                </a:cubicBezTo>
                <a:cubicBezTo>
                  <a:pt x="2435" y="967"/>
                  <a:pt x="2427" y="974"/>
                  <a:pt x="2418" y="979"/>
                </a:cubicBezTo>
                <a:cubicBezTo>
                  <a:pt x="2409" y="985"/>
                  <a:pt x="2400" y="990"/>
                  <a:pt x="2390" y="994"/>
                </a:cubicBezTo>
                <a:cubicBezTo>
                  <a:pt x="2381" y="998"/>
                  <a:pt x="2371" y="1001"/>
                  <a:pt x="2361" y="1003"/>
                </a:cubicBezTo>
                <a:cubicBezTo>
                  <a:pt x="2350" y="1005"/>
                  <a:pt x="2340" y="1006"/>
                  <a:pt x="2330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83" name=""/>
          <p:cNvSpPr txBox="1"/>
          <p:nvPr/>
        </p:nvSpPr>
        <p:spPr>
          <a:xfrm>
            <a:off x="5026680" y="35528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4" name=""/>
          <p:cNvSpPr txBox="1"/>
          <p:nvPr/>
        </p:nvSpPr>
        <p:spPr>
          <a:xfrm>
            <a:off x="5266440" y="365184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email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85" name="" descr=""/>
          <p:cNvPicPr/>
          <p:nvPr/>
        </p:nvPicPr>
        <p:blipFill>
          <a:blip r:embed="rId1"/>
          <a:stretch/>
        </p:blipFill>
        <p:spPr>
          <a:xfrm>
            <a:off x="752400" y="4114800"/>
            <a:ext cx="48477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6" name=""/>
          <p:cNvSpPr txBox="1"/>
          <p:nvPr/>
        </p:nvSpPr>
        <p:spPr>
          <a:xfrm>
            <a:off x="6064920" y="3552840"/>
            <a:ext cx="24285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and similar types.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0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1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2" name=""/>
          <p:cNvSpPr/>
          <p:nvPr/>
        </p:nvSpPr>
        <p:spPr>
          <a:xfrm>
            <a:off x="757080" y="39002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6"/>
                </a:lnTo>
                <a:cubicBezTo>
                  <a:pt x="29687" y="1506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1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6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6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1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6"/>
                  <a:pt x="0" y="149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3" name=""/>
          <p:cNvSpPr/>
          <p:nvPr/>
        </p:nvSpPr>
        <p:spPr>
          <a:xfrm>
            <a:off x="757080" y="39002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6"/>
                </a:lnTo>
                <a:cubicBezTo>
                  <a:pt x="29687" y="1506"/>
                  <a:pt x="29686" y="1515"/>
                  <a:pt x="29684" y="1524"/>
                </a:cubicBezTo>
                <a:cubicBezTo>
                  <a:pt x="29683" y="1534"/>
                  <a:pt x="29680" y="1543"/>
                  <a:pt x="29676" y="1552"/>
                </a:cubicBezTo>
                <a:cubicBezTo>
                  <a:pt x="29672" y="1561"/>
                  <a:pt x="29668" y="1569"/>
                  <a:pt x="29663" y="1577"/>
                </a:cubicBezTo>
                <a:cubicBezTo>
                  <a:pt x="29657" y="1585"/>
                  <a:pt x="29651" y="1592"/>
                  <a:pt x="29645" y="1599"/>
                </a:cubicBezTo>
                <a:cubicBezTo>
                  <a:pt x="29638" y="1606"/>
                  <a:pt x="29630" y="1612"/>
                  <a:pt x="29623" y="1617"/>
                </a:cubicBezTo>
                <a:cubicBezTo>
                  <a:pt x="29615" y="1622"/>
                  <a:pt x="29606" y="1627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7"/>
                  <a:pt x="73" y="1622"/>
                  <a:pt x="65" y="1617"/>
                </a:cubicBezTo>
                <a:cubicBezTo>
                  <a:pt x="57" y="1612"/>
                  <a:pt x="49" y="1606"/>
                  <a:pt x="43" y="1599"/>
                </a:cubicBezTo>
                <a:cubicBezTo>
                  <a:pt x="36" y="1592"/>
                  <a:pt x="30" y="1585"/>
                  <a:pt x="24" y="1577"/>
                </a:cubicBezTo>
                <a:cubicBezTo>
                  <a:pt x="19" y="1569"/>
                  <a:pt x="15" y="1561"/>
                  <a:pt x="11" y="1552"/>
                </a:cubicBezTo>
                <a:cubicBezTo>
                  <a:pt x="7" y="1543"/>
                  <a:pt x="5" y="1534"/>
                  <a:pt x="3" y="1524"/>
                </a:cubicBezTo>
                <a:cubicBezTo>
                  <a:pt x="1" y="1515"/>
                  <a:pt x="0" y="1506"/>
                  <a:pt x="0" y="149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4" name=""/>
          <p:cNvSpPr/>
          <p:nvPr/>
        </p:nvSpPr>
        <p:spPr>
          <a:xfrm>
            <a:off x="2866680" y="8190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5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6" name=""/>
          <p:cNvSpPr txBox="1"/>
          <p:nvPr/>
        </p:nvSpPr>
        <p:spPr>
          <a:xfrm>
            <a:off x="294228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file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7" name=""/>
          <p:cNvSpPr txBox="1"/>
          <p:nvPr/>
        </p:nvSpPr>
        <p:spPr>
          <a:xfrm>
            <a:off x="747720" y="1523880"/>
            <a:ext cx="5878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Allows users to upload ﬁles from their device.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8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499" name=""/>
          <p:cNvSpPr txBox="1"/>
          <p:nvPr/>
        </p:nvSpPr>
        <p:spPr>
          <a:xfrm>
            <a:off x="914400" y="2233440"/>
            <a:ext cx="1035540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&gt;Upload profile picture:&lt;/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 &lt;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"file"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"avatar"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0" name=""/>
          <p:cNvSpPr/>
          <p:nvPr/>
        </p:nvSpPr>
        <p:spPr>
          <a:xfrm>
            <a:off x="2904840" y="2885760"/>
            <a:ext cx="1029240" cy="362520"/>
          </a:xfrm>
          <a:custGeom>
            <a:avLst/>
            <a:gdLst/>
            <a:ahLst/>
            <a:rect l="0" t="0" r="r" b="b"/>
            <a:pathLst>
              <a:path w="2859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40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700" y="0"/>
                </a:lnTo>
                <a:cubicBezTo>
                  <a:pt x="2710" y="0"/>
                  <a:pt x="2721" y="1"/>
                  <a:pt x="2731" y="3"/>
                </a:cubicBezTo>
                <a:cubicBezTo>
                  <a:pt x="2741" y="5"/>
                  <a:pt x="2751" y="8"/>
                  <a:pt x="2761" y="12"/>
                </a:cubicBezTo>
                <a:cubicBezTo>
                  <a:pt x="2770" y="16"/>
                  <a:pt x="2780" y="21"/>
                  <a:pt x="2788" y="27"/>
                </a:cubicBezTo>
                <a:cubicBezTo>
                  <a:pt x="2797" y="33"/>
                  <a:pt x="2805" y="40"/>
                  <a:pt x="2812" y="47"/>
                </a:cubicBezTo>
                <a:cubicBezTo>
                  <a:pt x="2820" y="54"/>
                  <a:pt x="2826" y="62"/>
                  <a:pt x="2832" y="71"/>
                </a:cubicBezTo>
                <a:cubicBezTo>
                  <a:pt x="2838" y="80"/>
                  <a:pt x="2843" y="89"/>
                  <a:pt x="2847" y="98"/>
                </a:cubicBezTo>
                <a:cubicBezTo>
                  <a:pt x="2851" y="108"/>
                  <a:pt x="2854" y="118"/>
                  <a:pt x="2856" y="128"/>
                </a:cubicBezTo>
                <a:cubicBezTo>
                  <a:pt x="2858" y="138"/>
                  <a:pt x="2859" y="149"/>
                  <a:pt x="2859" y="159"/>
                </a:cubicBezTo>
                <a:lnTo>
                  <a:pt x="2859" y="848"/>
                </a:lnTo>
                <a:cubicBezTo>
                  <a:pt x="2859" y="858"/>
                  <a:pt x="2858" y="869"/>
                  <a:pt x="2856" y="879"/>
                </a:cubicBezTo>
                <a:cubicBezTo>
                  <a:pt x="2854" y="889"/>
                  <a:pt x="2851" y="899"/>
                  <a:pt x="2847" y="909"/>
                </a:cubicBezTo>
                <a:cubicBezTo>
                  <a:pt x="2843" y="918"/>
                  <a:pt x="2838" y="928"/>
                  <a:pt x="2832" y="936"/>
                </a:cubicBezTo>
                <a:cubicBezTo>
                  <a:pt x="2826" y="945"/>
                  <a:pt x="2820" y="953"/>
                  <a:pt x="2812" y="960"/>
                </a:cubicBezTo>
                <a:cubicBezTo>
                  <a:pt x="2805" y="968"/>
                  <a:pt x="2797" y="974"/>
                  <a:pt x="2788" y="980"/>
                </a:cubicBezTo>
                <a:cubicBezTo>
                  <a:pt x="2780" y="986"/>
                  <a:pt x="2770" y="991"/>
                  <a:pt x="2761" y="995"/>
                </a:cubicBezTo>
                <a:cubicBezTo>
                  <a:pt x="2751" y="999"/>
                  <a:pt x="2741" y="1002"/>
                  <a:pt x="2731" y="1004"/>
                </a:cubicBezTo>
                <a:cubicBezTo>
                  <a:pt x="2721" y="1006"/>
                  <a:pt x="2710" y="1007"/>
                  <a:pt x="2700" y="1007"/>
                </a:cubicBezTo>
                <a:lnTo>
                  <a:pt x="159" y="1007"/>
                </a:lnTo>
                <a:cubicBezTo>
                  <a:pt x="149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8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1" name=""/>
          <p:cNvSpPr txBox="1"/>
          <p:nvPr/>
        </p:nvSpPr>
        <p:spPr>
          <a:xfrm>
            <a:off x="1300320" y="2838600"/>
            <a:ext cx="1599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Can use 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2" name=""/>
          <p:cNvSpPr txBox="1"/>
          <p:nvPr/>
        </p:nvSpPr>
        <p:spPr>
          <a:xfrm>
            <a:off x="2994840" y="293724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accept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3" name=""/>
          <p:cNvSpPr/>
          <p:nvPr/>
        </p:nvSpPr>
        <p:spPr>
          <a:xfrm>
            <a:off x="1047600" y="34858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4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199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4" name=""/>
          <p:cNvSpPr txBox="1"/>
          <p:nvPr/>
        </p:nvSpPr>
        <p:spPr>
          <a:xfrm>
            <a:off x="3934080" y="2838600"/>
            <a:ext cx="3495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 to limit ﬁle types.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5" name=""/>
          <p:cNvSpPr/>
          <p:nvPr/>
        </p:nvSpPr>
        <p:spPr>
          <a:xfrm>
            <a:off x="6429240" y="3390840"/>
            <a:ext cx="1314720" cy="352800"/>
          </a:xfrm>
          <a:custGeom>
            <a:avLst/>
            <a:gdLst/>
            <a:ahLst/>
            <a:rect l="0" t="0" r="r" b="b"/>
            <a:pathLst>
              <a:path w="3652" h="980">
                <a:moveTo>
                  <a:pt x="0" y="820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5" y="5"/>
                  <a:pt x="3544" y="8"/>
                  <a:pt x="3554" y="12"/>
                </a:cubicBezTo>
                <a:cubicBezTo>
                  <a:pt x="3564" y="16"/>
                  <a:pt x="3573" y="21"/>
                  <a:pt x="3582" y="26"/>
                </a:cubicBezTo>
                <a:cubicBezTo>
                  <a:pt x="3590" y="32"/>
                  <a:pt x="3598" y="39"/>
                  <a:pt x="3606" y="46"/>
                </a:cubicBezTo>
                <a:cubicBezTo>
                  <a:pt x="3613" y="54"/>
                  <a:pt x="3620" y="62"/>
                  <a:pt x="3625" y="70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7"/>
                  <a:pt x="3647" y="117"/>
                  <a:pt x="3649" y="127"/>
                </a:cubicBezTo>
                <a:cubicBezTo>
                  <a:pt x="3651" y="138"/>
                  <a:pt x="3652" y="148"/>
                  <a:pt x="3652" y="158"/>
                </a:cubicBezTo>
                <a:lnTo>
                  <a:pt x="3652" y="820"/>
                </a:lnTo>
                <a:cubicBezTo>
                  <a:pt x="3652" y="830"/>
                  <a:pt x="3651" y="841"/>
                  <a:pt x="3649" y="852"/>
                </a:cubicBezTo>
                <a:cubicBezTo>
                  <a:pt x="3647" y="862"/>
                  <a:pt x="3644" y="872"/>
                  <a:pt x="3640" y="882"/>
                </a:cubicBezTo>
                <a:cubicBezTo>
                  <a:pt x="3636" y="891"/>
                  <a:pt x="3631" y="900"/>
                  <a:pt x="3625" y="909"/>
                </a:cubicBezTo>
                <a:cubicBezTo>
                  <a:pt x="3620" y="918"/>
                  <a:pt x="3613" y="926"/>
                  <a:pt x="3606" y="933"/>
                </a:cubicBezTo>
                <a:cubicBezTo>
                  <a:pt x="3598" y="940"/>
                  <a:pt x="3590" y="947"/>
                  <a:pt x="3582" y="953"/>
                </a:cubicBezTo>
                <a:cubicBezTo>
                  <a:pt x="3573" y="959"/>
                  <a:pt x="3564" y="964"/>
                  <a:pt x="3554" y="968"/>
                </a:cubicBezTo>
                <a:cubicBezTo>
                  <a:pt x="3544" y="972"/>
                  <a:pt x="3535" y="975"/>
                  <a:pt x="3524" y="977"/>
                </a:cubicBezTo>
                <a:cubicBezTo>
                  <a:pt x="3514" y="979"/>
                  <a:pt x="3504" y="980"/>
                  <a:pt x="3493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7" y="975"/>
                  <a:pt x="108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0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1"/>
                  <a:pt x="0" y="830"/>
                  <a:pt x="0" y="820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06" name=""/>
          <p:cNvSpPr txBox="1"/>
          <p:nvPr/>
        </p:nvSpPr>
        <p:spPr>
          <a:xfrm>
            <a:off x="1300320" y="3333600"/>
            <a:ext cx="5123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Multiple ﬁle uploads are possible using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7" name=""/>
          <p:cNvSpPr txBox="1"/>
          <p:nvPr/>
        </p:nvSpPr>
        <p:spPr>
          <a:xfrm>
            <a:off x="6518880" y="344232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multiple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08" name=""/>
          <p:cNvSpPr txBox="1"/>
          <p:nvPr/>
        </p:nvSpPr>
        <p:spPr>
          <a:xfrm>
            <a:off x="7739640" y="33336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09" name="" descr=""/>
          <p:cNvPicPr/>
          <p:nvPr/>
        </p:nvPicPr>
        <p:blipFill>
          <a:blip r:embed="rId1"/>
          <a:stretch/>
        </p:blipFill>
        <p:spPr>
          <a:xfrm>
            <a:off x="752400" y="4648320"/>
            <a:ext cx="9524520" cy="3885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0" name=""/>
          <p:cNvSpPr txBox="1"/>
          <p:nvPr/>
        </p:nvSpPr>
        <p:spPr>
          <a:xfrm>
            <a:off x="914400" y="4062240"/>
            <a:ext cx="8591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"file"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"photos"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accept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"image/*"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multiple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4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5" name=""/>
          <p:cNvSpPr/>
          <p:nvPr/>
        </p:nvSpPr>
        <p:spPr>
          <a:xfrm>
            <a:off x="757080" y="2071440"/>
            <a:ext cx="10687320" cy="591120"/>
          </a:xfrm>
          <a:custGeom>
            <a:avLst/>
            <a:gdLst/>
            <a:ahLst/>
            <a:rect l="0" t="0" r="r" b="b"/>
            <a:pathLst>
              <a:path w="29687" h="1642">
                <a:moveTo>
                  <a:pt x="0" y="1495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95"/>
                </a:lnTo>
                <a:cubicBezTo>
                  <a:pt x="29687" y="1505"/>
                  <a:pt x="29686" y="1514"/>
                  <a:pt x="29684" y="1523"/>
                </a:cubicBezTo>
                <a:cubicBezTo>
                  <a:pt x="29683" y="1533"/>
                  <a:pt x="29680" y="1542"/>
                  <a:pt x="29676" y="1551"/>
                </a:cubicBezTo>
                <a:cubicBezTo>
                  <a:pt x="29672" y="1560"/>
                  <a:pt x="29668" y="1568"/>
                  <a:pt x="29663" y="1576"/>
                </a:cubicBezTo>
                <a:cubicBezTo>
                  <a:pt x="29657" y="1584"/>
                  <a:pt x="29651" y="1591"/>
                  <a:pt x="29645" y="1598"/>
                </a:cubicBezTo>
                <a:cubicBezTo>
                  <a:pt x="29638" y="1605"/>
                  <a:pt x="29630" y="1611"/>
                  <a:pt x="29623" y="1616"/>
                </a:cubicBezTo>
                <a:cubicBezTo>
                  <a:pt x="29615" y="1621"/>
                  <a:pt x="29606" y="1626"/>
                  <a:pt x="29597" y="1631"/>
                </a:cubicBezTo>
                <a:cubicBezTo>
                  <a:pt x="29589" y="1634"/>
                  <a:pt x="29579" y="1637"/>
                  <a:pt x="29570" y="1639"/>
                </a:cubicBezTo>
                <a:cubicBezTo>
                  <a:pt x="29561" y="1641"/>
                  <a:pt x="29551" y="1642"/>
                  <a:pt x="29542" y="1642"/>
                </a:cubicBezTo>
                <a:lnTo>
                  <a:pt x="145" y="1642"/>
                </a:lnTo>
                <a:cubicBezTo>
                  <a:pt x="136" y="1642"/>
                  <a:pt x="126" y="1641"/>
                  <a:pt x="117" y="1639"/>
                </a:cubicBezTo>
                <a:cubicBezTo>
                  <a:pt x="108" y="1637"/>
                  <a:pt x="99" y="1634"/>
                  <a:pt x="90" y="1631"/>
                </a:cubicBezTo>
                <a:cubicBezTo>
                  <a:pt x="81" y="1626"/>
                  <a:pt x="73" y="1621"/>
                  <a:pt x="65" y="1616"/>
                </a:cubicBezTo>
                <a:cubicBezTo>
                  <a:pt x="57" y="1611"/>
                  <a:pt x="49" y="1605"/>
                  <a:pt x="43" y="1598"/>
                </a:cubicBezTo>
                <a:cubicBezTo>
                  <a:pt x="36" y="1591"/>
                  <a:pt x="30" y="1584"/>
                  <a:pt x="24" y="1576"/>
                </a:cubicBezTo>
                <a:cubicBezTo>
                  <a:pt x="19" y="1568"/>
                  <a:pt x="15" y="1560"/>
                  <a:pt x="11" y="1551"/>
                </a:cubicBezTo>
                <a:cubicBezTo>
                  <a:pt x="7" y="1542"/>
                  <a:pt x="5" y="1533"/>
                  <a:pt x="3" y="1523"/>
                </a:cubicBezTo>
                <a:cubicBezTo>
                  <a:pt x="1" y="1514"/>
                  <a:pt x="0" y="1505"/>
                  <a:pt x="0" y="1495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6" name=""/>
          <p:cNvSpPr/>
          <p:nvPr/>
        </p:nvSpPr>
        <p:spPr>
          <a:xfrm>
            <a:off x="2866680" y="819000"/>
            <a:ext cx="1438920" cy="400320"/>
          </a:xfrm>
          <a:custGeom>
            <a:avLst/>
            <a:gdLst/>
            <a:ahLst/>
            <a:rect l="0" t="0" r="r" b="b"/>
            <a:pathLst>
              <a:path w="39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838" y="0"/>
                </a:lnTo>
                <a:cubicBezTo>
                  <a:pt x="3848" y="0"/>
                  <a:pt x="3859" y="1"/>
                  <a:pt x="3869" y="3"/>
                </a:cubicBezTo>
                <a:cubicBezTo>
                  <a:pt x="3879" y="5"/>
                  <a:pt x="3889" y="8"/>
                  <a:pt x="3899" y="12"/>
                </a:cubicBezTo>
                <a:cubicBezTo>
                  <a:pt x="3908" y="16"/>
                  <a:pt x="3917" y="21"/>
                  <a:pt x="3926" y="27"/>
                </a:cubicBezTo>
                <a:cubicBezTo>
                  <a:pt x="3935" y="32"/>
                  <a:pt x="3943" y="39"/>
                  <a:pt x="3950" y="46"/>
                </a:cubicBezTo>
                <a:cubicBezTo>
                  <a:pt x="3958" y="54"/>
                  <a:pt x="3964" y="62"/>
                  <a:pt x="3970" y="70"/>
                </a:cubicBezTo>
                <a:cubicBezTo>
                  <a:pt x="3976" y="79"/>
                  <a:pt x="3981" y="88"/>
                  <a:pt x="3985" y="98"/>
                </a:cubicBezTo>
                <a:cubicBezTo>
                  <a:pt x="3989" y="108"/>
                  <a:pt x="3992" y="117"/>
                  <a:pt x="3994" y="128"/>
                </a:cubicBezTo>
                <a:cubicBezTo>
                  <a:pt x="3996" y="138"/>
                  <a:pt x="3997" y="148"/>
                  <a:pt x="3997" y="159"/>
                </a:cubicBezTo>
                <a:lnTo>
                  <a:pt x="3997" y="953"/>
                </a:lnTo>
                <a:cubicBezTo>
                  <a:pt x="3997" y="964"/>
                  <a:pt x="3996" y="974"/>
                  <a:pt x="3994" y="984"/>
                </a:cubicBezTo>
                <a:cubicBezTo>
                  <a:pt x="3992" y="995"/>
                  <a:pt x="3989" y="1005"/>
                  <a:pt x="3985" y="1014"/>
                </a:cubicBezTo>
                <a:cubicBezTo>
                  <a:pt x="3981" y="1024"/>
                  <a:pt x="3976" y="1033"/>
                  <a:pt x="3970" y="1042"/>
                </a:cubicBezTo>
                <a:cubicBezTo>
                  <a:pt x="3964" y="1050"/>
                  <a:pt x="3958" y="1058"/>
                  <a:pt x="3950" y="1066"/>
                </a:cubicBezTo>
                <a:cubicBezTo>
                  <a:pt x="3943" y="1073"/>
                  <a:pt x="3935" y="1080"/>
                  <a:pt x="3926" y="1085"/>
                </a:cubicBezTo>
                <a:cubicBezTo>
                  <a:pt x="3917" y="1091"/>
                  <a:pt x="3908" y="1096"/>
                  <a:pt x="3899" y="1100"/>
                </a:cubicBezTo>
                <a:cubicBezTo>
                  <a:pt x="3889" y="1104"/>
                  <a:pt x="3879" y="1107"/>
                  <a:pt x="3869" y="1109"/>
                </a:cubicBezTo>
                <a:cubicBezTo>
                  <a:pt x="3859" y="1111"/>
                  <a:pt x="3848" y="1112"/>
                  <a:pt x="3838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17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8" name=""/>
          <p:cNvSpPr txBox="1"/>
          <p:nvPr/>
        </p:nvSpPr>
        <p:spPr>
          <a:xfrm>
            <a:off x="2942280" y="815400"/>
            <a:ext cx="129564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search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19" name=""/>
          <p:cNvSpPr txBox="1"/>
          <p:nvPr/>
        </p:nvSpPr>
        <p:spPr>
          <a:xfrm>
            <a:off x="747720" y="1523880"/>
            <a:ext cx="5011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Optimized for entering search queries.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0" name=""/>
          <p:cNvSpPr/>
          <p:nvPr/>
        </p:nvSpPr>
        <p:spPr>
          <a:xfrm>
            <a:off x="1047600" y="2990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3"/>
                  <a:pt x="39" y="40"/>
                </a:cubicBezTo>
                <a:cubicBezTo>
                  <a:pt x="51" y="28"/>
                  <a:pt x="65" y="18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8"/>
                  <a:pt x="214" y="28"/>
                  <a:pt x="227" y="40"/>
                </a:cubicBezTo>
                <a:cubicBezTo>
                  <a:pt x="239" y="53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1" name=""/>
          <p:cNvSpPr txBox="1"/>
          <p:nvPr/>
        </p:nvSpPr>
        <p:spPr>
          <a:xfrm>
            <a:off x="914400" y="2233440"/>
            <a:ext cx="8450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"search"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"query"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"Search..."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2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23" name=""/>
          <p:cNvSpPr txBox="1"/>
          <p:nvPr/>
        </p:nvSpPr>
        <p:spPr>
          <a:xfrm>
            <a:off x="1300320" y="2838600"/>
            <a:ext cx="7254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Behaves like a text input but may include a clear button.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24" name="" descr=""/>
          <p:cNvPicPr/>
          <p:nvPr/>
        </p:nvPicPr>
        <p:blipFill>
          <a:blip r:embed="rId1"/>
          <a:stretch/>
        </p:blipFill>
        <p:spPr>
          <a:xfrm>
            <a:off x="752400" y="3876840"/>
            <a:ext cx="521928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5" name=""/>
          <p:cNvSpPr txBox="1"/>
          <p:nvPr/>
        </p:nvSpPr>
        <p:spPr>
          <a:xfrm>
            <a:off x="1300320" y="3324240"/>
            <a:ext cx="8902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Semantically indicates a search ﬁeld to browsers and screen readers.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9" name=""/>
          <p:cNvSpPr/>
          <p:nvPr/>
        </p:nvSpPr>
        <p:spPr>
          <a:xfrm>
            <a:off x="757080" y="2071440"/>
            <a:ext cx="10687320" cy="829080"/>
          </a:xfrm>
          <a:custGeom>
            <a:avLst/>
            <a:gdLst/>
            <a:ahLst/>
            <a:rect l="0" t="0" r="r" b="b"/>
            <a:pathLst>
              <a:path w="29687" h="2303">
                <a:moveTo>
                  <a:pt x="0" y="21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157"/>
                </a:lnTo>
                <a:cubicBezTo>
                  <a:pt x="29687" y="2166"/>
                  <a:pt x="29686" y="2176"/>
                  <a:pt x="29684" y="2185"/>
                </a:cubicBezTo>
                <a:cubicBezTo>
                  <a:pt x="29683" y="2194"/>
                  <a:pt x="29680" y="2203"/>
                  <a:pt x="29676" y="2212"/>
                </a:cubicBezTo>
                <a:cubicBezTo>
                  <a:pt x="29672" y="2221"/>
                  <a:pt x="29668" y="2229"/>
                  <a:pt x="29663" y="2237"/>
                </a:cubicBezTo>
                <a:cubicBezTo>
                  <a:pt x="29657" y="2245"/>
                  <a:pt x="29651" y="2253"/>
                  <a:pt x="29645" y="2259"/>
                </a:cubicBezTo>
                <a:cubicBezTo>
                  <a:pt x="29638" y="2266"/>
                  <a:pt x="29630" y="2272"/>
                  <a:pt x="29623" y="2278"/>
                </a:cubicBezTo>
                <a:cubicBezTo>
                  <a:pt x="29615" y="2283"/>
                  <a:pt x="29606" y="2287"/>
                  <a:pt x="29597" y="2291"/>
                </a:cubicBezTo>
                <a:cubicBezTo>
                  <a:pt x="29589" y="2295"/>
                  <a:pt x="29579" y="2297"/>
                  <a:pt x="29570" y="2299"/>
                </a:cubicBezTo>
                <a:cubicBezTo>
                  <a:pt x="29561" y="2302"/>
                  <a:pt x="29551" y="2303"/>
                  <a:pt x="29542" y="2303"/>
                </a:cubicBezTo>
                <a:lnTo>
                  <a:pt x="145" y="2303"/>
                </a:lnTo>
                <a:cubicBezTo>
                  <a:pt x="136" y="2303"/>
                  <a:pt x="126" y="2302"/>
                  <a:pt x="117" y="2299"/>
                </a:cubicBezTo>
                <a:cubicBezTo>
                  <a:pt x="108" y="2297"/>
                  <a:pt x="99" y="2295"/>
                  <a:pt x="90" y="2291"/>
                </a:cubicBezTo>
                <a:cubicBezTo>
                  <a:pt x="81" y="2287"/>
                  <a:pt x="73" y="2283"/>
                  <a:pt x="65" y="2278"/>
                </a:cubicBezTo>
                <a:cubicBezTo>
                  <a:pt x="57" y="2272"/>
                  <a:pt x="49" y="2266"/>
                  <a:pt x="43" y="2259"/>
                </a:cubicBezTo>
                <a:cubicBezTo>
                  <a:pt x="36" y="2253"/>
                  <a:pt x="30" y="2245"/>
                  <a:pt x="24" y="2237"/>
                </a:cubicBezTo>
                <a:cubicBezTo>
                  <a:pt x="19" y="2229"/>
                  <a:pt x="15" y="2221"/>
                  <a:pt x="11" y="2212"/>
                </a:cubicBezTo>
                <a:cubicBezTo>
                  <a:pt x="7" y="2203"/>
                  <a:pt x="5" y="2194"/>
                  <a:pt x="3" y="2185"/>
                </a:cubicBezTo>
                <a:cubicBezTo>
                  <a:pt x="1" y="2176"/>
                  <a:pt x="0" y="2166"/>
                  <a:pt x="0" y="215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0" name=""/>
          <p:cNvSpPr/>
          <p:nvPr/>
        </p:nvSpPr>
        <p:spPr>
          <a:xfrm>
            <a:off x="757080" y="2071440"/>
            <a:ext cx="10687320" cy="829080"/>
          </a:xfrm>
          <a:custGeom>
            <a:avLst/>
            <a:gdLst/>
            <a:ahLst/>
            <a:rect l="0" t="0" r="r" b="b"/>
            <a:pathLst>
              <a:path w="29687" h="2303">
                <a:moveTo>
                  <a:pt x="0" y="215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157"/>
                </a:lnTo>
                <a:cubicBezTo>
                  <a:pt x="29687" y="2166"/>
                  <a:pt x="29686" y="2176"/>
                  <a:pt x="29684" y="2185"/>
                </a:cubicBezTo>
                <a:cubicBezTo>
                  <a:pt x="29683" y="2194"/>
                  <a:pt x="29680" y="2203"/>
                  <a:pt x="29676" y="2212"/>
                </a:cubicBezTo>
                <a:cubicBezTo>
                  <a:pt x="29672" y="2221"/>
                  <a:pt x="29668" y="2229"/>
                  <a:pt x="29663" y="2237"/>
                </a:cubicBezTo>
                <a:cubicBezTo>
                  <a:pt x="29657" y="2245"/>
                  <a:pt x="29651" y="2253"/>
                  <a:pt x="29645" y="2259"/>
                </a:cubicBezTo>
                <a:cubicBezTo>
                  <a:pt x="29638" y="2266"/>
                  <a:pt x="29630" y="2272"/>
                  <a:pt x="29623" y="2278"/>
                </a:cubicBezTo>
                <a:cubicBezTo>
                  <a:pt x="29615" y="2283"/>
                  <a:pt x="29606" y="2287"/>
                  <a:pt x="29597" y="2291"/>
                </a:cubicBezTo>
                <a:cubicBezTo>
                  <a:pt x="29589" y="2295"/>
                  <a:pt x="29579" y="2297"/>
                  <a:pt x="29570" y="2299"/>
                </a:cubicBezTo>
                <a:cubicBezTo>
                  <a:pt x="29561" y="2302"/>
                  <a:pt x="29551" y="2303"/>
                  <a:pt x="29542" y="2303"/>
                </a:cubicBezTo>
                <a:lnTo>
                  <a:pt x="145" y="2303"/>
                </a:lnTo>
                <a:cubicBezTo>
                  <a:pt x="136" y="2303"/>
                  <a:pt x="126" y="2302"/>
                  <a:pt x="117" y="2299"/>
                </a:cubicBezTo>
                <a:cubicBezTo>
                  <a:pt x="108" y="2297"/>
                  <a:pt x="99" y="2295"/>
                  <a:pt x="90" y="2291"/>
                </a:cubicBezTo>
                <a:cubicBezTo>
                  <a:pt x="81" y="2287"/>
                  <a:pt x="73" y="2283"/>
                  <a:pt x="65" y="2278"/>
                </a:cubicBezTo>
                <a:cubicBezTo>
                  <a:pt x="57" y="2272"/>
                  <a:pt x="49" y="2266"/>
                  <a:pt x="43" y="2259"/>
                </a:cubicBezTo>
                <a:cubicBezTo>
                  <a:pt x="36" y="2253"/>
                  <a:pt x="30" y="2245"/>
                  <a:pt x="24" y="2237"/>
                </a:cubicBezTo>
                <a:cubicBezTo>
                  <a:pt x="19" y="2229"/>
                  <a:pt x="15" y="2221"/>
                  <a:pt x="11" y="2212"/>
                </a:cubicBezTo>
                <a:cubicBezTo>
                  <a:pt x="7" y="2203"/>
                  <a:pt x="5" y="2194"/>
                  <a:pt x="3" y="2185"/>
                </a:cubicBezTo>
                <a:cubicBezTo>
                  <a:pt x="1" y="2176"/>
                  <a:pt x="0" y="2166"/>
                  <a:pt x="0" y="215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1" name=""/>
          <p:cNvSpPr/>
          <p:nvPr/>
        </p:nvSpPr>
        <p:spPr>
          <a:xfrm>
            <a:off x="2866680" y="819000"/>
            <a:ext cx="790920" cy="400320"/>
          </a:xfrm>
          <a:custGeom>
            <a:avLst/>
            <a:gdLst/>
            <a:ahLst/>
            <a:rect l="0" t="0" r="r" b="b"/>
            <a:pathLst>
              <a:path w="219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039" y="0"/>
                </a:lnTo>
                <a:cubicBezTo>
                  <a:pt x="2049" y="0"/>
                  <a:pt x="2059" y="1"/>
                  <a:pt x="2070" y="3"/>
                </a:cubicBezTo>
                <a:cubicBezTo>
                  <a:pt x="2080" y="5"/>
                  <a:pt x="2090" y="8"/>
                  <a:pt x="2100" y="12"/>
                </a:cubicBezTo>
                <a:cubicBezTo>
                  <a:pt x="2109" y="16"/>
                  <a:pt x="2118" y="21"/>
                  <a:pt x="2127" y="27"/>
                </a:cubicBezTo>
                <a:cubicBezTo>
                  <a:pt x="2136" y="32"/>
                  <a:pt x="2144" y="39"/>
                  <a:pt x="2151" y="46"/>
                </a:cubicBezTo>
                <a:cubicBezTo>
                  <a:pt x="2158" y="54"/>
                  <a:pt x="2165" y="62"/>
                  <a:pt x="2171" y="70"/>
                </a:cubicBezTo>
                <a:cubicBezTo>
                  <a:pt x="2177" y="79"/>
                  <a:pt x="2181" y="88"/>
                  <a:pt x="2185" y="98"/>
                </a:cubicBezTo>
                <a:cubicBezTo>
                  <a:pt x="2189" y="108"/>
                  <a:pt x="2192" y="117"/>
                  <a:pt x="2194" y="128"/>
                </a:cubicBezTo>
                <a:cubicBezTo>
                  <a:pt x="2196" y="138"/>
                  <a:pt x="2197" y="148"/>
                  <a:pt x="2197" y="159"/>
                </a:cubicBezTo>
                <a:lnTo>
                  <a:pt x="2197" y="953"/>
                </a:lnTo>
                <a:cubicBezTo>
                  <a:pt x="2197" y="964"/>
                  <a:pt x="2196" y="974"/>
                  <a:pt x="2194" y="984"/>
                </a:cubicBezTo>
                <a:cubicBezTo>
                  <a:pt x="2192" y="995"/>
                  <a:pt x="2189" y="1005"/>
                  <a:pt x="2185" y="1014"/>
                </a:cubicBezTo>
                <a:cubicBezTo>
                  <a:pt x="2181" y="1024"/>
                  <a:pt x="2177" y="1033"/>
                  <a:pt x="2171" y="1042"/>
                </a:cubicBezTo>
                <a:cubicBezTo>
                  <a:pt x="2165" y="1050"/>
                  <a:pt x="2158" y="1058"/>
                  <a:pt x="2151" y="1066"/>
                </a:cubicBezTo>
                <a:cubicBezTo>
                  <a:pt x="2144" y="1073"/>
                  <a:pt x="2136" y="1080"/>
                  <a:pt x="2127" y="1085"/>
                </a:cubicBezTo>
                <a:cubicBezTo>
                  <a:pt x="2118" y="1091"/>
                  <a:pt x="2109" y="1096"/>
                  <a:pt x="2099" y="1100"/>
                </a:cubicBezTo>
                <a:cubicBezTo>
                  <a:pt x="2090" y="1104"/>
                  <a:pt x="2080" y="1107"/>
                  <a:pt x="2070" y="1109"/>
                </a:cubicBezTo>
                <a:cubicBezTo>
                  <a:pt x="2059" y="1111"/>
                  <a:pt x="2049" y="1112"/>
                  <a:pt x="203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2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3" name=""/>
          <p:cNvSpPr txBox="1"/>
          <p:nvPr/>
        </p:nvSpPr>
        <p:spPr>
          <a:xfrm>
            <a:off x="2942280" y="815400"/>
            <a:ext cx="64836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url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4" name=""/>
          <p:cNvSpPr txBox="1"/>
          <p:nvPr/>
        </p:nvSpPr>
        <p:spPr>
          <a:xfrm>
            <a:off x="747720" y="1523880"/>
            <a:ext cx="4360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for entering web addresses.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5" name=""/>
          <p:cNvSpPr txBox="1"/>
          <p:nvPr/>
        </p:nvSpPr>
        <p:spPr>
          <a:xfrm>
            <a:off x="914400" y="2233080"/>
            <a:ext cx="300816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&gt;Website:&lt;/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7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6" name=""/>
          <p:cNvSpPr/>
          <p:nvPr/>
        </p:nvSpPr>
        <p:spPr>
          <a:xfrm>
            <a:off x="1047600" y="322884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7" name=""/>
          <p:cNvSpPr txBox="1"/>
          <p:nvPr/>
        </p:nvSpPr>
        <p:spPr>
          <a:xfrm>
            <a:off x="914400" y="2481480"/>
            <a:ext cx="1033128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"url"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"homepage"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"https://example.com"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required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7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8" name=""/>
          <p:cNvSpPr/>
          <p:nvPr/>
        </p:nvSpPr>
        <p:spPr>
          <a:xfrm>
            <a:off x="1047600" y="3705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39" name=""/>
          <p:cNvSpPr txBox="1"/>
          <p:nvPr/>
        </p:nvSpPr>
        <p:spPr>
          <a:xfrm>
            <a:off x="1300320" y="3076560"/>
            <a:ext cx="6399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Provides built-in validation for valid URL patterns.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40" name="" descr=""/>
          <p:cNvPicPr/>
          <p:nvPr/>
        </p:nvPicPr>
        <p:blipFill>
          <a:blip r:embed="rId1"/>
          <a:stretch/>
        </p:blipFill>
        <p:spPr>
          <a:xfrm>
            <a:off x="752400" y="4105440"/>
            <a:ext cx="48477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1" name=""/>
          <p:cNvSpPr txBox="1"/>
          <p:nvPr/>
        </p:nvSpPr>
        <p:spPr>
          <a:xfrm>
            <a:off x="1300320" y="3552840"/>
            <a:ext cx="4956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Often used in contact or proﬁle forms.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5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6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7" name=""/>
          <p:cNvSpPr/>
          <p:nvPr/>
        </p:nvSpPr>
        <p:spPr>
          <a:xfrm>
            <a:off x="2866680" y="8190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48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9" name=""/>
          <p:cNvSpPr txBox="1"/>
          <p:nvPr/>
        </p:nvSpPr>
        <p:spPr>
          <a:xfrm>
            <a:off x="294228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date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0" name=""/>
          <p:cNvSpPr txBox="1"/>
          <p:nvPr/>
        </p:nvSpPr>
        <p:spPr>
          <a:xfrm>
            <a:off x="747720" y="1523880"/>
            <a:ext cx="5932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Lets users pick a date from a calendar widget.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1" name=""/>
          <p:cNvSpPr txBox="1"/>
          <p:nvPr/>
        </p:nvSpPr>
        <p:spPr>
          <a:xfrm>
            <a:off x="914400" y="2233440"/>
            <a:ext cx="405864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&gt;Choose a date:&lt;/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2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3" name=""/>
          <p:cNvSpPr txBox="1"/>
          <p:nvPr/>
        </p:nvSpPr>
        <p:spPr>
          <a:xfrm>
            <a:off x="914400" y="2498400"/>
            <a:ext cx="10356120" cy="2642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"date"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"appointment"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min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"2025-01-01"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4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max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4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"2025-12-31"</a:t>
            </a:r>
            <a:r>
              <a:rPr b="0" lang="en-US" sz="184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4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4" name=""/>
          <p:cNvSpPr/>
          <p:nvPr/>
        </p:nvSpPr>
        <p:spPr>
          <a:xfrm>
            <a:off x="4924080" y="3152520"/>
            <a:ext cx="1600560" cy="362520"/>
          </a:xfrm>
          <a:custGeom>
            <a:avLst/>
            <a:gdLst/>
            <a:ahLst/>
            <a:rect l="0" t="0" r="r" b="b"/>
            <a:pathLst>
              <a:path w="4446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8"/>
                  <a:pt x="4" y="128"/>
                </a:cubicBezTo>
                <a:cubicBezTo>
                  <a:pt x="6" y="118"/>
                  <a:pt x="9" y="108"/>
                  <a:pt x="13" y="98"/>
                </a:cubicBezTo>
                <a:cubicBezTo>
                  <a:pt x="17" y="89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4288" y="0"/>
                </a:lnTo>
                <a:cubicBezTo>
                  <a:pt x="4298" y="0"/>
                  <a:pt x="4308" y="1"/>
                  <a:pt x="4319" y="3"/>
                </a:cubicBezTo>
                <a:cubicBezTo>
                  <a:pt x="4329" y="5"/>
                  <a:pt x="4339" y="8"/>
                  <a:pt x="4348" y="12"/>
                </a:cubicBezTo>
                <a:cubicBezTo>
                  <a:pt x="4358" y="16"/>
                  <a:pt x="4367" y="21"/>
                  <a:pt x="4376" y="27"/>
                </a:cubicBezTo>
                <a:cubicBezTo>
                  <a:pt x="4385" y="33"/>
                  <a:pt x="4393" y="39"/>
                  <a:pt x="4400" y="47"/>
                </a:cubicBezTo>
                <a:cubicBezTo>
                  <a:pt x="4407" y="54"/>
                  <a:pt x="4414" y="62"/>
                  <a:pt x="4420" y="71"/>
                </a:cubicBezTo>
                <a:cubicBezTo>
                  <a:pt x="4425" y="79"/>
                  <a:pt x="4430" y="89"/>
                  <a:pt x="4434" y="98"/>
                </a:cubicBezTo>
                <a:cubicBezTo>
                  <a:pt x="4438" y="108"/>
                  <a:pt x="4441" y="118"/>
                  <a:pt x="4443" y="128"/>
                </a:cubicBezTo>
                <a:cubicBezTo>
                  <a:pt x="4445" y="138"/>
                  <a:pt x="4446" y="149"/>
                  <a:pt x="4446" y="159"/>
                </a:cubicBezTo>
                <a:lnTo>
                  <a:pt x="4446" y="848"/>
                </a:lnTo>
                <a:cubicBezTo>
                  <a:pt x="4446" y="858"/>
                  <a:pt x="4445" y="869"/>
                  <a:pt x="4443" y="879"/>
                </a:cubicBezTo>
                <a:cubicBezTo>
                  <a:pt x="4441" y="889"/>
                  <a:pt x="4438" y="899"/>
                  <a:pt x="4434" y="909"/>
                </a:cubicBezTo>
                <a:cubicBezTo>
                  <a:pt x="4430" y="918"/>
                  <a:pt x="4425" y="927"/>
                  <a:pt x="4420" y="936"/>
                </a:cubicBezTo>
                <a:cubicBezTo>
                  <a:pt x="4414" y="945"/>
                  <a:pt x="4407" y="953"/>
                  <a:pt x="4400" y="960"/>
                </a:cubicBezTo>
                <a:cubicBezTo>
                  <a:pt x="4393" y="967"/>
                  <a:pt x="4385" y="974"/>
                  <a:pt x="4376" y="980"/>
                </a:cubicBezTo>
                <a:cubicBezTo>
                  <a:pt x="4367" y="986"/>
                  <a:pt x="4358" y="991"/>
                  <a:pt x="4348" y="995"/>
                </a:cubicBezTo>
                <a:cubicBezTo>
                  <a:pt x="4339" y="999"/>
                  <a:pt x="4329" y="1002"/>
                  <a:pt x="4319" y="1004"/>
                </a:cubicBezTo>
                <a:cubicBezTo>
                  <a:pt x="4308" y="1006"/>
                  <a:pt x="4298" y="1007"/>
                  <a:pt x="4288" y="1007"/>
                </a:cubicBezTo>
                <a:lnTo>
                  <a:pt x="159" y="1007"/>
                </a:lnTo>
                <a:cubicBezTo>
                  <a:pt x="149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7" y="918"/>
                  <a:pt x="13" y="909"/>
                </a:cubicBezTo>
                <a:cubicBezTo>
                  <a:pt x="9" y="899"/>
                  <a:pt x="6" y="889"/>
                  <a:pt x="4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5" name=""/>
          <p:cNvSpPr txBox="1"/>
          <p:nvPr/>
        </p:nvSpPr>
        <p:spPr>
          <a:xfrm>
            <a:off x="1300320" y="3105000"/>
            <a:ext cx="3620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Returns value in the format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6" name=""/>
          <p:cNvSpPr txBox="1"/>
          <p:nvPr/>
        </p:nvSpPr>
        <p:spPr>
          <a:xfrm>
            <a:off x="5018760" y="3204000"/>
            <a:ext cx="1409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YYYY-DD-MM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7" name=""/>
          <p:cNvSpPr/>
          <p:nvPr/>
        </p:nvSpPr>
        <p:spPr>
          <a:xfrm>
            <a:off x="1047600" y="37526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2"/>
                  <a:pt x="39" y="40"/>
                </a:cubicBezTo>
                <a:cubicBezTo>
                  <a:pt x="51" y="27"/>
                  <a:pt x="65" y="18"/>
                  <a:pt x="82" y="11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1"/>
                </a:cubicBezTo>
                <a:cubicBezTo>
                  <a:pt x="200" y="18"/>
                  <a:pt x="214" y="27"/>
                  <a:pt x="227" y="40"/>
                </a:cubicBezTo>
                <a:cubicBezTo>
                  <a:pt x="239" y="52"/>
                  <a:pt x="249" y="67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58" name=""/>
          <p:cNvSpPr txBox="1"/>
          <p:nvPr/>
        </p:nvSpPr>
        <p:spPr>
          <a:xfrm>
            <a:off x="6521040" y="3105000"/>
            <a:ext cx="2979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(Based on user locale).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59" name="" descr=""/>
          <p:cNvPicPr/>
          <p:nvPr/>
        </p:nvPicPr>
        <p:blipFill>
          <a:blip r:embed="rId1"/>
          <a:stretch/>
        </p:blipFill>
        <p:spPr>
          <a:xfrm>
            <a:off x="752400" y="4152960"/>
            <a:ext cx="37335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0" name=""/>
          <p:cNvSpPr txBox="1"/>
          <p:nvPr/>
        </p:nvSpPr>
        <p:spPr>
          <a:xfrm>
            <a:off x="1300320" y="3600360"/>
            <a:ext cx="7250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Browser-native UI ensures consistency and accessibility.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4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5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6" name=""/>
          <p:cNvSpPr/>
          <p:nvPr/>
        </p:nvSpPr>
        <p:spPr>
          <a:xfrm>
            <a:off x="2866680" y="819000"/>
            <a:ext cx="1229400" cy="400320"/>
          </a:xfrm>
          <a:custGeom>
            <a:avLst/>
            <a:gdLst/>
            <a:ahLst/>
            <a:rect l="0" t="0" r="r" b="b"/>
            <a:pathLst>
              <a:path w="3415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56" y="0"/>
                </a:lnTo>
                <a:cubicBezTo>
                  <a:pt x="3266" y="0"/>
                  <a:pt x="3277" y="1"/>
                  <a:pt x="3287" y="3"/>
                </a:cubicBezTo>
                <a:cubicBezTo>
                  <a:pt x="3297" y="5"/>
                  <a:pt x="3307" y="8"/>
                  <a:pt x="3317" y="12"/>
                </a:cubicBezTo>
                <a:cubicBezTo>
                  <a:pt x="3326" y="16"/>
                  <a:pt x="3335" y="21"/>
                  <a:pt x="3344" y="27"/>
                </a:cubicBezTo>
                <a:cubicBezTo>
                  <a:pt x="3353" y="32"/>
                  <a:pt x="3361" y="39"/>
                  <a:pt x="3368" y="46"/>
                </a:cubicBezTo>
                <a:cubicBezTo>
                  <a:pt x="3375" y="54"/>
                  <a:pt x="3382" y="62"/>
                  <a:pt x="3388" y="70"/>
                </a:cubicBezTo>
                <a:cubicBezTo>
                  <a:pt x="3394" y="79"/>
                  <a:pt x="3399" y="88"/>
                  <a:pt x="3402" y="98"/>
                </a:cubicBezTo>
                <a:cubicBezTo>
                  <a:pt x="3406" y="108"/>
                  <a:pt x="3409" y="117"/>
                  <a:pt x="3412" y="128"/>
                </a:cubicBezTo>
                <a:cubicBezTo>
                  <a:pt x="3414" y="138"/>
                  <a:pt x="3415" y="148"/>
                  <a:pt x="3415" y="159"/>
                </a:cubicBezTo>
                <a:lnTo>
                  <a:pt x="3415" y="953"/>
                </a:lnTo>
                <a:cubicBezTo>
                  <a:pt x="3415" y="964"/>
                  <a:pt x="3414" y="974"/>
                  <a:pt x="3412" y="984"/>
                </a:cubicBezTo>
                <a:cubicBezTo>
                  <a:pt x="3409" y="995"/>
                  <a:pt x="3406" y="1005"/>
                  <a:pt x="3402" y="1014"/>
                </a:cubicBezTo>
                <a:cubicBezTo>
                  <a:pt x="3399" y="1024"/>
                  <a:pt x="3394" y="1033"/>
                  <a:pt x="3388" y="1042"/>
                </a:cubicBezTo>
                <a:cubicBezTo>
                  <a:pt x="3382" y="1050"/>
                  <a:pt x="3375" y="1058"/>
                  <a:pt x="3368" y="1066"/>
                </a:cubicBezTo>
                <a:cubicBezTo>
                  <a:pt x="3361" y="1073"/>
                  <a:pt x="3353" y="1080"/>
                  <a:pt x="3344" y="1085"/>
                </a:cubicBezTo>
                <a:cubicBezTo>
                  <a:pt x="3335" y="1091"/>
                  <a:pt x="3326" y="1096"/>
                  <a:pt x="3317" y="1100"/>
                </a:cubicBezTo>
                <a:cubicBezTo>
                  <a:pt x="3307" y="1104"/>
                  <a:pt x="3297" y="1107"/>
                  <a:pt x="3287" y="1109"/>
                </a:cubicBezTo>
                <a:cubicBezTo>
                  <a:pt x="3277" y="1111"/>
                  <a:pt x="3266" y="1112"/>
                  <a:pt x="3256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67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8" name=""/>
          <p:cNvSpPr txBox="1"/>
          <p:nvPr/>
        </p:nvSpPr>
        <p:spPr>
          <a:xfrm>
            <a:off x="294228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month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69" name=""/>
          <p:cNvSpPr txBox="1"/>
          <p:nvPr/>
        </p:nvSpPr>
        <p:spPr>
          <a:xfrm>
            <a:off x="747720" y="1523880"/>
            <a:ext cx="5866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Allows selection of a speciﬁc month and year.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0" name=""/>
          <p:cNvSpPr txBox="1"/>
          <p:nvPr/>
        </p:nvSpPr>
        <p:spPr>
          <a:xfrm>
            <a:off x="914400" y="2233440"/>
            <a:ext cx="4084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&gt;Billing month:&lt;/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1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2" name=""/>
          <p:cNvSpPr txBox="1"/>
          <p:nvPr/>
        </p:nvSpPr>
        <p:spPr>
          <a:xfrm>
            <a:off x="914400" y="2499840"/>
            <a:ext cx="7464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"month"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"billing"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"2025-11"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3" name=""/>
          <p:cNvSpPr/>
          <p:nvPr/>
        </p:nvSpPr>
        <p:spPr>
          <a:xfrm>
            <a:off x="3800160" y="3162240"/>
            <a:ext cx="1172160" cy="352800"/>
          </a:xfrm>
          <a:custGeom>
            <a:avLst/>
            <a:gdLst/>
            <a:ahLst/>
            <a:rect l="0" t="0" r="r" b="b"/>
            <a:pathLst>
              <a:path w="3256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097" y="0"/>
                </a:lnTo>
                <a:cubicBezTo>
                  <a:pt x="3107" y="0"/>
                  <a:pt x="3118" y="1"/>
                  <a:pt x="3128" y="3"/>
                </a:cubicBezTo>
                <a:cubicBezTo>
                  <a:pt x="3138" y="5"/>
                  <a:pt x="3148" y="8"/>
                  <a:pt x="3158" y="12"/>
                </a:cubicBezTo>
                <a:cubicBezTo>
                  <a:pt x="3167" y="16"/>
                  <a:pt x="3177" y="21"/>
                  <a:pt x="3185" y="26"/>
                </a:cubicBezTo>
                <a:cubicBezTo>
                  <a:pt x="3194" y="32"/>
                  <a:pt x="3202" y="39"/>
                  <a:pt x="3209" y="46"/>
                </a:cubicBezTo>
                <a:cubicBezTo>
                  <a:pt x="3217" y="54"/>
                  <a:pt x="3223" y="62"/>
                  <a:pt x="3229" y="70"/>
                </a:cubicBezTo>
                <a:cubicBezTo>
                  <a:pt x="3235" y="79"/>
                  <a:pt x="3240" y="88"/>
                  <a:pt x="3244" y="98"/>
                </a:cubicBezTo>
                <a:cubicBezTo>
                  <a:pt x="3248" y="107"/>
                  <a:pt x="3251" y="117"/>
                  <a:pt x="3253" y="127"/>
                </a:cubicBezTo>
                <a:cubicBezTo>
                  <a:pt x="3255" y="138"/>
                  <a:pt x="3256" y="148"/>
                  <a:pt x="3256" y="158"/>
                </a:cubicBezTo>
                <a:lnTo>
                  <a:pt x="3256" y="821"/>
                </a:lnTo>
                <a:cubicBezTo>
                  <a:pt x="3256" y="831"/>
                  <a:pt x="3255" y="842"/>
                  <a:pt x="3253" y="852"/>
                </a:cubicBezTo>
                <a:cubicBezTo>
                  <a:pt x="3251" y="862"/>
                  <a:pt x="3248" y="872"/>
                  <a:pt x="3244" y="882"/>
                </a:cubicBezTo>
                <a:cubicBezTo>
                  <a:pt x="3240" y="891"/>
                  <a:pt x="3235" y="900"/>
                  <a:pt x="3229" y="909"/>
                </a:cubicBezTo>
                <a:cubicBezTo>
                  <a:pt x="3223" y="918"/>
                  <a:pt x="3217" y="926"/>
                  <a:pt x="3209" y="933"/>
                </a:cubicBezTo>
                <a:cubicBezTo>
                  <a:pt x="3202" y="940"/>
                  <a:pt x="3194" y="947"/>
                  <a:pt x="3185" y="953"/>
                </a:cubicBezTo>
                <a:cubicBezTo>
                  <a:pt x="3177" y="959"/>
                  <a:pt x="3167" y="964"/>
                  <a:pt x="3158" y="968"/>
                </a:cubicBezTo>
                <a:cubicBezTo>
                  <a:pt x="3148" y="972"/>
                  <a:pt x="3138" y="975"/>
                  <a:pt x="3128" y="977"/>
                </a:cubicBezTo>
                <a:cubicBezTo>
                  <a:pt x="3118" y="979"/>
                  <a:pt x="3107" y="980"/>
                  <a:pt x="3097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40" y="926"/>
                  <a:pt x="33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4" name=""/>
          <p:cNvSpPr txBox="1"/>
          <p:nvPr/>
        </p:nvSpPr>
        <p:spPr>
          <a:xfrm>
            <a:off x="1300320" y="3105000"/>
            <a:ext cx="2499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Returns values like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5" name=""/>
          <p:cNvSpPr txBox="1"/>
          <p:nvPr/>
        </p:nvSpPr>
        <p:spPr>
          <a:xfrm>
            <a:off x="3895920" y="321372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2025-11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6" name=""/>
          <p:cNvSpPr/>
          <p:nvPr/>
        </p:nvSpPr>
        <p:spPr>
          <a:xfrm>
            <a:off x="1047600" y="3762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9" y="199"/>
                  <a:pt x="239" y="213"/>
                  <a:pt x="227" y="225"/>
                </a:cubicBezTo>
                <a:cubicBezTo>
                  <a:pt x="214" y="238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8"/>
                  <a:pt x="39" y="225"/>
                </a:cubicBezTo>
                <a:cubicBezTo>
                  <a:pt x="26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77" name=""/>
          <p:cNvSpPr txBox="1"/>
          <p:nvPr/>
        </p:nvSpPr>
        <p:spPr>
          <a:xfrm>
            <a:off x="4975920" y="310500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78" name="" descr=""/>
          <p:cNvPicPr/>
          <p:nvPr/>
        </p:nvPicPr>
        <p:blipFill>
          <a:blip r:embed="rId1"/>
          <a:stretch/>
        </p:blipFill>
        <p:spPr>
          <a:xfrm>
            <a:off x="752400" y="4152960"/>
            <a:ext cx="48477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9" name=""/>
          <p:cNvSpPr txBox="1"/>
          <p:nvPr/>
        </p:nvSpPr>
        <p:spPr>
          <a:xfrm>
            <a:off x="1300320" y="3610080"/>
            <a:ext cx="61491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Useful for billing cycles, reports, and schedules.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3" name=""/>
          <p:cNvSpPr/>
          <p:nvPr/>
        </p:nvSpPr>
        <p:spPr>
          <a:xfrm>
            <a:off x="757080" y="202392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6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9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4" name=""/>
          <p:cNvSpPr/>
          <p:nvPr/>
        </p:nvSpPr>
        <p:spPr>
          <a:xfrm>
            <a:off x="757080" y="2023920"/>
            <a:ext cx="10687320" cy="1943280"/>
          </a:xfrm>
          <a:custGeom>
            <a:avLst/>
            <a:gdLst/>
            <a:ahLst/>
            <a:rect l="0" t="0" r="r" b="b"/>
            <a:pathLst>
              <a:path w="29687" h="5398">
                <a:moveTo>
                  <a:pt x="0" y="5253"/>
                </a:moveTo>
                <a:lnTo>
                  <a:pt x="0" y="145"/>
                </a:lnTo>
                <a:cubicBezTo>
                  <a:pt x="0" y="136"/>
                  <a:pt x="1" y="126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4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7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7"/>
                  <a:pt x="29597" y="11"/>
                </a:cubicBezTo>
                <a:cubicBezTo>
                  <a:pt x="29606" y="15"/>
                  <a:pt x="29615" y="19"/>
                  <a:pt x="29623" y="24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6"/>
                  <a:pt x="29687" y="136"/>
                  <a:pt x="29687" y="145"/>
                </a:cubicBezTo>
                <a:lnTo>
                  <a:pt x="29687" y="5253"/>
                </a:lnTo>
                <a:cubicBezTo>
                  <a:pt x="29687" y="5262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7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7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7"/>
                  <a:pt x="29551" y="5398"/>
                  <a:pt x="29542" y="5398"/>
                </a:cubicBezTo>
                <a:lnTo>
                  <a:pt x="145" y="5398"/>
                </a:lnTo>
                <a:cubicBezTo>
                  <a:pt x="136" y="5398"/>
                  <a:pt x="126" y="5397"/>
                  <a:pt x="117" y="5396"/>
                </a:cubicBezTo>
                <a:cubicBezTo>
                  <a:pt x="108" y="5394"/>
                  <a:pt x="99" y="5391"/>
                  <a:pt x="90" y="5387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7"/>
                  <a:pt x="11" y="5309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2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5" name=""/>
          <p:cNvSpPr txBox="1"/>
          <p:nvPr/>
        </p:nvSpPr>
        <p:spPr>
          <a:xfrm>
            <a:off x="747720" y="730440"/>
            <a:ext cx="620352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Combining Date and Month Inputs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6" name=""/>
          <p:cNvSpPr txBox="1"/>
          <p:nvPr/>
        </p:nvSpPr>
        <p:spPr>
          <a:xfrm>
            <a:off x="747720" y="1476360"/>
            <a:ext cx="6761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They can work together for more precise data entry.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7" name=""/>
          <p:cNvSpPr txBox="1"/>
          <p:nvPr/>
        </p:nvSpPr>
        <p:spPr>
          <a:xfrm>
            <a:off x="914400" y="218556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8" name=""/>
          <p:cNvSpPr txBox="1"/>
          <p:nvPr/>
        </p:nvSpPr>
        <p:spPr>
          <a:xfrm>
            <a:off x="914400" y="2452320"/>
            <a:ext cx="39441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&gt;Start Date:&lt;/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9" name=""/>
          <p:cNvSpPr txBox="1"/>
          <p:nvPr/>
        </p:nvSpPr>
        <p:spPr>
          <a:xfrm>
            <a:off x="914400" y="2728440"/>
            <a:ext cx="5070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"date"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"start"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0" name=""/>
          <p:cNvSpPr txBox="1"/>
          <p:nvPr/>
        </p:nvSpPr>
        <p:spPr>
          <a:xfrm>
            <a:off x="914400" y="2995200"/>
            <a:ext cx="3803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&gt;End Month:&lt;/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1" name=""/>
          <p:cNvSpPr txBox="1"/>
          <p:nvPr/>
        </p:nvSpPr>
        <p:spPr>
          <a:xfrm>
            <a:off x="914400" y="3261960"/>
            <a:ext cx="49302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"month"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"end"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2" name=""/>
          <p:cNvSpPr/>
          <p:nvPr/>
        </p:nvSpPr>
        <p:spPr>
          <a:xfrm>
            <a:off x="1047600" y="42955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3" name=""/>
          <p:cNvSpPr/>
          <p:nvPr/>
        </p:nvSpPr>
        <p:spPr>
          <a:xfrm>
            <a:off x="1304640" y="4200480"/>
            <a:ext cx="743400" cy="352800"/>
          </a:xfrm>
          <a:custGeom>
            <a:avLst/>
            <a:gdLst/>
            <a:ahLst/>
            <a:rect l="0" t="0" r="r" b="b"/>
            <a:pathLst>
              <a:path w="2065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06" y="0"/>
                </a:lnTo>
                <a:cubicBezTo>
                  <a:pt x="1917" y="0"/>
                  <a:pt x="1927" y="1"/>
                  <a:pt x="1937" y="3"/>
                </a:cubicBezTo>
                <a:cubicBezTo>
                  <a:pt x="1947" y="5"/>
                  <a:pt x="1957" y="8"/>
                  <a:pt x="1967" y="12"/>
                </a:cubicBezTo>
                <a:cubicBezTo>
                  <a:pt x="1977" y="16"/>
                  <a:pt x="1986" y="21"/>
                  <a:pt x="1994" y="26"/>
                </a:cubicBezTo>
                <a:cubicBezTo>
                  <a:pt x="2003" y="32"/>
                  <a:pt x="2011" y="39"/>
                  <a:pt x="2019" y="46"/>
                </a:cubicBezTo>
                <a:cubicBezTo>
                  <a:pt x="2026" y="53"/>
                  <a:pt x="2032" y="62"/>
                  <a:pt x="2038" y="70"/>
                </a:cubicBezTo>
                <a:cubicBezTo>
                  <a:pt x="2044" y="79"/>
                  <a:pt x="2049" y="88"/>
                  <a:pt x="2053" y="98"/>
                </a:cubicBezTo>
                <a:cubicBezTo>
                  <a:pt x="2057" y="107"/>
                  <a:pt x="2060" y="117"/>
                  <a:pt x="2062" y="127"/>
                </a:cubicBezTo>
                <a:cubicBezTo>
                  <a:pt x="2064" y="138"/>
                  <a:pt x="2065" y="148"/>
                  <a:pt x="2065" y="158"/>
                </a:cubicBezTo>
                <a:lnTo>
                  <a:pt x="2065" y="821"/>
                </a:lnTo>
                <a:cubicBezTo>
                  <a:pt x="2065" y="831"/>
                  <a:pt x="2064" y="842"/>
                  <a:pt x="2062" y="852"/>
                </a:cubicBezTo>
                <a:cubicBezTo>
                  <a:pt x="2060" y="862"/>
                  <a:pt x="2057" y="872"/>
                  <a:pt x="2053" y="882"/>
                </a:cubicBezTo>
                <a:cubicBezTo>
                  <a:pt x="2049" y="891"/>
                  <a:pt x="2044" y="900"/>
                  <a:pt x="2038" y="909"/>
                </a:cubicBezTo>
                <a:cubicBezTo>
                  <a:pt x="2032" y="918"/>
                  <a:pt x="2026" y="926"/>
                  <a:pt x="2019" y="933"/>
                </a:cubicBezTo>
                <a:cubicBezTo>
                  <a:pt x="2011" y="940"/>
                  <a:pt x="2003" y="947"/>
                  <a:pt x="1994" y="953"/>
                </a:cubicBezTo>
                <a:cubicBezTo>
                  <a:pt x="1986" y="959"/>
                  <a:pt x="1977" y="964"/>
                  <a:pt x="1967" y="967"/>
                </a:cubicBezTo>
                <a:cubicBezTo>
                  <a:pt x="1957" y="971"/>
                  <a:pt x="1947" y="974"/>
                  <a:pt x="1937" y="977"/>
                </a:cubicBezTo>
                <a:cubicBezTo>
                  <a:pt x="1927" y="979"/>
                  <a:pt x="1917" y="980"/>
                  <a:pt x="1906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4"/>
                  <a:pt x="108" y="971"/>
                  <a:pt x="98" y="967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4" name=""/>
          <p:cNvSpPr txBox="1"/>
          <p:nvPr/>
        </p:nvSpPr>
        <p:spPr>
          <a:xfrm>
            <a:off x="914400" y="3538080"/>
            <a:ext cx="986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form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5" name=""/>
          <p:cNvSpPr txBox="1"/>
          <p:nvPr/>
        </p:nvSpPr>
        <p:spPr>
          <a:xfrm>
            <a:off x="1393920" y="425196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date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6" name=""/>
          <p:cNvSpPr/>
          <p:nvPr/>
        </p:nvSpPr>
        <p:spPr>
          <a:xfrm>
            <a:off x="4295520" y="4200480"/>
            <a:ext cx="886320" cy="352800"/>
          </a:xfrm>
          <a:custGeom>
            <a:avLst/>
            <a:gdLst/>
            <a:ahLst/>
            <a:rect l="0" t="0" r="r" b="b"/>
            <a:pathLst>
              <a:path w="2462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3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79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03" y="0"/>
                </a:lnTo>
                <a:cubicBezTo>
                  <a:pt x="2314" y="0"/>
                  <a:pt x="2324" y="1"/>
                  <a:pt x="2334" y="3"/>
                </a:cubicBezTo>
                <a:cubicBezTo>
                  <a:pt x="2344" y="5"/>
                  <a:pt x="2354" y="8"/>
                  <a:pt x="2364" y="12"/>
                </a:cubicBezTo>
                <a:cubicBezTo>
                  <a:pt x="2373" y="16"/>
                  <a:pt x="2383" y="21"/>
                  <a:pt x="2391" y="26"/>
                </a:cubicBezTo>
                <a:cubicBezTo>
                  <a:pt x="2400" y="32"/>
                  <a:pt x="2408" y="39"/>
                  <a:pt x="2415" y="46"/>
                </a:cubicBezTo>
                <a:cubicBezTo>
                  <a:pt x="2423" y="53"/>
                  <a:pt x="2429" y="62"/>
                  <a:pt x="2435" y="70"/>
                </a:cubicBezTo>
                <a:cubicBezTo>
                  <a:pt x="2441" y="79"/>
                  <a:pt x="2446" y="88"/>
                  <a:pt x="2450" y="98"/>
                </a:cubicBezTo>
                <a:cubicBezTo>
                  <a:pt x="2454" y="107"/>
                  <a:pt x="2457" y="117"/>
                  <a:pt x="2459" y="127"/>
                </a:cubicBezTo>
                <a:cubicBezTo>
                  <a:pt x="2461" y="138"/>
                  <a:pt x="2462" y="148"/>
                  <a:pt x="2462" y="158"/>
                </a:cubicBezTo>
                <a:lnTo>
                  <a:pt x="2462" y="821"/>
                </a:lnTo>
                <a:cubicBezTo>
                  <a:pt x="2462" y="831"/>
                  <a:pt x="2461" y="842"/>
                  <a:pt x="2459" y="852"/>
                </a:cubicBezTo>
                <a:cubicBezTo>
                  <a:pt x="2457" y="862"/>
                  <a:pt x="2454" y="872"/>
                  <a:pt x="2450" y="882"/>
                </a:cubicBezTo>
                <a:cubicBezTo>
                  <a:pt x="2446" y="891"/>
                  <a:pt x="2441" y="900"/>
                  <a:pt x="2435" y="909"/>
                </a:cubicBezTo>
                <a:cubicBezTo>
                  <a:pt x="2429" y="918"/>
                  <a:pt x="2423" y="926"/>
                  <a:pt x="2415" y="933"/>
                </a:cubicBezTo>
                <a:cubicBezTo>
                  <a:pt x="2408" y="940"/>
                  <a:pt x="2400" y="947"/>
                  <a:pt x="2391" y="953"/>
                </a:cubicBezTo>
                <a:cubicBezTo>
                  <a:pt x="2383" y="959"/>
                  <a:pt x="2373" y="964"/>
                  <a:pt x="2364" y="967"/>
                </a:cubicBezTo>
                <a:cubicBezTo>
                  <a:pt x="2354" y="971"/>
                  <a:pt x="2344" y="974"/>
                  <a:pt x="2334" y="977"/>
                </a:cubicBezTo>
                <a:cubicBezTo>
                  <a:pt x="2324" y="979"/>
                  <a:pt x="2314" y="980"/>
                  <a:pt x="2303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4"/>
                  <a:pt x="108" y="971"/>
                  <a:pt x="98" y="967"/>
                </a:cubicBezTo>
                <a:cubicBezTo>
                  <a:pt x="89" y="964"/>
                  <a:pt x="79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97" name=""/>
          <p:cNvSpPr txBox="1"/>
          <p:nvPr/>
        </p:nvSpPr>
        <p:spPr>
          <a:xfrm>
            <a:off x="2051280" y="4143240"/>
            <a:ext cx="2250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is more general;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8" name=""/>
          <p:cNvSpPr txBox="1"/>
          <p:nvPr/>
        </p:nvSpPr>
        <p:spPr>
          <a:xfrm>
            <a:off x="4386960" y="425196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month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99" name="" descr=""/>
          <p:cNvPicPr/>
          <p:nvPr/>
        </p:nvPicPr>
        <p:blipFill>
          <a:blip r:embed="rId1"/>
          <a:stretch/>
        </p:blipFill>
        <p:spPr>
          <a:xfrm>
            <a:off x="752400" y="4705200"/>
            <a:ext cx="4847760" cy="42858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0" name=""/>
          <p:cNvSpPr txBox="1"/>
          <p:nvPr/>
        </p:nvSpPr>
        <p:spPr>
          <a:xfrm>
            <a:off x="5185080" y="4143240"/>
            <a:ext cx="40384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is suitable for period selection.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4" name=""/>
          <p:cNvSpPr/>
          <p:nvPr/>
        </p:nvSpPr>
        <p:spPr>
          <a:xfrm>
            <a:off x="757080" y="2071440"/>
            <a:ext cx="10687320" cy="572040"/>
          </a:xfrm>
          <a:custGeom>
            <a:avLst/>
            <a:gdLst/>
            <a:ahLst/>
            <a:rect l="0" t="0" r="r" b="b"/>
            <a:pathLst>
              <a:path w="29687" h="1589">
                <a:moveTo>
                  <a:pt x="0" y="144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43"/>
                </a:lnTo>
                <a:cubicBezTo>
                  <a:pt x="29687" y="1453"/>
                  <a:pt x="29686" y="1462"/>
                  <a:pt x="29684" y="1472"/>
                </a:cubicBezTo>
                <a:cubicBezTo>
                  <a:pt x="29683" y="1481"/>
                  <a:pt x="29680" y="1490"/>
                  <a:pt x="29676" y="1499"/>
                </a:cubicBezTo>
                <a:cubicBezTo>
                  <a:pt x="29672" y="1508"/>
                  <a:pt x="29668" y="1516"/>
                  <a:pt x="29663" y="1524"/>
                </a:cubicBezTo>
                <a:cubicBezTo>
                  <a:pt x="29657" y="1532"/>
                  <a:pt x="29651" y="1539"/>
                  <a:pt x="29645" y="1546"/>
                </a:cubicBezTo>
                <a:cubicBezTo>
                  <a:pt x="29638" y="1553"/>
                  <a:pt x="29630" y="1559"/>
                  <a:pt x="29623" y="1564"/>
                </a:cubicBezTo>
                <a:cubicBezTo>
                  <a:pt x="29615" y="1569"/>
                  <a:pt x="29606" y="1574"/>
                  <a:pt x="29597" y="1578"/>
                </a:cubicBezTo>
                <a:cubicBezTo>
                  <a:pt x="29589" y="1581"/>
                  <a:pt x="29579" y="1584"/>
                  <a:pt x="29570" y="1586"/>
                </a:cubicBezTo>
                <a:cubicBezTo>
                  <a:pt x="29561" y="1588"/>
                  <a:pt x="29551" y="1589"/>
                  <a:pt x="29542" y="1589"/>
                </a:cubicBezTo>
                <a:lnTo>
                  <a:pt x="145" y="1589"/>
                </a:lnTo>
                <a:cubicBezTo>
                  <a:pt x="136" y="1589"/>
                  <a:pt x="126" y="1588"/>
                  <a:pt x="117" y="1586"/>
                </a:cubicBezTo>
                <a:cubicBezTo>
                  <a:pt x="108" y="1584"/>
                  <a:pt x="99" y="1581"/>
                  <a:pt x="90" y="1578"/>
                </a:cubicBezTo>
                <a:cubicBezTo>
                  <a:pt x="81" y="1574"/>
                  <a:pt x="73" y="1569"/>
                  <a:pt x="65" y="1564"/>
                </a:cubicBezTo>
                <a:cubicBezTo>
                  <a:pt x="57" y="1559"/>
                  <a:pt x="49" y="1553"/>
                  <a:pt x="43" y="1546"/>
                </a:cubicBezTo>
                <a:cubicBezTo>
                  <a:pt x="36" y="1539"/>
                  <a:pt x="30" y="1532"/>
                  <a:pt x="24" y="1524"/>
                </a:cubicBezTo>
                <a:cubicBezTo>
                  <a:pt x="19" y="1516"/>
                  <a:pt x="15" y="1508"/>
                  <a:pt x="11" y="1499"/>
                </a:cubicBezTo>
                <a:cubicBezTo>
                  <a:pt x="7" y="1490"/>
                  <a:pt x="5" y="1481"/>
                  <a:pt x="3" y="1472"/>
                </a:cubicBezTo>
                <a:cubicBezTo>
                  <a:pt x="1" y="1462"/>
                  <a:pt x="0" y="1453"/>
                  <a:pt x="0" y="144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5" name=""/>
          <p:cNvSpPr/>
          <p:nvPr/>
        </p:nvSpPr>
        <p:spPr>
          <a:xfrm>
            <a:off x="757080" y="2071440"/>
            <a:ext cx="10687320" cy="572040"/>
          </a:xfrm>
          <a:custGeom>
            <a:avLst/>
            <a:gdLst/>
            <a:ahLst/>
            <a:rect l="0" t="0" r="r" b="b"/>
            <a:pathLst>
              <a:path w="29687" h="1589">
                <a:moveTo>
                  <a:pt x="0" y="144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1443"/>
                </a:lnTo>
                <a:cubicBezTo>
                  <a:pt x="29687" y="1453"/>
                  <a:pt x="29686" y="1462"/>
                  <a:pt x="29684" y="1472"/>
                </a:cubicBezTo>
                <a:cubicBezTo>
                  <a:pt x="29683" y="1481"/>
                  <a:pt x="29680" y="1490"/>
                  <a:pt x="29676" y="1499"/>
                </a:cubicBezTo>
                <a:cubicBezTo>
                  <a:pt x="29672" y="1508"/>
                  <a:pt x="29668" y="1516"/>
                  <a:pt x="29663" y="1524"/>
                </a:cubicBezTo>
                <a:cubicBezTo>
                  <a:pt x="29657" y="1532"/>
                  <a:pt x="29651" y="1539"/>
                  <a:pt x="29645" y="1546"/>
                </a:cubicBezTo>
                <a:cubicBezTo>
                  <a:pt x="29638" y="1553"/>
                  <a:pt x="29630" y="1559"/>
                  <a:pt x="29623" y="1564"/>
                </a:cubicBezTo>
                <a:cubicBezTo>
                  <a:pt x="29615" y="1569"/>
                  <a:pt x="29606" y="1574"/>
                  <a:pt x="29597" y="1578"/>
                </a:cubicBezTo>
                <a:cubicBezTo>
                  <a:pt x="29589" y="1581"/>
                  <a:pt x="29579" y="1584"/>
                  <a:pt x="29570" y="1586"/>
                </a:cubicBezTo>
                <a:cubicBezTo>
                  <a:pt x="29561" y="1588"/>
                  <a:pt x="29551" y="1589"/>
                  <a:pt x="29542" y="1589"/>
                </a:cubicBezTo>
                <a:lnTo>
                  <a:pt x="145" y="1589"/>
                </a:lnTo>
                <a:cubicBezTo>
                  <a:pt x="136" y="1589"/>
                  <a:pt x="126" y="1588"/>
                  <a:pt x="117" y="1586"/>
                </a:cubicBezTo>
                <a:cubicBezTo>
                  <a:pt x="108" y="1584"/>
                  <a:pt x="99" y="1581"/>
                  <a:pt x="90" y="1578"/>
                </a:cubicBezTo>
                <a:cubicBezTo>
                  <a:pt x="81" y="1574"/>
                  <a:pt x="73" y="1569"/>
                  <a:pt x="65" y="1564"/>
                </a:cubicBezTo>
                <a:cubicBezTo>
                  <a:pt x="57" y="1559"/>
                  <a:pt x="49" y="1553"/>
                  <a:pt x="43" y="1546"/>
                </a:cubicBezTo>
                <a:cubicBezTo>
                  <a:pt x="36" y="1539"/>
                  <a:pt x="30" y="1532"/>
                  <a:pt x="24" y="1524"/>
                </a:cubicBezTo>
                <a:cubicBezTo>
                  <a:pt x="19" y="1516"/>
                  <a:pt x="15" y="1508"/>
                  <a:pt x="11" y="1499"/>
                </a:cubicBezTo>
                <a:cubicBezTo>
                  <a:pt x="7" y="1490"/>
                  <a:pt x="5" y="1481"/>
                  <a:pt x="3" y="1472"/>
                </a:cubicBezTo>
                <a:cubicBezTo>
                  <a:pt x="1" y="1462"/>
                  <a:pt x="0" y="1453"/>
                  <a:pt x="0" y="144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6" name=""/>
          <p:cNvSpPr/>
          <p:nvPr/>
        </p:nvSpPr>
        <p:spPr>
          <a:xfrm>
            <a:off x="2866680" y="819000"/>
            <a:ext cx="1010160" cy="400320"/>
          </a:xfrm>
          <a:custGeom>
            <a:avLst/>
            <a:gdLst/>
            <a:ahLst/>
            <a:rect l="0" t="0" r="r" b="b"/>
            <a:pathLst>
              <a:path w="2806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647" y="0"/>
                </a:lnTo>
                <a:cubicBezTo>
                  <a:pt x="2658" y="0"/>
                  <a:pt x="2668" y="1"/>
                  <a:pt x="2678" y="3"/>
                </a:cubicBezTo>
                <a:cubicBezTo>
                  <a:pt x="2688" y="5"/>
                  <a:pt x="2698" y="8"/>
                  <a:pt x="2708" y="12"/>
                </a:cubicBezTo>
                <a:cubicBezTo>
                  <a:pt x="2718" y="16"/>
                  <a:pt x="2727" y="21"/>
                  <a:pt x="2735" y="27"/>
                </a:cubicBezTo>
                <a:cubicBezTo>
                  <a:pt x="2744" y="32"/>
                  <a:pt x="2752" y="39"/>
                  <a:pt x="2760" y="46"/>
                </a:cubicBezTo>
                <a:cubicBezTo>
                  <a:pt x="2767" y="54"/>
                  <a:pt x="2773" y="62"/>
                  <a:pt x="2779" y="70"/>
                </a:cubicBezTo>
                <a:cubicBezTo>
                  <a:pt x="2785" y="79"/>
                  <a:pt x="2790" y="88"/>
                  <a:pt x="2794" y="98"/>
                </a:cubicBezTo>
                <a:cubicBezTo>
                  <a:pt x="2798" y="108"/>
                  <a:pt x="2801" y="117"/>
                  <a:pt x="2803" y="128"/>
                </a:cubicBezTo>
                <a:cubicBezTo>
                  <a:pt x="2805" y="138"/>
                  <a:pt x="2806" y="148"/>
                  <a:pt x="2806" y="159"/>
                </a:cubicBezTo>
                <a:lnTo>
                  <a:pt x="2806" y="953"/>
                </a:lnTo>
                <a:cubicBezTo>
                  <a:pt x="2806" y="964"/>
                  <a:pt x="2805" y="974"/>
                  <a:pt x="2803" y="984"/>
                </a:cubicBezTo>
                <a:cubicBezTo>
                  <a:pt x="2801" y="995"/>
                  <a:pt x="2798" y="1005"/>
                  <a:pt x="2794" y="1014"/>
                </a:cubicBezTo>
                <a:cubicBezTo>
                  <a:pt x="2790" y="1024"/>
                  <a:pt x="2785" y="1033"/>
                  <a:pt x="2779" y="1042"/>
                </a:cubicBezTo>
                <a:cubicBezTo>
                  <a:pt x="2773" y="1050"/>
                  <a:pt x="2767" y="1058"/>
                  <a:pt x="2760" y="1066"/>
                </a:cubicBezTo>
                <a:cubicBezTo>
                  <a:pt x="2752" y="1073"/>
                  <a:pt x="2744" y="1080"/>
                  <a:pt x="2735" y="1085"/>
                </a:cubicBezTo>
                <a:cubicBezTo>
                  <a:pt x="2727" y="1091"/>
                  <a:pt x="2718" y="1096"/>
                  <a:pt x="2708" y="1100"/>
                </a:cubicBezTo>
                <a:cubicBezTo>
                  <a:pt x="2698" y="1104"/>
                  <a:pt x="2688" y="1107"/>
                  <a:pt x="2678" y="1109"/>
                </a:cubicBezTo>
                <a:cubicBezTo>
                  <a:pt x="2668" y="1111"/>
                  <a:pt x="2658" y="1112"/>
                  <a:pt x="2647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07" name=""/>
          <p:cNvSpPr txBox="1"/>
          <p:nvPr/>
        </p:nvSpPr>
        <p:spPr>
          <a:xfrm>
            <a:off x="747720" y="730440"/>
            <a:ext cx="2134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Input Type: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8" name=""/>
          <p:cNvSpPr txBox="1"/>
          <p:nvPr/>
        </p:nvSpPr>
        <p:spPr>
          <a:xfrm>
            <a:off x="294228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time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9" name=""/>
          <p:cNvSpPr txBox="1"/>
          <p:nvPr/>
        </p:nvSpPr>
        <p:spPr>
          <a:xfrm>
            <a:off x="747720" y="1523880"/>
            <a:ext cx="6850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Used for selecting a time of day (hours and minutes).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0" name=""/>
          <p:cNvSpPr/>
          <p:nvPr/>
        </p:nvSpPr>
        <p:spPr>
          <a:xfrm>
            <a:off x="1047600" y="29714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1" name=""/>
          <p:cNvSpPr txBox="1"/>
          <p:nvPr/>
        </p:nvSpPr>
        <p:spPr>
          <a:xfrm>
            <a:off x="914400" y="2233080"/>
            <a:ext cx="10331280" cy="2473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&gt;Meeting time:&lt;/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 &lt;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input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type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"time"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"meeting"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72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72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"09:30"</a:t>
            </a:r>
            <a:r>
              <a:rPr b="0" lang="en-US" sz="172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/&gt;</a:t>
            </a:r>
            <a:endParaRPr b="0" lang="en-US" sz="172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2" name=""/>
          <p:cNvSpPr/>
          <p:nvPr/>
        </p:nvSpPr>
        <p:spPr>
          <a:xfrm>
            <a:off x="3466800" y="2876400"/>
            <a:ext cx="895680" cy="352800"/>
          </a:xfrm>
          <a:custGeom>
            <a:avLst/>
            <a:gdLst/>
            <a:ahLst/>
            <a:rect l="0" t="0" r="r" b="b"/>
            <a:pathLst>
              <a:path w="2488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30" y="0"/>
                </a:lnTo>
                <a:cubicBezTo>
                  <a:pt x="2340" y="0"/>
                  <a:pt x="2350" y="1"/>
                  <a:pt x="2361" y="3"/>
                </a:cubicBezTo>
                <a:cubicBezTo>
                  <a:pt x="2371" y="5"/>
                  <a:pt x="2381" y="8"/>
                  <a:pt x="2390" y="12"/>
                </a:cubicBezTo>
                <a:cubicBezTo>
                  <a:pt x="2400" y="16"/>
                  <a:pt x="2409" y="21"/>
                  <a:pt x="2418" y="27"/>
                </a:cubicBezTo>
                <a:cubicBezTo>
                  <a:pt x="2427" y="32"/>
                  <a:pt x="2435" y="39"/>
                  <a:pt x="2442" y="46"/>
                </a:cubicBezTo>
                <a:cubicBezTo>
                  <a:pt x="2449" y="54"/>
                  <a:pt x="2456" y="62"/>
                  <a:pt x="2462" y="70"/>
                </a:cubicBezTo>
                <a:cubicBezTo>
                  <a:pt x="2467" y="79"/>
                  <a:pt x="2472" y="88"/>
                  <a:pt x="2476" y="98"/>
                </a:cubicBezTo>
                <a:cubicBezTo>
                  <a:pt x="2480" y="108"/>
                  <a:pt x="2483" y="117"/>
                  <a:pt x="2485" y="128"/>
                </a:cubicBezTo>
                <a:cubicBezTo>
                  <a:pt x="2487" y="138"/>
                  <a:pt x="2488" y="148"/>
                  <a:pt x="2488" y="159"/>
                </a:cubicBezTo>
                <a:lnTo>
                  <a:pt x="2488" y="821"/>
                </a:lnTo>
                <a:cubicBezTo>
                  <a:pt x="2488" y="832"/>
                  <a:pt x="2487" y="842"/>
                  <a:pt x="2485" y="852"/>
                </a:cubicBezTo>
                <a:cubicBezTo>
                  <a:pt x="2483" y="862"/>
                  <a:pt x="2480" y="872"/>
                  <a:pt x="2476" y="882"/>
                </a:cubicBezTo>
                <a:cubicBezTo>
                  <a:pt x="2472" y="892"/>
                  <a:pt x="2467" y="901"/>
                  <a:pt x="2462" y="909"/>
                </a:cubicBezTo>
                <a:cubicBezTo>
                  <a:pt x="2456" y="918"/>
                  <a:pt x="2449" y="926"/>
                  <a:pt x="2442" y="933"/>
                </a:cubicBezTo>
                <a:cubicBezTo>
                  <a:pt x="2435" y="941"/>
                  <a:pt x="2427" y="947"/>
                  <a:pt x="2418" y="953"/>
                </a:cubicBezTo>
                <a:cubicBezTo>
                  <a:pt x="2409" y="959"/>
                  <a:pt x="2400" y="964"/>
                  <a:pt x="2390" y="968"/>
                </a:cubicBezTo>
                <a:cubicBezTo>
                  <a:pt x="2381" y="972"/>
                  <a:pt x="2371" y="975"/>
                  <a:pt x="2361" y="977"/>
                </a:cubicBezTo>
                <a:cubicBezTo>
                  <a:pt x="2350" y="979"/>
                  <a:pt x="2340" y="980"/>
                  <a:pt x="2330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3" name=""/>
          <p:cNvSpPr txBox="1"/>
          <p:nvPr/>
        </p:nvSpPr>
        <p:spPr>
          <a:xfrm>
            <a:off x="1300320" y="2819520"/>
            <a:ext cx="2163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Returns value in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4" name=""/>
          <p:cNvSpPr txBox="1"/>
          <p:nvPr/>
        </p:nvSpPr>
        <p:spPr>
          <a:xfrm>
            <a:off x="3559680" y="292788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HH:MM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5" name=""/>
          <p:cNvSpPr/>
          <p:nvPr/>
        </p:nvSpPr>
        <p:spPr>
          <a:xfrm>
            <a:off x="1047600" y="34765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199"/>
                  <a:pt x="239" y="213"/>
                  <a:pt x="227" y="226"/>
                </a:cubicBezTo>
                <a:cubicBezTo>
                  <a:pt x="214" y="238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8"/>
                  <a:pt x="39" y="226"/>
                </a:cubicBezTo>
                <a:cubicBezTo>
                  <a:pt x="26" y="213"/>
                  <a:pt x="17" y="199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6" name=""/>
          <p:cNvSpPr txBox="1"/>
          <p:nvPr/>
        </p:nvSpPr>
        <p:spPr>
          <a:xfrm>
            <a:off x="4358160" y="2819520"/>
            <a:ext cx="1034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format.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7" name=""/>
          <p:cNvSpPr/>
          <p:nvPr/>
        </p:nvSpPr>
        <p:spPr>
          <a:xfrm>
            <a:off x="2400120" y="3371760"/>
            <a:ext cx="609840" cy="362160"/>
          </a:xfrm>
          <a:custGeom>
            <a:avLst/>
            <a:gdLst/>
            <a:ahLst/>
            <a:rect l="0" t="0" r="r" b="b"/>
            <a:pathLst>
              <a:path w="1694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6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1536" y="0"/>
                </a:lnTo>
                <a:cubicBezTo>
                  <a:pt x="1546" y="0"/>
                  <a:pt x="1556" y="1"/>
                  <a:pt x="1567" y="3"/>
                </a:cubicBezTo>
                <a:cubicBezTo>
                  <a:pt x="1577" y="5"/>
                  <a:pt x="1587" y="8"/>
                  <a:pt x="1596" y="12"/>
                </a:cubicBezTo>
                <a:cubicBezTo>
                  <a:pt x="1606" y="16"/>
                  <a:pt x="1615" y="21"/>
                  <a:pt x="1624" y="27"/>
                </a:cubicBezTo>
                <a:cubicBezTo>
                  <a:pt x="1632" y="32"/>
                  <a:pt x="1640" y="39"/>
                  <a:pt x="1648" y="46"/>
                </a:cubicBezTo>
                <a:cubicBezTo>
                  <a:pt x="1655" y="54"/>
                  <a:pt x="1662" y="62"/>
                  <a:pt x="1668" y="70"/>
                </a:cubicBezTo>
                <a:cubicBezTo>
                  <a:pt x="1673" y="79"/>
                  <a:pt x="1678" y="88"/>
                  <a:pt x="1682" y="98"/>
                </a:cubicBezTo>
                <a:cubicBezTo>
                  <a:pt x="1686" y="107"/>
                  <a:pt x="1689" y="117"/>
                  <a:pt x="1691" y="128"/>
                </a:cubicBezTo>
                <a:cubicBezTo>
                  <a:pt x="1693" y="138"/>
                  <a:pt x="1694" y="148"/>
                  <a:pt x="1694" y="158"/>
                </a:cubicBezTo>
                <a:lnTo>
                  <a:pt x="1694" y="847"/>
                </a:lnTo>
                <a:cubicBezTo>
                  <a:pt x="1694" y="858"/>
                  <a:pt x="1693" y="868"/>
                  <a:pt x="1691" y="878"/>
                </a:cubicBezTo>
                <a:cubicBezTo>
                  <a:pt x="1689" y="889"/>
                  <a:pt x="1686" y="899"/>
                  <a:pt x="1682" y="908"/>
                </a:cubicBezTo>
                <a:cubicBezTo>
                  <a:pt x="1678" y="918"/>
                  <a:pt x="1673" y="927"/>
                  <a:pt x="1668" y="936"/>
                </a:cubicBezTo>
                <a:cubicBezTo>
                  <a:pt x="1662" y="944"/>
                  <a:pt x="1655" y="952"/>
                  <a:pt x="1648" y="960"/>
                </a:cubicBezTo>
                <a:cubicBezTo>
                  <a:pt x="1640" y="967"/>
                  <a:pt x="1632" y="974"/>
                  <a:pt x="1624" y="979"/>
                </a:cubicBezTo>
                <a:cubicBezTo>
                  <a:pt x="1615" y="985"/>
                  <a:pt x="1606" y="990"/>
                  <a:pt x="1596" y="994"/>
                </a:cubicBezTo>
                <a:cubicBezTo>
                  <a:pt x="1587" y="998"/>
                  <a:pt x="1577" y="1001"/>
                  <a:pt x="1567" y="1003"/>
                </a:cubicBezTo>
                <a:cubicBezTo>
                  <a:pt x="1556" y="1005"/>
                  <a:pt x="1546" y="1006"/>
                  <a:pt x="1536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8" y="990"/>
                  <a:pt x="79" y="985"/>
                  <a:pt x="71" y="979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18" name=""/>
          <p:cNvSpPr txBox="1"/>
          <p:nvPr/>
        </p:nvSpPr>
        <p:spPr>
          <a:xfrm>
            <a:off x="1300320" y="3324240"/>
            <a:ext cx="1101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Can use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19" name=""/>
          <p:cNvSpPr txBox="1"/>
          <p:nvPr/>
        </p:nvSpPr>
        <p:spPr>
          <a:xfrm>
            <a:off x="2496960" y="342324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min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0" name=""/>
          <p:cNvSpPr/>
          <p:nvPr/>
        </p:nvSpPr>
        <p:spPr>
          <a:xfrm>
            <a:off x="3162240" y="3371760"/>
            <a:ext cx="609840" cy="362160"/>
          </a:xfrm>
          <a:custGeom>
            <a:avLst/>
            <a:gdLst/>
            <a:ahLst/>
            <a:rect l="0" t="0" r="r" b="b"/>
            <a:pathLst>
              <a:path w="1694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1535" y="0"/>
                </a:lnTo>
                <a:cubicBezTo>
                  <a:pt x="1546" y="0"/>
                  <a:pt x="1556" y="1"/>
                  <a:pt x="1566" y="3"/>
                </a:cubicBezTo>
                <a:cubicBezTo>
                  <a:pt x="1576" y="5"/>
                  <a:pt x="1586" y="8"/>
                  <a:pt x="1596" y="12"/>
                </a:cubicBezTo>
                <a:cubicBezTo>
                  <a:pt x="1606" y="16"/>
                  <a:pt x="1615" y="21"/>
                  <a:pt x="1623" y="27"/>
                </a:cubicBezTo>
                <a:cubicBezTo>
                  <a:pt x="1632" y="32"/>
                  <a:pt x="1640" y="39"/>
                  <a:pt x="1648" y="46"/>
                </a:cubicBezTo>
                <a:cubicBezTo>
                  <a:pt x="1655" y="54"/>
                  <a:pt x="1661" y="62"/>
                  <a:pt x="1667" y="70"/>
                </a:cubicBezTo>
                <a:cubicBezTo>
                  <a:pt x="1673" y="79"/>
                  <a:pt x="1678" y="88"/>
                  <a:pt x="1682" y="98"/>
                </a:cubicBezTo>
                <a:cubicBezTo>
                  <a:pt x="1686" y="107"/>
                  <a:pt x="1689" y="117"/>
                  <a:pt x="1691" y="128"/>
                </a:cubicBezTo>
                <a:cubicBezTo>
                  <a:pt x="1693" y="138"/>
                  <a:pt x="1694" y="148"/>
                  <a:pt x="1694" y="158"/>
                </a:cubicBezTo>
                <a:lnTo>
                  <a:pt x="1694" y="847"/>
                </a:lnTo>
                <a:cubicBezTo>
                  <a:pt x="1694" y="858"/>
                  <a:pt x="1693" y="868"/>
                  <a:pt x="1691" y="878"/>
                </a:cubicBezTo>
                <a:cubicBezTo>
                  <a:pt x="1689" y="889"/>
                  <a:pt x="1686" y="899"/>
                  <a:pt x="1682" y="908"/>
                </a:cubicBezTo>
                <a:cubicBezTo>
                  <a:pt x="1678" y="918"/>
                  <a:pt x="1673" y="927"/>
                  <a:pt x="1667" y="936"/>
                </a:cubicBezTo>
                <a:cubicBezTo>
                  <a:pt x="1661" y="944"/>
                  <a:pt x="1655" y="952"/>
                  <a:pt x="1648" y="960"/>
                </a:cubicBezTo>
                <a:cubicBezTo>
                  <a:pt x="1640" y="967"/>
                  <a:pt x="1632" y="974"/>
                  <a:pt x="1623" y="979"/>
                </a:cubicBezTo>
                <a:cubicBezTo>
                  <a:pt x="1615" y="985"/>
                  <a:pt x="1606" y="990"/>
                  <a:pt x="1596" y="994"/>
                </a:cubicBezTo>
                <a:cubicBezTo>
                  <a:pt x="1586" y="998"/>
                  <a:pt x="1576" y="1001"/>
                  <a:pt x="1566" y="1003"/>
                </a:cubicBezTo>
                <a:cubicBezTo>
                  <a:pt x="1556" y="1005"/>
                  <a:pt x="1546" y="1006"/>
                  <a:pt x="1535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79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1" name=""/>
          <p:cNvSpPr txBox="1"/>
          <p:nvPr/>
        </p:nvSpPr>
        <p:spPr>
          <a:xfrm>
            <a:off x="3013560" y="332424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2" name=""/>
          <p:cNvSpPr txBox="1"/>
          <p:nvPr/>
        </p:nvSpPr>
        <p:spPr>
          <a:xfrm>
            <a:off x="3253320" y="342324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max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3" name=""/>
          <p:cNvSpPr/>
          <p:nvPr/>
        </p:nvSpPr>
        <p:spPr>
          <a:xfrm>
            <a:off x="4485960" y="3371760"/>
            <a:ext cx="753120" cy="362160"/>
          </a:xfrm>
          <a:custGeom>
            <a:avLst/>
            <a:gdLst/>
            <a:ahLst/>
            <a:rect l="0" t="0" r="r" b="b"/>
            <a:pathLst>
              <a:path w="2092" h="1006">
                <a:moveTo>
                  <a:pt x="0" y="847"/>
                </a:moveTo>
                <a:lnTo>
                  <a:pt x="0" y="158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33" y="0"/>
                </a:lnTo>
                <a:cubicBezTo>
                  <a:pt x="1943" y="0"/>
                  <a:pt x="1954" y="1"/>
                  <a:pt x="1964" y="3"/>
                </a:cubicBezTo>
                <a:cubicBezTo>
                  <a:pt x="1974" y="5"/>
                  <a:pt x="1984" y="8"/>
                  <a:pt x="1994" y="12"/>
                </a:cubicBezTo>
                <a:cubicBezTo>
                  <a:pt x="2003" y="16"/>
                  <a:pt x="2012" y="21"/>
                  <a:pt x="2021" y="27"/>
                </a:cubicBezTo>
                <a:cubicBezTo>
                  <a:pt x="2030" y="32"/>
                  <a:pt x="2038" y="39"/>
                  <a:pt x="2045" y="46"/>
                </a:cubicBezTo>
                <a:cubicBezTo>
                  <a:pt x="2052" y="54"/>
                  <a:pt x="2059" y="62"/>
                  <a:pt x="2065" y="70"/>
                </a:cubicBezTo>
                <a:cubicBezTo>
                  <a:pt x="2071" y="79"/>
                  <a:pt x="2076" y="88"/>
                  <a:pt x="2079" y="98"/>
                </a:cubicBezTo>
                <a:cubicBezTo>
                  <a:pt x="2083" y="107"/>
                  <a:pt x="2086" y="117"/>
                  <a:pt x="2089" y="128"/>
                </a:cubicBezTo>
                <a:cubicBezTo>
                  <a:pt x="2091" y="138"/>
                  <a:pt x="2092" y="148"/>
                  <a:pt x="2092" y="158"/>
                </a:cubicBezTo>
                <a:lnTo>
                  <a:pt x="2092" y="847"/>
                </a:lnTo>
                <a:cubicBezTo>
                  <a:pt x="2092" y="858"/>
                  <a:pt x="2091" y="868"/>
                  <a:pt x="2089" y="878"/>
                </a:cubicBezTo>
                <a:cubicBezTo>
                  <a:pt x="2086" y="889"/>
                  <a:pt x="2083" y="899"/>
                  <a:pt x="2079" y="908"/>
                </a:cubicBezTo>
                <a:cubicBezTo>
                  <a:pt x="2076" y="918"/>
                  <a:pt x="2071" y="927"/>
                  <a:pt x="2065" y="936"/>
                </a:cubicBezTo>
                <a:cubicBezTo>
                  <a:pt x="2059" y="944"/>
                  <a:pt x="2052" y="952"/>
                  <a:pt x="2045" y="960"/>
                </a:cubicBezTo>
                <a:cubicBezTo>
                  <a:pt x="2038" y="967"/>
                  <a:pt x="2030" y="974"/>
                  <a:pt x="2021" y="979"/>
                </a:cubicBezTo>
                <a:cubicBezTo>
                  <a:pt x="2012" y="985"/>
                  <a:pt x="2003" y="990"/>
                  <a:pt x="1994" y="994"/>
                </a:cubicBezTo>
                <a:cubicBezTo>
                  <a:pt x="1984" y="998"/>
                  <a:pt x="1974" y="1001"/>
                  <a:pt x="1964" y="1003"/>
                </a:cubicBezTo>
                <a:cubicBezTo>
                  <a:pt x="1954" y="1005"/>
                  <a:pt x="1943" y="1006"/>
                  <a:pt x="1933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5"/>
                  <a:pt x="71" y="979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2"/>
                  <a:pt x="33" y="944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8"/>
                </a:cubicBezTo>
                <a:cubicBezTo>
                  <a:pt x="1" y="868"/>
                  <a:pt x="0" y="858"/>
                  <a:pt x="0" y="847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24" name=""/>
          <p:cNvSpPr txBox="1"/>
          <p:nvPr/>
        </p:nvSpPr>
        <p:spPr>
          <a:xfrm>
            <a:off x="3769920" y="3324240"/>
            <a:ext cx="712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and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5" name=""/>
          <p:cNvSpPr txBox="1"/>
          <p:nvPr/>
        </p:nvSpPr>
        <p:spPr>
          <a:xfrm>
            <a:off x="4577040" y="342324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step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26" name="" descr=""/>
          <p:cNvPicPr/>
          <p:nvPr/>
        </p:nvPicPr>
        <p:blipFill>
          <a:blip r:embed="rId1"/>
          <a:stretch/>
        </p:blipFill>
        <p:spPr>
          <a:xfrm>
            <a:off x="752400" y="3886200"/>
            <a:ext cx="3276360" cy="2999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7" name=""/>
          <p:cNvSpPr txBox="1"/>
          <p:nvPr/>
        </p:nvSpPr>
        <p:spPr>
          <a:xfrm>
            <a:off x="5234400" y="3324240"/>
            <a:ext cx="28724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to control valid times.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2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1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2" name=""/>
          <p:cNvSpPr/>
          <p:nvPr/>
        </p:nvSpPr>
        <p:spPr>
          <a:xfrm>
            <a:off x="757080" y="207144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2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6"/>
                  <a:pt x="29630" y="4602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2"/>
                  <a:pt x="49" y="4596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2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3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34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5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&lt;select&gt;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6" name=""/>
          <p:cNvSpPr txBox="1"/>
          <p:nvPr/>
        </p:nvSpPr>
        <p:spPr>
          <a:xfrm>
            <a:off x="3362760" y="730440"/>
            <a:ext cx="15728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7" name=""/>
          <p:cNvSpPr txBox="1"/>
          <p:nvPr/>
        </p:nvSpPr>
        <p:spPr>
          <a:xfrm>
            <a:off x="747720" y="1523880"/>
            <a:ext cx="7937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Creates a dropdown menu for selecting one or more options.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8" name=""/>
          <p:cNvSpPr txBox="1"/>
          <p:nvPr/>
        </p:nvSpPr>
        <p:spPr>
          <a:xfrm>
            <a:off x="914400" y="2233440"/>
            <a:ext cx="4224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"city"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"city"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39" name=""/>
          <p:cNvSpPr txBox="1"/>
          <p:nvPr/>
        </p:nvSpPr>
        <p:spPr>
          <a:xfrm>
            <a:off x="914400" y="2499840"/>
            <a:ext cx="5352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"cairo"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&gt;Cairo&lt;/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0" name=""/>
          <p:cNvSpPr txBox="1"/>
          <p:nvPr/>
        </p:nvSpPr>
        <p:spPr>
          <a:xfrm>
            <a:off x="914400" y="2776320"/>
            <a:ext cx="5070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"giza"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&gt;Giza&lt;/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1" name=""/>
          <p:cNvSpPr txBox="1"/>
          <p:nvPr/>
        </p:nvSpPr>
        <p:spPr>
          <a:xfrm>
            <a:off x="914400" y="3043080"/>
            <a:ext cx="6760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"alexandria"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&gt;Alexandria&lt;/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2" name=""/>
          <p:cNvSpPr/>
          <p:nvPr/>
        </p:nvSpPr>
        <p:spPr>
          <a:xfrm>
            <a:off x="1047600" y="40669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3"/>
                </a:cubicBezTo>
                <a:cubicBezTo>
                  <a:pt x="3" y="167"/>
                  <a:pt x="0" y="150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3" name=""/>
          <p:cNvSpPr txBox="1"/>
          <p:nvPr/>
        </p:nvSpPr>
        <p:spPr>
          <a:xfrm>
            <a:off x="914400" y="3309480"/>
            <a:ext cx="1267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4" name=""/>
          <p:cNvSpPr/>
          <p:nvPr/>
        </p:nvSpPr>
        <p:spPr>
          <a:xfrm>
            <a:off x="1047600" y="45529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7"/>
                  <a:pt x="255" y="183"/>
                </a:cubicBezTo>
                <a:cubicBezTo>
                  <a:pt x="249" y="200"/>
                  <a:pt x="239" y="214"/>
                  <a:pt x="227" y="226"/>
                </a:cubicBezTo>
                <a:cubicBezTo>
                  <a:pt x="214" y="239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9"/>
                  <a:pt x="39" y="226"/>
                </a:cubicBezTo>
                <a:cubicBezTo>
                  <a:pt x="26" y="214"/>
                  <a:pt x="17" y="200"/>
                  <a:pt x="10" y="183"/>
                </a:cubicBezTo>
                <a:cubicBezTo>
                  <a:pt x="3" y="167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45" name=""/>
          <p:cNvSpPr txBox="1"/>
          <p:nvPr/>
        </p:nvSpPr>
        <p:spPr>
          <a:xfrm>
            <a:off x="1300320" y="3914640"/>
            <a:ext cx="6609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Displays only one value but oﬀers multiple choices.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46" name="" descr=""/>
          <p:cNvPicPr/>
          <p:nvPr/>
        </p:nvPicPr>
        <p:blipFill>
          <a:blip r:embed="rId1"/>
          <a:stretch/>
        </p:blipFill>
        <p:spPr>
          <a:xfrm>
            <a:off x="752400" y="4952880"/>
            <a:ext cx="3561840" cy="25905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47" name=""/>
          <p:cNvSpPr txBox="1"/>
          <p:nvPr/>
        </p:nvSpPr>
        <p:spPr>
          <a:xfrm>
            <a:off x="1300320" y="4400640"/>
            <a:ext cx="6480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Works best for predeﬁned, limited sets of options.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4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0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1" name=""/>
          <p:cNvSpPr/>
          <p:nvPr/>
        </p:nvSpPr>
        <p:spPr>
          <a:xfrm>
            <a:off x="757080" y="209052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1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1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1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1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2" name=""/>
          <p:cNvSpPr/>
          <p:nvPr/>
        </p:nvSpPr>
        <p:spPr>
          <a:xfrm>
            <a:off x="757080" y="209052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1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1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1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1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3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4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5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&lt;option&gt;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6" name=""/>
          <p:cNvSpPr txBox="1"/>
          <p:nvPr/>
        </p:nvSpPr>
        <p:spPr>
          <a:xfrm>
            <a:off x="3362760" y="730440"/>
            <a:ext cx="15728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7" name=""/>
          <p:cNvSpPr/>
          <p:nvPr/>
        </p:nvSpPr>
        <p:spPr>
          <a:xfrm>
            <a:off x="5619600" y="1571400"/>
            <a:ext cx="1314720" cy="362520"/>
          </a:xfrm>
          <a:custGeom>
            <a:avLst/>
            <a:gdLst/>
            <a:ahLst/>
            <a:rect l="0" t="0" r="r" b="b"/>
            <a:pathLst>
              <a:path w="3652" h="1007">
                <a:moveTo>
                  <a:pt x="0" y="848"/>
                </a:moveTo>
                <a:lnTo>
                  <a:pt x="0" y="160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5" y="5"/>
                  <a:pt x="3545" y="8"/>
                  <a:pt x="3554" y="12"/>
                </a:cubicBezTo>
                <a:cubicBezTo>
                  <a:pt x="3564" y="16"/>
                  <a:pt x="3573" y="21"/>
                  <a:pt x="3582" y="27"/>
                </a:cubicBezTo>
                <a:cubicBezTo>
                  <a:pt x="3590" y="33"/>
                  <a:pt x="3598" y="39"/>
                  <a:pt x="3606" y="47"/>
                </a:cubicBezTo>
                <a:cubicBezTo>
                  <a:pt x="3613" y="54"/>
                  <a:pt x="3620" y="62"/>
                  <a:pt x="3625" y="71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8"/>
                  <a:pt x="3652" y="148"/>
                  <a:pt x="3652" y="160"/>
                </a:cubicBezTo>
                <a:lnTo>
                  <a:pt x="3652" y="848"/>
                </a:lnTo>
                <a:cubicBezTo>
                  <a:pt x="3652" y="858"/>
                  <a:pt x="3651" y="869"/>
                  <a:pt x="3649" y="879"/>
                </a:cubicBezTo>
                <a:cubicBezTo>
                  <a:pt x="3647" y="889"/>
                  <a:pt x="3644" y="899"/>
                  <a:pt x="3640" y="909"/>
                </a:cubicBezTo>
                <a:cubicBezTo>
                  <a:pt x="3636" y="918"/>
                  <a:pt x="3631" y="927"/>
                  <a:pt x="3625" y="936"/>
                </a:cubicBezTo>
                <a:cubicBezTo>
                  <a:pt x="3620" y="945"/>
                  <a:pt x="3613" y="953"/>
                  <a:pt x="3606" y="960"/>
                </a:cubicBezTo>
                <a:cubicBezTo>
                  <a:pt x="3598" y="967"/>
                  <a:pt x="3590" y="974"/>
                  <a:pt x="3582" y="980"/>
                </a:cubicBezTo>
                <a:cubicBezTo>
                  <a:pt x="3573" y="986"/>
                  <a:pt x="3564" y="990"/>
                  <a:pt x="3554" y="994"/>
                </a:cubicBezTo>
                <a:cubicBezTo>
                  <a:pt x="3545" y="998"/>
                  <a:pt x="3535" y="1001"/>
                  <a:pt x="3524" y="1003"/>
                </a:cubicBezTo>
                <a:cubicBezTo>
                  <a:pt x="3514" y="1006"/>
                  <a:pt x="3504" y="1007"/>
                  <a:pt x="3493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3"/>
                </a:cubicBezTo>
                <a:cubicBezTo>
                  <a:pt x="117" y="1001"/>
                  <a:pt x="108" y="998"/>
                  <a:pt x="98" y="994"/>
                </a:cubicBezTo>
                <a:cubicBezTo>
                  <a:pt x="88" y="990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58" name=""/>
          <p:cNvSpPr txBox="1"/>
          <p:nvPr/>
        </p:nvSpPr>
        <p:spPr>
          <a:xfrm>
            <a:off x="747720" y="1523880"/>
            <a:ext cx="4866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Deﬁnes the available choices inside a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59" name=""/>
          <p:cNvSpPr txBox="1"/>
          <p:nvPr/>
        </p:nvSpPr>
        <p:spPr>
          <a:xfrm>
            <a:off x="5714640" y="162288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&lt;select&gt;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0" name=""/>
          <p:cNvSpPr txBox="1"/>
          <p:nvPr/>
        </p:nvSpPr>
        <p:spPr>
          <a:xfrm>
            <a:off x="6935400" y="1523880"/>
            <a:ext cx="1212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1" name=""/>
          <p:cNvSpPr txBox="1"/>
          <p:nvPr/>
        </p:nvSpPr>
        <p:spPr>
          <a:xfrm>
            <a:off x="914400" y="2252520"/>
            <a:ext cx="2958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"fruit"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2" name=""/>
          <p:cNvSpPr txBox="1"/>
          <p:nvPr/>
        </p:nvSpPr>
        <p:spPr>
          <a:xfrm>
            <a:off x="914400" y="2518920"/>
            <a:ext cx="5352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"apple"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&gt;Apple&lt;/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3" name=""/>
          <p:cNvSpPr txBox="1"/>
          <p:nvPr/>
        </p:nvSpPr>
        <p:spPr>
          <a:xfrm>
            <a:off x="914400" y="2795400"/>
            <a:ext cx="5634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"banana"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&gt;Banana&lt;/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4" name=""/>
          <p:cNvSpPr txBox="1"/>
          <p:nvPr/>
        </p:nvSpPr>
        <p:spPr>
          <a:xfrm>
            <a:off x="914400" y="3061800"/>
            <a:ext cx="53524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"mango"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&gt;Mango&lt;/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5" name=""/>
          <p:cNvSpPr/>
          <p:nvPr/>
        </p:nvSpPr>
        <p:spPr>
          <a:xfrm>
            <a:off x="1047600" y="40860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6" name=""/>
          <p:cNvSpPr txBox="1"/>
          <p:nvPr/>
        </p:nvSpPr>
        <p:spPr>
          <a:xfrm>
            <a:off x="914400" y="3328560"/>
            <a:ext cx="1267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7" name=""/>
          <p:cNvSpPr/>
          <p:nvPr/>
        </p:nvSpPr>
        <p:spPr>
          <a:xfrm>
            <a:off x="1847520" y="3981240"/>
            <a:ext cx="895680" cy="362160"/>
          </a:xfrm>
          <a:custGeom>
            <a:avLst/>
            <a:gdLst/>
            <a:ahLst/>
            <a:rect l="0" t="0" r="r" b="b"/>
            <a:pathLst>
              <a:path w="2488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9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3" y="62"/>
                  <a:pt x="40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330" y="0"/>
                </a:lnTo>
                <a:cubicBezTo>
                  <a:pt x="2340" y="0"/>
                  <a:pt x="2350" y="1"/>
                  <a:pt x="2361" y="3"/>
                </a:cubicBezTo>
                <a:cubicBezTo>
                  <a:pt x="2371" y="5"/>
                  <a:pt x="2381" y="8"/>
                  <a:pt x="2390" y="12"/>
                </a:cubicBezTo>
                <a:cubicBezTo>
                  <a:pt x="2400" y="16"/>
                  <a:pt x="2409" y="21"/>
                  <a:pt x="2418" y="27"/>
                </a:cubicBezTo>
                <a:cubicBezTo>
                  <a:pt x="2427" y="33"/>
                  <a:pt x="2435" y="39"/>
                  <a:pt x="2442" y="47"/>
                </a:cubicBezTo>
                <a:cubicBezTo>
                  <a:pt x="2449" y="54"/>
                  <a:pt x="2456" y="62"/>
                  <a:pt x="2462" y="71"/>
                </a:cubicBezTo>
                <a:cubicBezTo>
                  <a:pt x="2468" y="79"/>
                  <a:pt x="2472" y="88"/>
                  <a:pt x="2476" y="98"/>
                </a:cubicBezTo>
                <a:cubicBezTo>
                  <a:pt x="2480" y="108"/>
                  <a:pt x="2483" y="118"/>
                  <a:pt x="2485" y="128"/>
                </a:cubicBezTo>
                <a:cubicBezTo>
                  <a:pt x="2487" y="138"/>
                  <a:pt x="2488" y="148"/>
                  <a:pt x="2488" y="159"/>
                </a:cubicBezTo>
                <a:lnTo>
                  <a:pt x="2488" y="848"/>
                </a:lnTo>
                <a:cubicBezTo>
                  <a:pt x="2488" y="858"/>
                  <a:pt x="2487" y="868"/>
                  <a:pt x="2485" y="879"/>
                </a:cubicBezTo>
                <a:cubicBezTo>
                  <a:pt x="2483" y="889"/>
                  <a:pt x="2480" y="899"/>
                  <a:pt x="2476" y="908"/>
                </a:cubicBezTo>
                <a:cubicBezTo>
                  <a:pt x="2472" y="918"/>
                  <a:pt x="2468" y="927"/>
                  <a:pt x="2462" y="936"/>
                </a:cubicBezTo>
                <a:cubicBezTo>
                  <a:pt x="2456" y="945"/>
                  <a:pt x="2449" y="953"/>
                  <a:pt x="2442" y="960"/>
                </a:cubicBezTo>
                <a:cubicBezTo>
                  <a:pt x="2435" y="967"/>
                  <a:pt x="2427" y="974"/>
                  <a:pt x="2418" y="980"/>
                </a:cubicBezTo>
                <a:cubicBezTo>
                  <a:pt x="2409" y="986"/>
                  <a:pt x="2400" y="990"/>
                  <a:pt x="2390" y="994"/>
                </a:cubicBezTo>
                <a:cubicBezTo>
                  <a:pt x="2381" y="998"/>
                  <a:pt x="2371" y="1001"/>
                  <a:pt x="2361" y="1003"/>
                </a:cubicBezTo>
                <a:cubicBezTo>
                  <a:pt x="2350" y="1005"/>
                  <a:pt x="2340" y="1006"/>
                  <a:pt x="2330" y="1006"/>
                </a:cubicBezTo>
                <a:lnTo>
                  <a:pt x="159" y="1006"/>
                </a:lnTo>
                <a:cubicBezTo>
                  <a:pt x="149" y="1006"/>
                  <a:pt x="138" y="1005"/>
                  <a:pt x="128" y="1003"/>
                </a:cubicBezTo>
                <a:cubicBezTo>
                  <a:pt x="118" y="1001"/>
                  <a:pt x="108" y="998"/>
                  <a:pt x="98" y="994"/>
                </a:cubicBezTo>
                <a:cubicBezTo>
                  <a:pt x="89" y="990"/>
                  <a:pt x="80" y="986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40" y="953"/>
                  <a:pt x="33" y="945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9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68" name=""/>
          <p:cNvSpPr txBox="1"/>
          <p:nvPr/>
        </p:nvSpPr>
        <p:spPr>
          <a:xfrm>
            <a:off x="1300320" y="3933720"/>
            <a:ext cx="55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9" name=""/>
          <p:cNvSpPr txBox="1"/>
          <p:nvPr/>
        </p:nvSpPr>
        <p:spPr>
          <a:xfrm>
            <a:off x="1946160" y="4032720"/>
            <a:ext cx="704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0" name=""/>
          <p:cNvSpPr/>
          <p:nvPr/>
        </p:nvSpPr>
        <p:spPr>
          <a:xfrm>
            <a:off x="1047600" y="4581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1" name=""/>
          <p:cNvSpPr txBox="1"/>
          <p:nvPr/>
        </p:nvSpPr>
        <p:spPr>
          <a:xfrm>
            <a:off x="2744280" y="3933720"/>
            <a:ext cx="58453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 is sent when the form is submitted.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2" name=""/>
          <p:cNvSpPr/>
          <p:nvPr/>
        </p:nvSpPr>
        <p:spPr>
          <a:xfrm>
            <a:off x="3619440" y="4476600"/>
            <a:ext cx="1314720" cy="362160"/>
          </a:xfrm>
          <a:custGeom>
            <a:avLst/>
            <a:gdLst/>
            <a:ahLst/>
            <a:rect l="0" t="0" r="r" b="b"/>
            <a:pathLst>
              <a:path w="3652" h="1006">
                <a:moveTo>
                  <a:pt x="0" y="848"/>
                </a:moveTo>
                <a:lnTo>
                  <a:pt x="0" y="160"/>
                </a:lnTo>
                <a:cubicBezTo>
                  <a:pt x="0" y="149"/>
                  <a:pt x="1" y="139"/>
                  <a:pt x="3" y="129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4" y="5"/>
                  <a:pt x="3544" y="8"/>
                  <a:pt x="3554" y="12"/>
                </a:cubicBezTo>
                <a:cubicBezTo>
                  <a:pt x="3564" y="16"/>
                  <a:pt x="3573" y="21"/>
                  <a:pt x="3581" y="27"/>
                </a:cubicBezTo>
                <a:cubicBezTo>
                  <a:pt x="3590" y="32"/>
                  <a:pt x="3598" y="39"/>
                  <a:pt x="3605" y="46"/>
                </a:cubicBezTo>
                <a:cubicBezTo>
                  <a:pt x="3613" y="54"/>
                  <a:pt x="3619" y="62"/>
                  <a:pt x="3625" y="70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8"/>
                  <a:pt x="3647" y="117"/>
                  <a:pt x="3649" y="129"/>
                </a:cubicBezTo>
                <a:cubicBezTo>
                  <a:pt x="3651" y="139"/>
                  <a:pt x="3652" y="149"/>
                  <a:pt x="3652" y="160"/>
                </a:cubicBezTo>
                <a:lnTo>
                  <a:pt x="3652" y="848"/>
                </a:lnTo>
                <a:cubicBezTo>
                  <a:pt x="3652" y="858"/>
                  <a:pt x="3651" y="868"/>
                  <a:pt x="3649" y="879"/>
                </a:cubicBezTo>
                <a:cubicBezTo>
                  <a:pt x="3647" y="889"/>
                  <a:pt x="3644" y="899"/>
                  <a:pt x="3640" y="908"/>
                </a:cubicBezTo>
                <a:cubicBezTo>
                  <a:pt x="3636" y="918"/>
                  <a:pt x="3631" y="927"/>
                  <a:pt x="3625" y="936"/>
                </a:cubicBezTo>
                <a:cubicBezTo>
                  <a:pt x="3619" y="944"/>
                  <a:pt x="3613" y="952"/>
                  <a:pt x="3605" y="960"/>
                </a:cubicBezTo>
                <a:cubicBezTo>
                  <a:pt x="3598" y="967"/>
                  <a:pt x="3590" y="974"/>
                  <a:pt x="3581" y="980"/>
                </a:cubicBezTo>
                <a:cubicBezTo>
                  <a:pt x="3573" y="985"/>
                  <a:pt x="3564" y="990"/>
                  <a:pt x="3554" y="994"/>
                </a:cubicBezTo>
                <a:cubicBezTo>
                  <a:pt x="3544" y="998"/>
                  <a:pt x="3534" y="1001"/>
                  <a:pt x="3524" y="1003"/>
                </a:cubicBezTo>
                <a:cubicBezTo>
                  <a:pt x="3514" y="1005"/>
                  <a:pt x="3504" y="1006"/>
                  <a:pt x="3493" y="1006"/>
                </a:cubicBezTo>
                <a:lnTo>
                  <a:pt x="158" y="1006"/>
                </a:lnTo>
                <a:cubicBezTo>
                  <a:pt x="148" y="1006"/>
                  <a:pt x="138" y="1005"/>
                  <a:pt x="127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5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2"/>
                  <a:pt x="32" y="944"/>
                  <a:pt x="26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73" name=""/>
          <p:cNvSpPr txBox="1"/>
          <p:nvPr/>
        </p:nvSpPr>
        <p:spPr>
          <a:xfrm>
            <a:off x="1300320" y="4429080"/>
            <a:ext cx="2319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text between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4" name=""/>
          <p:cNvSpPr txBox="1"/>
          <p:nvPr/>
        </p:nvSpPr>
        <p:spPr>
          <a:xfrm>
            <a:off x="3710160" y="452808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&lt;option&gt;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675" name="" descr=""/>
          <p:cNvPicPr/>
          <p:nvPr/>
        </p:nvPicPr>
        <p:blipFill>
          <a:blip r:embed="rId1"/>
          <a:stretch/>
        </p:blipFill>
        <p:spPr>
          <a:xfrm>
            <a:off x="752400" y="4991040"/>
            <a:ext cx="4352400" cy="3266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6" name=""/>
          <p:cNvSpPr txBox="1"/>
          <p:nvPr/>
        </p:nvSpPr>
        <p:spPr>
          <a:xfrm>
            <a:off x="4930920" y="4429080"/>
            <a:ext cx="298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tags is what users see.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0" name=""/>
          <p:cNvSpPr/>
          <p:nvPr/>
        </p:nvSpPr>
        <p:spPr>
          <a:xfrm>
            <a:off x="757080" y="2071440"/>
            <a:ext cx="10687320" cy="1943640"/>
          </a:xfrm>
          <a:custGeom>
            <a:avLst/>
            <a:gdLst/>
            <a:ahLst/>
            <a:rect l="0" t="0" r="r" b="b"/>
            <a:pathLst>
              <a:path w="29687" h="5399">
                <a:moveTo>
                  <a:pt x="0" y="525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5253"/>
                </a:lnTo>
                <a:cubicBezTo>
                  <a:pt x="29687" y="5263"/>
                  <a:pt x="29686" y="5272"/>
                  <a:pt x="29684" y="5282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8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8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8"/>
                  <a:pt x="29551" y="5399"/>
                  <a:pt x="29542" y="5399"/>
                </a:cubicBezTo>
                <a:lnTo>
                  <a:pt x="145" y="5399"/>
                </a:lnTo>
                <a:cubicBezTo>
                  <a:pt x="136" y="5399"/>
                  <a:pt x="126" y="5398"/>
                  <a:pt x="117" y="5396"/>
                </a:cubicBezTo>
                <a:cubicBezTo>
                  <a:pt x="108" y="5394"/>
                  <a:pt x="99" y="5391"/>
                  <a:pt x="90" y="5388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8"/>
                  <a:pt x="11" y="5309"/>
                </a:cubicBezTo>
                <a:cubicBezTo>
                  <a:pt x="7" y="5300"/>
                  <a:pt x="5" y="5291"/>
                  <a:pt x="3" y="5282"/>
                </a:cubicBezTo>
                <a:cubicBezTo>
                  <a:pt x="1" y="5272"/>
                  <a:pt x="0" y="5263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1" name=""/>
          <p:cNvSpPr/>
          <p:nvPr/>
        </p:nvSpPr>
        <p:spPr>
          <a:xfrm>
            <a:off x="757080" y="2071440"/>
            <a:ext cx="10687320" cy="1943640"/>
          </a:xfrm>
          <a:custGeom>
            <a:avLst/>
            <a:gdLst/>
            <a:ahLst/>
            <a:rect l="0" t="0" r="r" b="b"/>
            <a:pathLst>
              <a:path w="29687" h="5399">
                <a:moveTo>
                  <a:pt x="0" y="525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5253"/>
                </a:lnTo>
                <a:cubicBezTo>
                  <a:pt x="29687" y="5263"/>
                  <a:pt x="29686" y="5272"/>
                  <a:pt x="29684" y="5282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8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8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8"/>
                  <a:pt x="29551" y="5399"/>
                  <a:pt x="29542" y="5399"/>
                </a:cubicBezTo>
                <a:lnTo>
                  <a:pt x="145" y="5399"/>
                </a:lnTo>
                <a:cubicBezTo>
                  <a:pt x="136" y="5399"/>
                  <a:pt x="126" y="5398"/>
                  <a:pt x="117" y="5396"/>
                </a:cubicBezTo>
                <a:cubicBezTo>
                  <a:pt x="108" y="5394"/>
                  <a:pt x="99" y="5391"/>
                  <a:pt x="90" y="5388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8"/>
                  <a:pt x="11" y="5309"/>
                </a:cubicBezTo>
                <a:cubicBezTo>
                  <a:pt x="7" y="5300"/>
                  <a:pt x="5" y="5291"/>
                  <a:pt x="3" y="5282"/>
                </a:cubicBezTo>
                <a:cubicBezTo>
                  <a:pt x="1" y="5272"/>
                  <a:pt x="0" y="5263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2" name=""/>
          <p:cNvSpPr/>
          <p:nvPr/>
        </p:nvSpPr>
        <p:spPr>
          <a:xfrm>
            <a:off x="1495080" y="819000"/>
            <a:ext cx="1219680" cy="400320"/>
          </a:xfrm>
          <a:custGeom>
            <a:avLst/>
            <a:gdLst/>
            <a:ahLst/>
            <a:rect l="0" t="0" r="r" b="b"/>
            <a:pathLst>
              <a:path w="3388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3229" y="0"/>
                </a:lnTo>
                <a:cubicBezTo>
                  <a:pt x="3240" y="0"/>
                  <a:pt x="3250" y="1"/>
                  <a:pt x="3260" y="3"/>
                </a:cubicBezTo>
                <a:cubicBezTo>
                  <a:pt x="3271" y="5"/>
                  <a:pt x="3280" y="8"/>
                  <a:pt x="3290" y="12"/>
                </a:cubicBezTo>
                <a:cubicBezTo>
                  <a:pt x="3300" y="16"/>
                  <a:pt x="3309" y="21"/>
                  <a:pt x="3318" y="27"/>
                </a:cubicBezTo>
                <a:cubicBezTo>
                  <a:pt x="3326" y="32"/>
                  <a:pt x="3334" y="39"/>
                  <a:pt x="3342" y="46"/>
                </a:cubicBezTo>
                <a:cubicBezTo>
                  <a:pt x="3349" y="54"/>
                  <a:pt x="3356" y="62"/>
                  <a:pt x="3361" y="70"/>
                </a:cubicBezTo>
                <a:cubicBezTo>
                  <a:pt x="3367" y="79"/>
                  <a:pt x="3372" y="88"/>
                  <a:pt x="3376" y="98"/>
                </a:cubicBezTo>
                <a:cubicBezTo>
                  <a:pt x="3380" y="108"/>
                  <a:pt x="3383" y="117"/>
                  <a:pt x="3385" y="128"/>
                </a:cubicBezTo>
                <a:cubicBezTo>
                  <a:pt x="3387" y="138"/>
                  <a:pt x="3388" y="148"/>
                  <a:pt x="3388" y="159"/>
                </a:cubicBezTo>
                <a:lnTo>
                  <a:pt x="3388" y="953"/>
                </a:lnTo>
                <a:cubicBezTo>
                  <a:pt x="3388" y="964"/>
                  <a:pt x="3387" y="974"/>
                  <a:pt x="3385" y="984"/>
                </a:cubicBezTo>
                <a:cubicBezTo>
                  <a:pt x="3383" y="995"/>
                  <a:pt x="3380" y="1005"/>
                  <a:pt x="3376" y="1014"/>
                </a:cubicBezTo>
                <a:cubicBezTo>
                  <a:pt x="3372" y="1024"/>
                  <a:pt x="3367" y="1033"/>
                  <a:pt x="3361" y="1042"/>
                </a:cubicBezTo>
                <a:cubicBezTo>
                  <a:pt x="3356" y="1050"/>
                  <a:pt x="3349" y="1058"/>
                  <a:pt x="3342" y="1066"/>
                </a:cubicBezTo>
                <a:cubicBezTo>
                  <a:pt x="3334" y="1073"/>
                  <a:pt x="3326" y="1080"/>
                  <a:pt x="3318" y="1085"/>
                </a:cubicBezTo>
                <a:cubicBezTo>
                  <a:pt x="3309" y="1091"/>
                  <a:pt x="3300" y="1096"/>
                  <a:pt x="3290" y="1100"/>
                </a:cubicBezTo>
                <a:cubicBezTo>
                  <a:pt x="3280" y="1104"/>
                  <a:pt x="3271" y="1107"/>
                  <a:pt x="3260" y="1109"/>
                </a:cubicBezTo>
                <a:cubicBezTo>
                  <a:pt x="3250" y="1111"/>
                  <a:pt x="3240" y="1112"/>
                  <a:pt x="32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3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4" name=""/>
          <p:cNvSpPr txBox="1"/>
          <p:nvPr/>
        </p:nvSpPr>
        <p:spPr>
          <a:xfrm>
            <a:off x="1567440" y="815400"/>
            <a:ext cx="1080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5" name=""/>
          <p:cNvSpPr/>
          <p:nvPr/>
        </p:nvSpPr>
        <p:spPr>
          <a:xfrm>
            <a:off x="342864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2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9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9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2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6" name=""/>
          <p:cNvSpPr txBox="1"/>
          <p:nvPr/>
        </p:nvSpPr>
        <p:spPr>
          <a:xfrm>
            <a:off x="2716560" y="730440"/>
            <a:ext cx="7124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for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7" name=""/>
          <p:cNvSpPr txBox="1"/>
          <p:nvPr/>
        </p:nvSpPr>
        <p:spPr>
          <a:xfrm>
            <a:off x="34988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&lt;select&gt;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8" name=""/>
          <p:cNvSpPr txBox="1"/>
          <p:nvPr/>
        </p:nvSpPr>
        <p:spPr>
          <a:xfrm>
            <a:off x="747720" y="1523880"/>
            <a:ext cx="83649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Associates a label with a dropdown menu for better accessibility.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89" name=""/>
          <p:cNvSpPr txBox="1"/>
          <p:nvPr/>
        </p:nvSpPr>
        <p:spPr>
          <a:xfrm>
            <a:off x="914400" y="2233440"/>
            <a:ext cx="59158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"course"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&gt;Select Course:&lt;/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0" name=""/>
          <p:cNvSpPr txBox="1"/>
          <p:nvPr/>
        </p:nvSpPr>
        <p:spPr>
          <a:xfrm>
            <a:off x="914400" y="2499840"/>
            <a:ext cx="4788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"course"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"course"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1" name=""/>
          <p:cNvSpPr txBox="1"/>
          <p:nvPr/>
        </p:nvSpPr>
        <p:spPr>
          <a:xfrm>
            <a:off x="914400" y="2776320"/>
            <a:ext cx="5070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"html"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&gt;HTML&lt;/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2" name=""/>
          <p:cNvSpPr txBox="1"/>
          <p:nvPr/>
        </p:nvSpPr>
        <p:spPr>
          <a:xfrm>
            <a:off x="914400" y="3043080"/>
            <a:ext cx="4788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"css"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&gt;CSS&lt;/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3" name=""/>
          <p:cNvSpPr txBox="1"/>
          <p:nvPr/>
        </p:nvSpPr>
        <p:spPr>
          <a:xfrm>
            <a:off x="914400" y="3309480"/>
            <a:ext cx="56340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"js"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&gt;JavaScript&lt;/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4" name=""/>
          <p:cNvSpPr/>
          <p:nvPr/>
        </p:nvSpPr>
        <p:spPr>
          <a:xfrm>
            <a:off x="1047600" y="43430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7"/>
                  <a:pt x="255" y="183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0"/>
                  <a:pt x="10" y="183"/>
                </a:cubicBezTo>
                <a:cubicBezTo>
                  <a:pt x="3" y="167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1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1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5" name=""/>
          <p:cNvSpPr txBox="1"/>
          <p:nvPr/>
        </p:nvSpPr>
        <p:spPr>
          <a:xfrm>
            <a:off x="914400" y="3585960"/>
            <a:ext cx="1267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6" name=""/>
          <p:cNvSpPr/>
          <p:nvPr/>
        </p:nvSpPr>
        <p:spPr>
          <a:xfrm>
            <a:off x="1847520" y="4248000"/>
            <a:ext cx="619560" cy="352800"/>
          </a:xfrm>
          <a:custGeom>
            <a:avLst/>
            <a:gdLst/>
            <a:ahLst/>
            <a:rect l="0" t="0" r="r" b="b"/>
            <a:pathLst>
              <a:path w="1721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9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562" y="0"/>
                </a:lnTo>
                <a:cubicBezTo>
                  <a:pt x="1573" y="0"/>
                  <a:pt x="1583" y="1"/>
                  <a:pt x="1593" y="3"/>
                </a:cubicBezTo>
                <a:cubicBezTo>
                  <a:pt x="1604" y="5"/>
                  <a:pt x="1614" y="8"/>
                  <a:pt x="1623" y="12"/>
                </a:cubicBezTo>
                <a:cubicBezTo>
                  <a:pt x="1633" y="16"/>
                  <a:pt x="1642" y="21"/>
                  <a:pt x="1651" y="27"/>
                </a:cubicBezTo>
                <a:cubicBezTo>
                  <a:pt x="1659" y="32"/>
                  <a:pt x="1667" y="39"/>
                  <a:pt x="1675" y="46"/>
                </a:cubicBezTo>
                <a:cubicBezTo>
                  <a:pt x="1682" y="54"/>
                  <a:pt x="1689" y="62"/>
                  <a:pt x="1694" y="70"/>
                </a:cubicBezTo>
                <a:cubicBezTo>
                  <a:pt x="1700" y="79"/>
                  <a:pt x="1705" y="88"/>
                  <a:pt x="1709" y="98"/>
                </a:cubicBezTo>
                <a:cubicBezTo>
                  <a:pt x="1713" y="108"/>
                  <a:pt x="1716" y="117"/>
                  <a:pt x="1718" y="128"/>
                </a:cubicBezTo>
                <a:cubicBezTo>
                  <a:pt x="1720" y="138"/>
                  <a:pt x="1721" y="148"/>
                  <a:pt x="1721" y="159"/>
                </a:cubicBezTo>
                <a:lnTo>
                  <a:pt x="1721" y="821"/>
                </a:lnTo>
                <a:cubicBezTo>
                  <a:pt x="1721" y="832"/>
                  <a:pt x="1720" y="842"/>
                  <a:pt x="1718" y="852"/>
                </a:cubicBezTo>
                <a:cubicBezTo>
                  <a:pt x="1716" y="862"/>
                  <a:pt x="1713" y="872"/>
                  <a:pt x="1709" y="882"/>
                </a:cubicBezTo>
                <a:cubicBezTo>
                  <a:pt x="1705" y="892"/>
                  <a:pt x="1700" y="901"/>
                  <a:pt x="1694" y="909"/>
                </a:cubicBezTo>
                <a:cubicBezTo>
                  <a:pt x="1689" y="918"/>
                  <a:pt x="1682" y="926"/>
                  <a:pt x="1675" y="933"/>
                </a:cubicBezTo>
                <a:cubicBezTo>
                  <a:pt x="1667" y="941"/>
                  <a:pt x="1659" y="947"/>
                  <a:pt x="1651" y="953"/>
                </a:cubicBezTo>
                <a:cubicBezTo>
                  <a:pt x="1642" y="959"/>
                  <a:pt x="1633" y="964"/>
                  <a:pt x="1623" y="968"/>
                </a:cubicBezTo>
                <a:cubicBezTo>
                  <a:pt x="1614" y="972"/>
                  <a:pt x="1604" y="975"/>
                  <a:pt x="1593" y="977"/>
                </a:cubicBezTo>
                <a:cubicBezTo>
                  <a:pt x="1583" y="979"/>
                  <a:pt x="1573" y="980"/>
                  <a:pt x="1562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40" y="926"/>
                  <a:pt x="33" y="918"/>
                  <a:pt x="27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9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97" name=""/>
          <p:cNvSpPr txBox="1"/>
          <p:nvPr/>
        </p:nvSpPr>
        <p:spPr>
          <a:xfrm>
            <a:off x="1300320" y="4191120"/>
            <a:ext cx="551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8" name=""/>
          <p:cNvSpPr txBox="1"/>
          <p:nvPr/>
        </p:nvSpPr>
        <p:spPr>
          <a:xfrm>
            <a:off x="1946160" y="4299480"/>
            <a:ext cx="423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for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9" name=""/>
          <p:cNvSpPr/>
          <p:nvPr/>
        </p:nvSpPr>
        <p:spPr>
          <a:xfrm>
            <a:off x="6438600" y="4248000"/>
            <a:ext cx="1029240" cy="352800"/>
          </a:xfrm>
          <a:custGeom>
            <a:avLst/>
            <a:gdLst/>
            <a:ahLst/>
            <a:rect l="0" t="0" r="r" b="b"/>
            <a:pathLst>
              <a:path w="2859" h="980">
                <a:moveTo>
                  <a:pt x="0" y="821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2700" y="0"/>
                </a:lnTo>
                <a:cubicBezTo>
                  <a:pt x="2711" y="0"/>
                  <a:pt x="2721" y="1"/>
                  <a:pt x="2731" y="3"/>
                </a:cubicBezTo>
                <a:cubicBezTo>
                  <a:pt x="2741" y="5"/>
                  <a:pt x="2751" y="8"/>
                  <a:pt x="2761" y="12"/>
                </a:cubicBezTo>
                <a:cubicBezTo>
                  <a:pt x="2770" y="16"/>
                  <a:pt x="2780" y="21"/>
                  <a:pt x="2788" y="27"/>
                </a:cubicBezTo>
                <a:cubicBezTo>
                  <a:pt x="2797" y="32"/>
                  <a:pt x="2805" y="39"/>
                  <a:pt x="2812" y="46"/>
                </a:cubicBezTo>
                <a:cubicBezTo>
                  <a:pt x="2820" y="54"/>
                  <a:pt x="2826" y="62"/>
                  <a:pt x="2832" y="70"/>
                </a:cubicBezTo>
                <a:cubicBezTo>
                  <a:pt x="2838" y="79"/>
                  <a:pt x="2843" y="88"/>
                  <a:pt x="2847" y="98"/>
                </a:cubicBezTo>
                <a:cubicBezTo>
                  <a:pt x="2851" y="108"/>
                  <a:pt x="2854" y="117"/>
                  <a:pt x="2856" y="128"/>
                </a:cubicBezTo>
                <a:cubicBezTo>
                  <a:pt x="2858" y="138"/>
                  <a:pt x="2859" y="148"/>
                  <a:pt x="2859" y="159"/>
                </a:cubicBezTo>
                <a:lnTo>
                  <a:pt x="2859" y="821"/>
                </a:lnTo>
                <a:cubicBezTo>
                  <a:pt x="2859" y="832"/>
                  <a:pt x="2858" y="842"/>
                  <a:pt x="2856" y="852"/>
                </a:cubicBezTo>
                <a:cubicBezTo>
                  <a:pt x="2854" y="862"/>
                  <a:pt x="2851" y="872"/>
                  <a:pt x="2847" y="882"/>
                </a:cubicBezTo>
                <a:cubicBezTo>
                  <a:pt x="2843" y="892"/>
                  <a:pt x="2838" y="901"/>
                  <a:pt x="2832" y="909"/>
                </a:cubicBezTo>
                <a:cubicBezTo>
                  <a:pt x="2826" y="918"/>
                  <a:pt x="2820" y="926"/>
                  <a:pt x="2812" y="933"/>
                </a:cubicBezTo>
                <a:cubicBezTo>
                  <a:pt x="2805" y="941"/>
                  <a:pt x="2797" y="947"/>
                  <a:pt x="2788" y="953"/>
                </a:cubicBezTo>
                <a:cubicBezTo>
                  <a:pt x="2780" y="959"/>
                  <a:pt x="2770" y="964"/>
                  <a:pt x="2761" y="968"/>
                </a:cubicBezTo>
                <a:cubicBezTo>
                  <a:pt x="2751" y="972"/>
                  <a:pt x="2741" y="975"/>
                  <a:pt x="2731" y="977"/>
                </a:cubicBezTo>
                <a:cubicBezTo>
                  <a:pt x="2721" y="979"/>
                  <a:pt x="2711" y="980"/>
                  <a:pt x="2700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1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1"/>
                  <a:pt x="16" y="892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2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0" name=""/>
          <p:cNvSpPr txBox="1"/>
          <p:nvPr/>
        </p:nvSpPr>
        <p:spPr>
          <a:xfrm>
            <a:off x="2462760" y="4191120"/>
            <a:ext cx="39693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 links the label to the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1" name=""/>
          <p:cNvSpPr txBox="1"/>
          <p:nvPr/>
        </p:nvSpPr>
        <p:spPr>
          <a:xfrm>
            <a:off x="6530760" y="4299480"/>
            <a:ext cx="8456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2" name=""/>
          <p:cNvSpPr/>
          <p:nvPr/>
        </p:nvSpPr>
        <p:spPr>
          <a:xfrm>
            <a:off x="1047600" y="484812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3"/>
                </a:moveTo>
                <a:cubicBezTo>
                  <a:pt x="265" y="151"/>
                  <a:pt x="262" y="167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7"/>
                  <a:pt x="0" y="151"/>
                  <a:pt x="0" y="133"/>
                </a:cubicBezTo>
                <a:cubicBezTo>
                  <a:pt x="0" y="115"/>
                  <a:pt x="3" y="98"/>
                  <a:pt x="10" y="81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03" name=""/>
          <p:cNvSpPr txBox="1"/>
          <p:nvPr/>
        </p:nvSpPr>
        <p:spPr>
          <a:xfrm>
            <a:off x="7470000" y="4191120"/>
            <a:ext cx="1960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 by ID.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04" name="" descr=""/>
          <p:cNvPicPr/>
          <p:nvPr/>
        </p:nvPicPr>
        <p:blipFill>
          <a:blip r:embed="rId1"/>
          <a:stretch/>
        </p:blipFill>
        <p:spPr>
          <a:xfrm>
            <a:off x="752400" y="5238720"/>
            <a:ext cx="4485960" cy="3828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5" name=""/>
          <p:cNvSpPr txBox="1"/>
          <p:nvPr/>
        </p:nvSpPr>
        <p:spPr>
          <a:xfrm>
            <a:off x="1300320" y="4695840"/>
            <a:ext cx="5242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Clicking the label focuses the dropdown.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9" name=""/>
          <p:cNvSpPr/>
          <p:nvPr/>
        </p:nvSpPr>
        <p:spPr>
          <a:xfrm>
            <a:off x="757080" y="209052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1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1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1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1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0" name=""/>
          <p:cNvSpPr/>
          <p:nvPr/>
        </p:nvSpPr>
        <p:spPr>
          <a:xfrm>
            <a:off x="757080" y="2090520"/>
            <a:ext cx="10687320" cy="1667160"/>
          </a:xfrm>
          <a:custGeom>
            <a:avLst/>
            <a:gdLst/>
            <a:ahLst/>
            <a:rect l="0" t="0" r="r" b="b"/>
            <a:pathLst>
              <a:path w="29687" h="4631">
                <a:moveTo>
                  <a:pt x="0" y="4486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4486"/>
                </a:lnTo>
                <a:cubicBezTo>
                  <a:pt x="29687" y="4495"/>
                  <a:pt x="29686" y="4505"/>
                  <a:pt x="29684" y="4514"/>
                </a:cubicBezTo>
                <a:cubicBezTo>
                  <a:pt x="29683" y="4524"/>
                  <a:pt x="29680" y="4533"/>
                  <a:pt x="29676" y="4541"/>
                </a:cubicBezTo>
                <a:cubicBezTo>
                  <a:pt x="29672" y="4550"/>
                  <a:pt x="29668" y="4559"/>
                  <a:pt x="29663" y="4567"/>
                </a:cubicBezTo>
                <a:cubicBezTo>
                  <a:pt x="29657" y="4575"/>
                  <a:pt x="29651" y="4582"/>
                  <a:pt x="29645" y="4589"/>
                </a:cubicBezTo>
                <a:cubicBezTo>
                  <a:pt x="29638" y="4595"/>
                  <a:pt x="29630" y="4601"/>
                  <a:pt x="29623" y="4607"/>
                </a:cubicBezTo>
                <a:cubicBezTo>
                  <a:pt x="29615" y="4612"/>
                  <a:pt x="29606" y="4617"/>
                  <a:pt x="29597" y="4620"/>
                </a:cubicBezTo>
                <a:cubicBezTo>
                  <a:pt x="29589" y="4624"/>
                  <a:pt x="29579" y="4627"/>
                  <a:pt x="29570" y="4629"/>
                </a:cubicBezTo>
                <a:cubicBezTo>
                  <a:pt x="29561" y="4630"/>
                  <a:pt x="29551" y="4631"/>
                  <a:pt x="29542" y="4631"/>
                </a:cubicBezTo>
                <a:lnTo>
                  <a:pt x="145" y="4631"/>
                </a:lnTo>
                <a:cubicBezTo>
                  <a:pt x="136" y="4631"/>
                  <a:pt x="126" y="4630"/>
                  <a:pt x="117" y="4629"/>
                </a:cubicBezTo>
                <a:cubicBezTo>
                  <a:pt x="108" y="4627"/>
                  <a:pt x="99" y="4624"/>
                  <a:pt x="90" y="4620"/>
                </a:cubicBezTo>
                <a:cubicBezTo>
                  <a:pt x="81" y="4617"/>
                  <a:pt x="73" y="4612"/>
                  <a:pt x="65" y="4607"/>
                </a:cubicBezTo>
                <a:cubicBezTo>
                  <a:pt x="57" y="4601"/>
                  <a:pt x="49" y="4595"/>
                  <a:pt x="43" y="4589"/>
                </a:cubicBezTo>
                <a:cubicBezTo>
                  <a:pt x="36" y="4582"/>
                  <a:pt x="30" y="4575"/>
                  <a:pt x="24" y="4567"/>
                </a:cubicBezTo>
                <a:cubicBezTo>
                  <a:pt x="19" y="4559"/>
                  <a:pt x="15" y="4550"/>
                  <a:pt x="11" y="4541"/>
                </a:cubicBezTo>
                <a:cubicBezTo>
                  <a:pt x="7" y="4533"/>
                  <a:pt x="5" y="4524"/>
                  <a:pt x="3" y="4514"/>
                </a:cubicBezTo>
                <a:cubicBezTo>
                  <a:pt x="1" y="4505"/>
                  <a:pt x="0" y="4495"/>
                  <a:pt x="0" y="4486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1" name=""/>
          <p:cNvSpPr/>
          <p:nvPr/>
        </p:nvSpPr>
        <p:spPr>
          <a:xfrm>
            <a:off x="1495080" y="819000"/>
            <a:ext cx="1867320" cy="400320"/>
          </a:xfrm>
          <a:custGeom>
            <a:avLst/>
            <a:gdLst/>
            <a:ahLst/>
            <a:rect l="0" t="0" r="r" b="b"/>
            <a:pathLst>
              <a:path w="5187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5029" y="0"/>
                </a:lnTo>
                <a:cubicBezTo>
                  <a:pt x="5039" y="0"/>
                  <a:pt x="5049" y="1"/>
                  <a:pt x="5060" y="3"/>
                </a:cubicBezTo>
                <a:cubicBezTo>
                  <a:pt x="5070" y="5"/>
                  <a:pt x="5080" y="8"/>
                  <a:pt x="5089" y="12"/>
                </a:cubicBezTo>
                <a:cubicBezTo>
                  <a:pt x="5099" y="16"/>
                  <a:pt x="5108" y="21"/>
                  <a:pt x="5117" y="27"/>
                </a:cubicBezTo>
                <a:cubicBezTo>
                  <a:pt x="5125" y="32"/>
                  <a:pt x="5133" y="39"/>
                  <a:pt x="5141" y="46"/>
                </a:cubicBezTo>
                <a:cubicBezTo>
                  <a:pt x="5148" y="54"/>
                  <a:pt x="5155" y="62"/>
                  <a:pt x="5161" y="70"/>
                </a:cubicBezTo>
                <a:cubicBezTo>
                  <a:pt x="5166" y="79"/>
                  <a:pt x="5171" y="88"/>
                  <a:pt x="5175" y="98"/>
                </a:cubicBezTo>
                <a:cubicBezTo>
                  <a:pt x="5179" y="108"/>
                  <a:pt x="5182" y="117"/>
                  <a:pt x="5184" y="128"/>
                </a:cubicBezTo>
                <a:cubicBezTo>
                  <a:pt x="5186" y="138"/>
                  <a:pt x="5187" y="148"/>
                  <a:pt x="5187" y="159"/>
                </a:cubicBezTo>
                <a:lnTo>
                  <a:pt x="5187" y="953"/>
                </a:lnTo>
                <a:cubicBezTo>
                  <a:pt x="5187" y="964"/>
                  <a:pt x="5186" y="974"/>
                  <a:pt x="5184" y="984"/>
                </a:cubicBezTo>
                <a:cubicBezTo>
                  <a:pt x="5182" y="995"/>
                  <a:pt x="5179" y="1005"/>
                  <a:pt x="5175" y="1014"/>
                </a:cubicBezTo>
                <a:cubicBezTo>
                  <a:pt x="5171" y="1024"/>
                  <a:pt x="5166" y="1033"/>
                  <a:pt x="5161" y="1042"/>
                </a:cubicBezTo>
                <a:cubicBezTo>
                  <a:pt x="5155" y="1050"/>
                  <a:pt x="5148" y="1058"/>
                  <a:pt x="5141" y="1066"/>
                </a:cubicBezTo>
                <a:cubicBezTo>
                  <a:pt x="5133" y="1073"/>
                  <a:pt x="5125" y="1080"/>
                  <a:pt x="5117" y="1085"/>
                </a:cubicBezTo>
                <a:cubicBezTo>
                  <a:pt x="5108" y="1091"/>
                  <a:pt x="5099" y="1096"/>
                  <a:pt x="5089" y="1100"/>
                </a:cubicBezTo>
                <a:cubicBezTo>
                  <a:pt x="5080" y="1104"/>
                  <a:pt x="5070" y="1107"/>
                  <a:pt x="5060" y="1109"/>
                </a:cubicBezTo>
                <a:cubicBezTo>
                  <a:pt x="5049" y="1111"/>
                  <a:pt x="5039" y="1112"/>
                  <a:pt x="502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2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3" name=""/>
          <p:cNvSpPr txBox="1"/>
          <p:nvPr/>
        </p:nvSpPr>
        <p:spPr>
          <a:xfrm>
            <a:off x="1567440" y="815400"/>
            <a:ext cx="172728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selected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4" name=""/>
          <p:cNvSpPr txBox="1"/>
          <p:nvPr/>
        </p:nvSpPr>
        <p:spPr>
          <a:xfrm>
            <a:off x="3362760" y="730440"/>
            <a:ext cx="1755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5" name=""/>
          <p:cNvSpPr/>
          <p:nvPr/>
        </p:nvSpPr>
        <p:spPr>
          <a:xfrm>
            <a:off x="2790720" y="1571400"/>
            <a:ext cx="1314720" cy="362520"/>
          </a:xfrm>
          <a:custGeom>
            <a:avLst/>
            <a:gdLst/>
            <a:ahLst/>
            <a:rect l="0" t="0" r="r" b="b"/>
            <a:pathLst>
              <a:path w="3652" h="1007">
                <a:moveTo>
                  <a:pt x="0" y="848"/>
                </a:moveTo>
                <a:lnTo>
                  <a:pt x="0" y="160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4" y="5"/>
                  <a:pt x="3544" y="8"/>
                  <a:pt x="3554" y="12"/>
                </a:cubicBezTo>
                <a:cubicBezTo>
                  <a:pt x="3564" y="16"/>
                  <a:pt x="3573" y="21"/>
                  <a:pt x="3581" y="27"/>
                </a:cubicBezTo>
                <a:cubicBezTo>
                  <a:pt x="3590" y="33"/>
                  <a:pt x="3598" y="39"/>
                  <a:pt x="3606" y="47"/>
                </a:cubicBezTo>
                <a:cubicBezTo>
                  <a:pt x="3613" y="54"/>
                  <a:pt x="3619" y="62"/>
                  <a:pt x="3625" y="71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8"/>
                  <a:pt x="3652" y="148"/>
                  <a:pt x="3652" y="160"/>
                </a:cubicBezTo>
                <a:lnTo>
                  <a:pt x="3652" y="848"/>
                </a:lnTo>
                <a:cubicBezTo>
                  <a:pt x="3652" y="858"/>
                  <a:pt x="3651" y="869"/>
                  <a:pt x="3649" y="879"/>
                </a:cubicBezTo>
                <a:cubicBezTo>
                  <a:pt x="3647" y="889"/>
                  <a:pt x="3644" y="899"/>
                  <a:pt x="3640" y="909"/>
                </a:cubicBezTo>
                <a:cubicBezTo>
                  <a:pt x="3636" y="918"/>
                  <a:pt x="3631" y="927"/>
                  <a:pt x="3625" y="936"/>
                </a:cubicBezTo>
                <a:cubicBezTo>
                  <a:pt x="3619" y="945"/>
                  <a:pt x="3613" y="953"/>
                  <a:pt x="3606" y="960"/>
                </a:cubicBezTo>
                <a:cubicBezTo>
                  <a:pt x="3598" y="967"/>
                  <a:pt x="3590" y="974"/>
                  <a:pt x="3581" y="980"/>
                </a:cubicBezTo>
                <a:cubicBezTo>
                  <a:pt x="3573" y="986"/>
                  <a:pt x="3564" y="990"/>
                  <a:pt x="3554" y="994"/>
                </a:cubicBezTo>
                <a:cubicBezTo>
                  <a:pt x="3544" y="998"/>
                  <a:pt x="3534" y="1001"/>
                  <a:pt x="3524" y="1003"/>
                </a:cubicBezTo>
                <a:cubicBezTo>
                  <a:pt x="3514" y="1006"/>
                  <a:pt x="3504" y="1007"/>
                  <a:pt x="3493" y="1007"/>
                </a:cubicBezTo>
                <a:lnTo>
                  <a:pt x="159" y="1007"/>
                </a:lnTo>
                <a:cubicBezTo>
                  <a:pt x="148" y="1007"/>
                  <a:pt x="138" y="1006"/>
                  <a:pt x="128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16" name=""/>
          <p:cNvSpPr txBox="1"/>
          <p:nvPr/>
        </p:nvSpPr>
        <p:spPr>
          <a:xfrm>
            <a:off x="747720" y="1523880"/>
            <a:ext cx="20394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Speciﬁes which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7" name=""/>
          <p:cNvSpPr txBox="1"/>
          <p:nvPr/>
        </p:nvSpPr>
        <p:spPr>
          <a:xfrm>
            <a:off x="2883240" y="162288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&lt;option&gt;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8" name=""/>
          <p:cNvSpPr txBox="1"/>
          <p:nvPr/>
        </p:nvSpPr>
        <p:spPr>
          <a:xfrm>
            <a:off x="4104000" y="1523880"/>
            <a:ext cx="33908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is pre-selected by default.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9" name=""/>
          <p:cNvSpPr txBox="1"/>
          <p:nvPr/>
        </p:nvSpPr>
        <p:spPr>
          <a:xfrm>
            <a:off x="914400" y="2252520"/>
            <a:ext cx="33804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"language"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0" name=""/>
          <p:cNvSpPr txBox="1"/>
          <p:nvPr/>
        </p:nvSpPr>
        <p:spPr>
          <a:xfrm>
            <a:off x="914400" y="2518920"/>
            <a:ext cx="50706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"html"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&gt;HTML&lt;/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1" name=""/>
          <p:cNvSpPr txBox="1"/>
          <p:nvPr/>
        </p:nvSpPr>
        <p:spPr>
          <a:xfrm>
            <a:off x="914400" y="2795400"/>
            <a:ext cx="4788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"css"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&gt;CSS&lt;/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2" name=""/>
          <p:cNvSpPr txBox="1"/>
          <p:nvPr/>
        </p:nvSpPr>
        <p:spPr>
          <a:xfrm>
            <a:off x="914400" y="306180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value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"js"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selected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&gt;JavaScript&lt;/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option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3" name=""/>
          <p:cNvSpPr/>
          <p:nvPr/>
        </p:nvSpPr>
        <p:spPr>
          <a:xfrm>
            <a:off x="1047600" y="408600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2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2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5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4" name=""/>
          <p:cNvSpPr txBox="1"/>
          <p:nvPr/>
        </p:nvSpPr>
        <p:spPr>
          <a:xfrm>
            <a:off x="914400" y="3328560"/>
            <a:ext cx="1267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select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5" name=""/>
          <p:cNvSpPr/>
          <p:nvPr/>
        </p:nvSpPr>
        <p:spPr>
          <a:xfrm>
            <a:off x="6429240" y="3981240"/>
            <a:ext cx="1314720" cy="362160"/>
          </a:xfrm>
          <a:custGeom>
            <a:avLst/>
            <a:gdLst/>
            <a:ahLst/>
            <a:rect l="0" t="0" r="r" b="b"/>
            <a:pathLst>
              <a:path w="3652" h="1006">
                <a:moveTo>
                  <a:pt x="0" y="848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493" y="0"/>
                </a:lnTo>
                <a:cubicBezTo>
                  <a:pt x="3504" y="0"/>
                  <a:pt x="3514" y="1"/>
                  <a:pt x="3524" y="3"/>
                </a:cubicBezTo>
                <a:cubicBezTo>
                  <a:pt x="3535" y="5"/>
                  <a:pt x="3544" y="8"/>
                  <a:pt x="3554" y="12"/>
                </a:cubicBezTo>
                <a:cubicBezTo>
                  <a:pt x="3564" y="16"/>
                  <a:pt x="3573" y="21"/>
                  <a:pt x="3582" y="27"/>
                </a:cubicBezTo>
                <a:cubicBezTo>
                  <a:pt x="3590" y="33"/>
                  <a:pt x="3598" y="39"/>
                  <a:pt x="3606" y="47"/>
                </a:cubicBezTo>
                <a:cubicBezTo>
                  <a:pt x="3613" y="54"/>
                  <a:pt x="3620" y="62"/>
                  <a:pt x="3625" y="71"/>
                </a:cubicBezTo>
                <a:cubicBezTo>
                  <a:pt x="3631" y="79"/>
                  <a:pt x="3636" y="88"/>
                  <a:pt x="3640" y="98"/>
                </a:cubicBezTo>
                <a:cubicBezTo>
                  <a:pt x="3644" y="108"/>
                  <a:pt x="3647" y="118"/>
                  <a:pt x="3649" y="128"/>
                </a:cubicBezTo>
                <a:cubicBezTo>
                  <a:pt x="3651" y="138"/>
                  <a:pt x="3652" y="148"/>
                  <a:pt x="3652" y="159"/>
                </a:cubicBezTo>
                <a:lnTo>
                  <a:pt x="3652" y="848"/>
                </a:lnTo>
                <a:cubicBezTo>
                  <a:pt x="3652" y="858"/>
                  <a:pt x="3651" y="868"/>
                  <a:pt x="3649" y="879"/>
                </a:cubicBezTo>
                <a:cubicBezTo>
                  <a:pt x="3647" y="889"/>
                  <a:pt x="3644" y="899"/>
                  <a:pt x="3640" y="908"/>
                </a:cubicBezTo>
                <a:cubicBezTo>
                  <a:pt x="3636" y="918"/>
                  <a:pt x="3631" y="927"/>
                  <a:pt x="3625" y="936"/>
                </a:cubicBezTo>
                <a:cubicBezTo>
                  <a:pt x="3620" y="945"/>
                  <a:pt x="3613" y="953"/>
                  <a:pt x="3606" y="960"/>
                </a:cubicBezTo>
                <a:cubicBezTo>
                  <a:pt x="3598" y="967"/>
                  <a:pt x="3590" y="974"/>
                  <a:pt x="3582" y="980"/>
                </a:cubicBezTo>
                <a:cubicBezTo>
                  <a:pt x="3573" y="986"/>
                  <a:pt x="3564" y="990"/>
                  <a:pt x="3554" y="994"/>
                </a:cubicBezTo>
                <a:cubicBezTo>
                  <a:pt x="3544" y="998"/>
                  <a:pt x="3535" y="1001"/>
                  <a:pt x="3524" y="1003"/>
                </a:cubicBezTo>
                <a:cubicBezTo>
                  <a:pt x="3514" y="1005"/>
                  <a:pt x="3504" y="1006"/>
                  <a:pt x="3493" y="1006"/>
                </a:cubicBezTo>
                <a:lnTo>
                  <a:pt x="159" y="1006"/>
                </a:lnTo>
                <a:cubicBezTo>
                  <a:pt x="148" y="1006"/>
                  <a:pt x="138" y="1005"/>
                  <a:pt x="128" y="1003"/>
                </a:cubicBezTo>
                <a:cubicBezTo>
                  <a:pt x="117" y="1001"/>
                  <a:pt x="108" y="998"/>
                  <a:pt x="98" y="994"/>
                </a:cubicBezTo>
                <a:cubicBezTo>
                  <a:pt x="88" y="990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8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8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6" name=""/>
          <p:cNvSpPr txBox="1"/>
          <p:nvPr/>
        </p:nvSpPr>
        <p:spPr>
          <a:xfrm>
            <a:off x="1300320" y="3933720"/>
            <a:ext cx="51246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Only one option can be selected unless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7" name=""/>
          <p:cNvSpPr txBox="1"/>
          <p:nvPr/>
        </p:nvSpPr>
        <p:spPr>
          <a:xfrm>
            <a:off x="6525000" y="4032720"/>
            <a:ext cx="11275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multiple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8" name=""/>
          <p:cNvSpPr/>
          <p:nvPr/>
        </p:nvSpPr>
        <p:spPr>
          <a:xfrm>
            <a:off x="1047600" y="458136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4"/>
                  <a:pt x="227" y="227"/>
                </a:cubicBezTo>
                <a:cubicBezTo>
                  <a:pt x="214" y="239"/>
                  <a:pt x="200" y="249"/>
                  <a:pt x="184" y="255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5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4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5"/>
                  <a:pt x="26" y="51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1"/>
                  <a:pt x="249" y="65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29" name=""/>
          <p:cNvSpPr txBox="1"/>
          <p:nvPr/>
        </p:nvSpPr>
        <p:spPr>
          <a:xfrm>
            <a:off x="7745760" y="3933720"/>
            <a:ext cx="10490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is used.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30" name="" descr=""/>
          <p:cNvPicPr/>
          <p:nvPr/>
        </p:nvPicPr>
        <p:blipFill>
          <a:blip r:embed="rId1"/>
          <a:stretch/>
        </p:blipFill>
        <p:spPr>
          <a:xfrm>
            <a:off x="752400" y="4981680"/>
            <a:ext cx="3466800" cy="29905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31" name=""/>
          <p:cNvSpPr txBox="1"/>
          <p:nvPr/>
        </p:nvSpPr>
        <p:spPr>
          <a:xfrm>
            <a:off x="1300320" y="4429080"/>
            <a:ext cx="69127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Improves user experience by setting a default choice.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5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6" name=""/>
          <p:cNvSpPr/>
          <p:nvPr/>
        </p:nvSpPr>
        <p:spPr>
          <a:xfrm>
            <a:off x="757080" y="2071440"/>
            <a:ext cx="10687320" cy="857520"/>
          </a:xfrm>
          <a:custGeom>
            <a:avLst/>
            <a:gdLst/>
            <a:ahLst/>
            <a:rect l="0" t="0" r="r" b="b"/>
            <a:pathLst>
              <a:path w="29687" h="2382">
                <a:moveTo>
                  <a:pt x="0" y="2237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50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50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2237"/>
                </a:lnTo>
                <a:cubicBezTo>
                  <a:pt x="29687" y="2246"/>
                  <a:pt x="29686" y="2256"/>
                  <a:pt x="29684" y="2265"/>
                </a:cubicBezTo>
                <a:cubicBezTo>
                  <a:pt x="29683" y="2275"/>
                  <a:pt x="29680" y="2284"/>
                  <a:pt x="29676" y="2293"/>
                </a:cubicBezTo>
                <a:cubicBezTo>
                  <a:pt x="29672" y="2301"/>
                  <a:pt x="29668" y="2310"/>
                  <a:pt x="29663" y="2318"/>
                </a:cubicBezTo>
                <a:cubicBezTo>
                  <a:pt x="29657" y="2326"/>
                  <a:pt x="29651" y="2333"/>
                  <a:pt x="29645" y="2340"/>
                </a:cubicBezTo>
                <a:cubicBezTo>
                  <a:pt x="29638" y="2347"/>
                  <a:pt x="29630" y="2353"/>
                  <a:pt x="29623" y="2358"/>
                </a:cubicBezTo>
                <a:cubicBezTo>
                  <a:pt x="29615" y="2363"/>
                  <a:pt x="29606" y="2368"/>
                  <a:pt x="29597" y="2371"/>
                </a:cubicBezTo>
                <a:cubicBezTo>
                  <a:pt x="29589" y="2375"/>
                  <a:pt x="29579" y="2378"/>
                  <a:pt x="29570" y="2380"/>
                </a:cubicBezTo>
                <a:cubicBezTo>
                  <a:pt x="29561" y="2382"/>
                  <a:pt x="29551" y="2382"/>
                  <a:pt x="29542" y="2382"/>
                </a:cubicBezTo>
                <a:lnTo>
                  <a:pt x="145" y="2382"/>
                </a:lnTo>
                <a:cubicBezTo>
                  <a:pt x="136" y="2382"/>
                  <a:pt x="126" y="2382"/>
                  <a:pt x="117" y="2380"/>
                </a:cubicBezTo>
                <a:cubicBezTo>
                  <a:pt x="108" y="2378"/>
                  <a:pt x="99" y="2375"/>
                  <a:pt x="90" y="2371"/>
                </a:cubicBezTo>
                <a:cubicBezTo>
                  <a:pt x="81" y="2368"/>
                  <a:pt x="73" y="2363"/>
                  <a:pt x="65" y="2358"/>
                </a:cubicBezTo>
                <a:cubicBezTo>
                  <a:pt x="57" y="2353"/>
                  <a:pt x="49" y="2347"/>
                  <a:pt x="43" y="2340"/>
                </a:cubicBezTo>
                <a:cubicBezTo>
                  <a:pt x="36" y="2333"/>
                  <a:pt x="30" y="2326"/>
                  <a:pt x="24" y="2318"/>
                </a:cubicBezTo>
                <a:cubicBezTo>
                  <a:pt x="19" y="2310"/>
                  <a:pt x="15" y="2301"/>
                  <a:pt x="11" y="2293"/>
                </a:cubicBezTo>
                <a:cubicBezTo>
                  <a:pt x="7" y="2284"/>
                  <a:pt x="5" y="2275"/>
                  <a:pt x="3" y="2265"/>
                </a:cubicBezTo>
                <a:cubicBezTo>
                  <a:pt x="1" y="2256"/>
                  <a:pt x="0" y="2246"/>
                  <a:pt x="0" y="2237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7" name=""/>
          <p:cNvSpPr/>
          <p:nvPr/>
        </p:nvSpPr>
        <p:spPr>
          <a:xfrm>
            <a:off x="1495080" y="819000"/>
            <a:ext cx="2296080" cy="400320"/>
          </a:xfrm>
          <a:custGeom>
            <a:avLst/>
            <a:gdLst/>
            <a:ahLst/>
            <a:rect l="0" t="0" r="r" b="b"/>
            <a:pathLst>
              <a:path w="6378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4" y="128"/>
                </a:cubicBezTo>
                <a:cubicBezTo>
                  <a:pt x="6" y="117"/>
                  <a:pt x="9" y="108"/>
                  <a:pt x="13" y="98"/>
                </a:cubicBezTo>
                <a:cubicBezTo>
                  <a:pt x="17" y="88"/>
                  <a:pt x="21" y="79"/>
                  <a:pt x="27" y="70"/>
                </a:cubicBezTo>
                <a:cubicBezTo>
                  <a:pt x="33" y="62"/>
                  <a:pt x="40" y="54"/>
                  <a:pt x="47" y="46"/>
                </a:cubicBezTo>
                <a:cubicBezTo>
                  <a:pt x="54" y="39"/>
                  <a:pt x="62" y="32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6219" y="0"/>
                </a:lnTo>
                <a:cubicBezTo>
                  <a:pt x="6230" y="0"/>
                  <a:pt x="6240" y="1"/>
                  <a:pt x="6250" y="3"/>
                </a:cubicBezTo>
                <a:cubicBezTo>
                  <a:pt x="6260" y="5"/>
                  <a:pt x="6270" y="8"/>
                  <a:pt x="6280" y="12"/>
                </a:cubicBezTo>
                <a:cubicBezTo>
                  <a:pt x="6290" y="16"/>
                  <a:pt x="6299" y="21"/>
                  <a:pt x="6307" y="27"/>
                </a:cubicBezTo>
                <a:cubicBezTo>
                  <a:pt x="6316" y="32"/>
                  <a:pt x="6324" y="39"/>
                  <a:pt x="6331" y="46"/>
                </a:cubicBezTo>
                <a:cubicBezTo>
                  <a:pt x="6339" y="54"/>
                  <a:pt x="6345" y="62"/>
                  <a:pt x="6351" y="70"/>
                </a:cubicBezTo>
                <a:cubicBezTo>
                  <a:pt x="6357" y="79"/>
                  <a:pt x="6362" y="88"/>
                  <a:pt x="6366" y="98"/>
                </a:cubicBezTo>
                <a:cubicBezTo>
                  <a:pt x="6370" y="108"/>
                  <a:pt x="6373" y="117"/>
                  <a:pt x="6375" y="128"/>
                </a:cubicBezTo>
                <a:cubicBezTo>
                  <a:pt x="6377" y="138"/>
                  <a:pt x="6378" y="148"/>
                  <a:pt x="6378" y="159"/>
                </a:cubicBezTo>
                <a:lnTo>
                  <a:pt x="6378" y="953"/>
                </a:lnTo>
                <a:cubicBezTo>
                  <a:pt x="6378" y="964"/>
                  <a:pt x="6377" y="974"/>
                  <a:pt x="6375" y="984"/>
                </a:cubicBezTo>
                <a:cubicBezTo>
                  <a:pt x="6373" y="995"/>
                  <a:pt x="6370" y="1005"/>
                  <a:pt x="6366" y="1014"/>
                </a:cubicBezTo>
                <a:cubicBezTo>
                  <a:pt x="6362" y="1024"/>
                  <a:pt x="6357" y="1033"/>
                  <a:pt x="6351" y="1042"/>
                </a:cubicBezTo>
                <a:cubicBezTo>
                  <a:pt x="6345" y="1050"/>
                  <a:pt x="6339" y="1058"/>
                  <a:pt x="6331" y="1066"/>
                </a:cubicBezTo>
                <a:cubicBezTo>
                  <a:pt x="6324" y="1073"/>
                  <a:pt x="6316" y="1080"/>
                  <a:pt x="6307" y="1085"/>
                </a:cubicBezTo>
                <a:cubicBezTo>
                  <a:pt x="6299" y="1091"/>
                  <a:pt x="6290" y="1096"/>
                  <a:pt x="6280" y="1100"/>
                </a:cubicBezTo>
                <a:cubicBezTo>
                  <a:pt x="6270" y="1104"/>
                  <a:pt x="6260" y="1107"/>
                  <a:pt x="6250" y="1109"/>
                </a:cubicBezTo>
                <a:cubicBezTo>
                  <a:pt x="6240" y="1111"/>
                  <a:pt x="6230" y="1112"/>
                  <a:pt x="6219" y="1112"/>
                </a:cubicBezTo>
                <a:lnTo>
                  <a:pt x="159" y="1112"/>
                </a:lnTo>
                <a:cubicBezTo>
                  <a:pt x="149" y="1112"/>
                  <a:pt x="138" y="1111"/>
                  <a:pt x="128" y="1109"/>
                </a:cubicBezTo>
                <a:cubicBezTo>
                  <a:pt x="118" y="1107"/>
                  <a:pt x="108" y="1104"/>
                  <a:pt x="98" y="1100"/>
                </a:cubicBezTo>
                <a:cubicBezTo>
                  <a:pt x="89" y="1096"/>
                  <a:pt x="80" y="1091"/>
                  <a:pt x="71" y="1085"/>
                </a:cubicBezTo>
                <a:cubicBezTo>
                  <a:pt x="62" y="1080"/>
                  <a:pt x="54" y="1073"/>
                  <a:pt x="47" y="1066"/>
                </a:cubicBezTo>
                <a:cubicBezTo>
                  <a:pt x="40" y="1058"/>
                  <a:pt x="33" y="1050"/>
                  <a:pt x="27" y="1042"/>
                </a:cubicBezTo>
                <a:cubicBezTo>
                  <a:pt x="21" y="1033"/>
                  <a:pt x="17" y="1024"/>
                  <a:pt x="13" y="1014"/>
                </a:cubicBezTo>
                <a:cubicBezTo>
                  <a:pt x="9" y="1005"/>
                  <a:pt x="6" y="995"/>
                  <a:pt x="4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38" name=""/>
          <p:cNvSpPr txBox="1"/>
          <p:nvPr/>
        </p:nvSpPr>
        <p:spPr>
          <a:xfrm>
            <a:off x="747720" y="730440"/>
            <a:ext cx="7502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39" name=""/>
          <p:cNvSpPr txBox="1"/>
          <p:nvPr/>
        </p:nvSpPr>
        <p:spPr>
          <a:xfrm>
            <a:off x="1567440" y="815400"/>
            <a:ext cx="215892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&lt;textarea&gt;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0" name=""/>
          <p:cNvSpPr txBox="1"/>
          <p:nvPr/>
        </p:nvSpPr>
        <p:spPr>
          <a:xfrm>
            <a:off x="3793680" y="730440"/>
            <a:ext cx="15728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Element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1" name=""/>
          <p:cNvSpPr txBox="1"/>
          <p:nvPr/>
        </p:nvSpPr>
        <p:spPr>
          <a:xfrm>
            <a:off x="747720" y="1523880"/>
            <a:ext cx="89442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Allows multi-line text input for messages, comments, or descriptions.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2" name=""/>
          <p:cNvSpPr txBox="1"/>
          <p:nvPr/>
        </p:nvSpPr>
        <p:spPr>
          <a:xfrm>
            <a:off x="914400" y="2233440"/>
            <a:ext cx="52113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for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"message"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&gt;Message:&lt;/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label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3" name=""/>
          <p:cNvSpPr/>
          <p:nvPr/>
        </p:nvSpPr>
        <p:spPr>
          <a:xfrm>
            <a:off x="1047600" y="32572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7"/>
                  <a:pt x="255" y="83"/>
                </a:cubicBezTo>
                <a:cubicBezTo>
                  <a:pt x="262" y="99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4" name=""/>
          <p:cNvSpPr txBox="1"/>
          <p:nvPr/>
        </p:nvSpPr>
        <p:spPr>
          <a:xfrm>
            <a:off x="914400" y="2499840"/>
            <a:ext cx="69015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textarea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id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"message"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"message"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textarea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5" name=""/>
          <p:cNvSpPr/>
          <p:nvPr/>
        </p:nvSpPr>
        <p:spPr>
          <a:xfrm>
            <a:off x="2190600" y="3162240"/>
            <a:ext cx="1171800" cy="352800"/>
          </a:xfrm>
          <a:custGeom>
            <a:avLst/>
            <a:gdLst/>
            <a:ahLst/>
            <a:rect l="0" t="0" r="r" b="b"/>
            <a:pathLst>
              <a:path w="3255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6"/>
                </a:cubicBezTo>
                <a:cubicBezTo>
                  <a:pt x="79" y="21"/>
                  <a:pt x="88" y="16"/>
                  <a:pt x="98" y="12"/>
                </a:cubicBezTo>
                <a:cubicBezTo>
                  <a:pt x="108" y="8"/>
                  <a:pt x="117" y="5"/>
                  <a:pt x="128" y="3"/>
                </a:cubicBezTo>
                <a:cubicBezTo>
                  <a:pt x="138" y="1"/>
                  <a:pt x="148" y="0"/>
                  <a:pt x="159" y="0"/>
                </a:cubicBezTo>
                <a:lnTo>
                  <a:pt x="3097" y="0"/>
                </a:lnTo>
                <a:cubicBezTo>
                  <a:pt x="3107" y="0"/>
                  <a:pt x="3117" y="1"/>
                  <a:pt x="3128" y="3"/>
                </a:cubicBezTo>
                <a:cubicBezTo>
                  <a:pt x="3138" y="5"/>
                  <a:pt x="3148" y="8"/>
                  <a:pt x="3157" y="12"/>
                </a:cubicBezTo>
                <a:cubicBezTo>
                  <a:pt x="3167" y="16"/>
                  <a:pt x="3176" y="21"/>
                  <a:pt x="3185" y="26"/>
                </a:cubicBezTo>
                <a:cubicBezTo>
                  <a:pt x="3193" y="32"/>
                  <a:pt x="3201" y="39"/>
                  <a:pt x="3209" y="46"/>
                </a:cubicBezTo>
                <a:cubicBezTo>
                  <a:pt x="3216" y="54"/>
                  <a:pt x="3223" y="62"/>
                  <a:pt x="3229" y="70"/>
                </a:cubicBezTo>
                <a:cubicBezTo>
                  <a:pt x="3234" y="79"/>
                  <a:pt x="3239" y="88"/>
                  <a:pt x="3243" y="98"/>
                </a:cubicBezTo>
                <a:cubicBezTo>
                  <a:pt x="3247" y="107"/>
                  <a:pt x="3250" y="117"/>
                  <a:pt x="3252" y="127"/>
                </a:cubicBezTo>
                <a:cubicBezTo>
                  <a:pt x="3254" y="138"/>
                  <a:pt x="3255" y="148"/>
                  <a:pt x="3255" y="158"/>
                </a:cubicBezTo>
                <a:lnTo>
                  <a:pt x="3255" y="821"/>
                </a:lnTo>
                <a:cubicBezTo>
                  <a:pt x="3255" y="831"/>
                  <a:pt x="3254" y="842"/>
                  <a:pt x="3252" y="852"/>
                </a:cubicBezTo>
                <a:cubicBezTo>
                  <a:pt x="3250" y="862"/>
                  <a:pt x="3247" y="872"/>
                  <a:pt x="3243" y="882"/>
                </a:cubicBezTo>
                <a:cubicBezTo>
                  <a:pt x="3239" y="891"/>
                  <a:pt x="3234" y="900"/>
                  <a:pt x="3229" y="909"/>
                </a:cubicBezTo>
                <a:cubicBezTo>
                  <a:pt x="3223" y="918"/>
                  <a:pt x="3216" y="926"/>
                  <a:pt x="3209" y="933"/>
                </a:cubicBezTo>
                <a:cubicBezTo>
                  <a:pt x="3201" y="940"/>
                  <a:pt x="3193" y="947"/>
                  <a:pt x="3185" y="953"/>
                </a:cubicBezTo>
                <a:cubicBezTo>
                  <a:pt x="3176" y="959"/>
                  <a:pt x="3167" y="964"/>
                  <a:pt x="3157" y="968"/>
                </a:cubicBezTo>
                <a:cubicBezTo>
                  <a:pt x="3148" y="972"/>
                  <a:pt x="3138" y="975"/>
                  <a:pt x="3128" y="977"/>
                </a:cubicBezTo>
                <a:cubicBezTo>
                  <a:pt x="3117" y="979"/>
                  <a:pt x="3107" y="980"/>
                  <a:pt x="3097" y="980"/>
                </a:cubicBezTo>
                <a:lnTo>
                  <a:pt x="159" y="980"/>
                </a:lnTo>
                <a:cubicBezTo>
                  <a:pt x="148" y="980"/>
                  <a:pt x="138" y="979"/>
                  <a:pt x="128" y="977"/>
                </a:cubicBezTo>
                <a:cubicBezTo>
                  <a:pt x="117" y="975"/>
                  <a:pt x="108" y="972"/>
                  <a:pt x="98" y="968"/>
                </a:cubicBezTo>
                <a:cubicBezTo>
                  <a:pt x="88" y="964"/>
                  <a:pt x="79" y="959"/>
                  <a:pt x="70" y="953"/>
                </a:cubicBezTo>
                <a:cubicBezTo>
                  <a:pt x="62" y="947"/>
                  <a:pt x="54" y="940"/>
                  <a:pt x="46" y="933"/>
                </a:cubicBezTo>
                <a:cubicBezTo>
                  <a:pt x="39" y="926"/>
                  <a:pt x="32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6" name=""/>
          <p:cNvSpPr txBox="1"/>
          <p:nvPr/>
        </p:nvSpPr>
        <p:spPr>
          <a:xfrm>
            <a:off x="1300320" y="3105000"/>
            <a:ext cx="8899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Unlike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7" name=""/>
          <p:cNvSpPr txBox="1"/>
          <p:nvPr/>
        </p:nvSpPr>
        <p:spPr>
          <a:xfrm>
            <a:off x="2284200" y="3213720"/>
            <a:ext cx="9867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&lt;input&gt;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48" name=""/>
          <p:cNvSpPr/>
          <p:nvPr/>
        </p:nvSpPr>
        <p:spPr>
          <a:xfrm>
            <a:off x="5524200" y="3162240"/>
            <a:ext cx="753120" cy="352800"/>
          </a:xfrm>
          <a:custGeom>
            <a:avLst/>
            <a:gdLst/>
            <a:ahLst/>
            <a:rect l="0" t="0" r="r" b="b"/>
            <a:pathLst>
              <a:path w="2092" h="980">
                <a:moveTo>
                  <a:pt x="0" y="821"/>
                </a:moveTo>
                <a:lnTo>
                  <a:pt x="0" y="158"/>
                </a:lnTo>
                <a:cubicBezTo>
                  <a:pt x="0" y="148"/>
                  <a:pt x="1" y="138"/>
                  <a:pt x="3" y="127"/>
                </a:cubicBezTo>
                <a:cubicBezTo>
                  <a:pt x="5" y="117"/>
                  <a:pt x="8" y="107"/>
                  <a:pt x="12" y="98"/>
                </a:cubicBezTo>
                <a:cubicBezTo>
                  <a:pt x="16" y="88"/>
                  <a:pt x="21" y="79"/>
                  <a:pt x="27" y="70"/>
                </a:cubicBezTo>
                <a:cubicBezTo>
                  <a:pt x="33" y="62"/>
                  <a:pt x="39" y="54"/>
                  <a:pt x="47" y="46"/>
                </a:cubicBezTo>
                <a:cubicBezTo>
                  <a:pt x="54" y="39"/>
                  <a:pt x="62" y="32"/>
                  <a:pt x="71" y="26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33" y="0"/>
                </a:lnTo>
                <a:cubicBezTo>
                  <a:pt x="1943" y="0"/>
                  <a:pt x="1954" y="1"/>
                  <a:pt x="1964" y="3"/>
                </a:cubicBezTo>
                <a:cubicBezTo>
                  <a:pt x="1974" y="5"/>
                  <a:pt x="1984" y="8"/>
                  <a:pt x="1994" y="12"/>
                </a:cubicBezTo>
                <a:cubicBezTo>
                  <a:pt x="2003" y="16"/>
                  <a:pt x="2012" y="21"/>
                  <a:pt x="2021" y="26"/>
                </a:cubicBezTo>
                <a:cubicBezTo>
                  <a:pt x="2030" y="32"/>
                  <a:pt x="2038" y="39"/>
                  <a:pt x="2045" y="46"/>
                </a:cubicBezTo>
                <a:cubicBezTo>
                  <a:pt x="2052" y="54"/>
                  <a:pt x="2059" y="62"/>
                  <a:pt x="2065" y="70"/>
                </a:cubicBezTo>
                <a:cubicBezTo>
                  <a:pt x="2071" y="79"/>
                  <a:pt x="2075" y="88"/>
                  <a:pt x="2079" y="98"/>
                </a:cubicBezTo>
                <a:cubicBezTo>
                  <a:pt x="2083" y="107"/>
                  <a:pt x="2086" y="117"/>
                  <a:pt x="2088" y="127"/>
                </a:cubicBezTo>
                <a:cubicBezTo>
                  <a:pt x="2091" y="138"/>
                  <a:pt x="2092" y="148"/>
                  <a:pt x="2092" y="158"/>
                </a:cubicBezTo>
                <a:lnTo>
                  <a:pt x="2092" y="821"/>
                </a:lnTo>
                <a:cubicBezTo>
                  <a:pt x="2092" y="831"/>
                  <a:pt x="2091" y="842"/>
                  <a:pt x="2088" y="852"/>
                </a:cubicBezTo>
                <a:cubicBezTo>
                  <a:pt x="2086" y="862"/>
                  <a:pt x="2083" y="872"/>
                  <a:pt x="2079" y="882"/>
                </a:cubicBezTo>
                <a:cubicBezTo>
                  <a:pt x="2075" y="891"/>
                  <a:pt x="2071" y="900"/>
                  <a:pt x="2065" y="909"/>
                </a:cubicBezTo>
                <a:cubicBezTo>
                  <a:pt x="2059" y="918"/>
                  <a:pt x="2052" y="926"/>
                  <a:pt x="2045" y="933"/>
                </a:cubicBezTo>
                <a:cubicBezTo>
                  <a:pt x="2038" y="940"/>
                  <a:pt x="2030" y="947"/>
                  <a:pt x="2021" y="953"/>
                </a:cubicBezTo>
                <a:cubicBezTo>
                  <a:pt x="2012" y="959"/>
                  <a:pt x="2003" y="964"/>
                  <a:pt x="1994" y="968"/>
                </a:cubicBezTo>
                <a:cubicBezTo>
                  <a:pt x="1984" y="972"/>
                  <a:pt x="1974" y="975"/>
                  <a:pt x="1964" y="977"/>
                </a:cubicBezTo>
                <a:cubicBezTo>
                  <a:pt x="1954" y="979"/>
                  <a:pt x="1943" y="980"/>
                  <a:pt x="1933" y="980"/>
                </a:cubicBezTo>
                <a:lnTo>
                  <a:pt x="159" y="980"/>
                </a:lnTo>
                <a:cubicBezTo>
                  <a:pt x="149" y="980"/>
                  <a:pt x="138" y="979"/>
                  <a:pt x="128" y="977"/>
                </a:cubicBezTo>
                <a:cubicBezTo>
                  <a:pt x="118" y="975"/>
                  <a:pt x="108" y="972"/>
                  <a:pt x="98" y="968"/>
                </a:cubicBezTo>
                <a:cubicBezTo>
                  <a:pt x="89" y="964"/>
                  <a:pt x="80" y="959"/>
                  <a:pt x="71" y="953"/>
                </a:cubicBezTo>
                <a:cubicBezTo>
                  <a:pt x="62" y="947"/>
                  <a:pt x="54" y="940"/>
                  <a:pt x="47" y="933"/>
                </a:cubicBezTo>
                <a:cubicBezTo>
                  <a:pt x="39" y="926"/>
                  <a:pt x="33" y="918"/>
                  <a:pt x="27" y="909"/>
                </a:cubicBezTo>
                <a:cubicBezTo>
                  <a:pt x="21" y="900"/>
                  <a:pt x="16" y="891"/>
                  <a:pt x="12" y="882"/>
                </a:cubicBezTo>
                <a:cubicBezTo>
                  <a:pt x="8" y="872"/>
                  <a:pt x="5" y="862"/>
                  <a:pt x="3" y="852"/>
                </a:cubicBezTo>
                <a:cubicBezTo>
                  <a:pt x="1" y="842"/>
                  <a:pt x="0" y="831"/>
                  <a:pt x="0" y="821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49" name=""/>
          <p:cNvSpPr txBox="1"/>
          <p:nvPr/>
        </p:nvSpPr>
        <p:spPr>
          <a:xfrm>
            <a:off x="3364200" y="3105000"/>
            <a:ext cx="21596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, it doesn’t use a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0" name=""/>
          <p:cNvSpPr txBox="1"/>
          <p:nvPr/>
        </p:nvSpPr>
        <p:spPr>
          <a:xfrm>
            <a:off x="5617080" y="321372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type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1" name=""/>
          <p:cNvSpPr/>
          <p:nvPr/>
        </p:nvSpPr>
        <p:spPr>
          <a:xfrm>
            <a:off x="1047600" y="3762360"/>
            <a:ext cx="95400" cy="95400"/>
          </a:xfrm>
          <a:custGeom>
            <a:avLst/>
            <a:gdLst/>
            <a:ahLst/>
            <a:rect l="0" t="0" r="r" b="b"/>
            <a:pathLst>
              <a:path w="265" h="265">
                <a:moveTo>
                  <a:pt x="265" y="132"/>
                </a:moveTo>
                <a:cubicBezTo>
                  <a:pt x="265" y="149"/>
                  <a:pt x="262" y="166"/>
                  <a:pt x="255" y="182"/>
                </a:cubicBezTo>
                <a:cubicBezTo>
                  <a:pt x="249" y="199"/>
                  <a:pt x="239" y="213"/>
                  <a:pt x="227" y="225"/>
                </a:cubicBezTo>
                <a:cubicBezTo>
                  <a:pt x="214" y="238"/>
                  <a:pt x="200" y="248"/>
                  <a:pt x="184" y="255"/>
                </a:cubicBezTo>
                <a:cubicBezTo>
                  <a:pt x="168" y="262"/>
                  <a:pt x="151" y="265"/>
                  <a:pt x="133" y="265"/>
                </a:cubicBezTo>
                <a:cubicBezTo>
                  <a:pt x="115" y="265"/>
                  <a:pt x="98" y="262"/>
                  <a:pt x="82" y="255"/>
                </a:cubicBezTo>
                <a:cubicBezTo>
                  <a:pt x="65" y="248"/>
                  <a:pt x="51" y="238"/>
                  <a:pt x="39" y="225"/>
                </a:cubicBezTo>
                <a:cubicBezTo>
                  <a:pt x="26" y="213"/>
                  <a:pt x="17" y="199"/>
                  <a:pt x="10" y="182"/>
                </a:cubicBezTo>
                <a:cubicBezTo>
                  <a:pt x="3" y="166"/>
                  <a:pt x="0" y="149"/>
                  <a:pt x="0" y="132"/>
                </a:cubicBezTo>
                <a:cubicBezTo>
                  <a:pt x="0" y="114"/>
                  <a:pt x="3" y="97"/>
                  <a:pt x="10" y="81"/>
                </a:cubicBezTo>
                <a:cubicBezTo>
                  <a:pt x="17" y="65"/>
                  <a:pt x="26" y="51"/>
                  <a:pt x="39" y="38"/>
                </a:cubicBezTo>
                <a:cubicBezTo>
                  <a:pt x="51" y="26"/>
                  <a:pt x="65" y="16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6"/>
                  <a:pt x="214" y="26"/>
                  <a:pt x="227" y="38"/>
                </a:cubicBezTo>
                <a:cubicBezTo>
                  <a:pt x="239" y="51"/>
                  <a:pt x="249" y="65"/>
                  <a:pt x="255" y="81"/>
                </a:cubicBezTo>
                <a:cubicBezTo>
                  <a:pt x="262" y="97"/>
                  <a:pt x="265" y="114"/>
                  <a:pt x="265" y="132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52" name=""/>
          <p:cNvSpPr txBox="1"/>
          <p:nvPr/>
        </p:nvSpPr>
        <p:spPr>
          <a:xfrm>
            <a:off x="6274440" y="3105000"/>
            <a:ext cx="12805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53" name="" descr=""/>
          <p:cNvPicPr/>
          <p:nvPr/>
        </p:nvPicPr>
        <p:blipFill>
          <a:blip r:embed="rId1"/>
          <a:stretch/>
        </p:blipFill>
        <p:spPr>
          <a:xfrm>
            <a:off x="752400" y="4152960"/>
            <a:ext cx="4847760" cy="331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54" name=""/>
          <p:cNvSpPr txBox="1"/>
          <p:nvPr/>
        </p:nvSpPr>
        <p:spPr>
          <a:xfrm>
            <a:off x="1300320" y="3610080"/>
            <a:ext cx="68032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Text entered appears as plain text between the tags.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6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8" name=""/>
          <p:cNvSpPr/>
          <p:nvPr/>
        </p:nvSpPr>
        <p:spPr>
          <a:xfrm>
            <a:off x="757080" y="2090520"/>
            <a:ext cx="10687320" cy="1943640"/>
          </a:xfrm>
          <a:custGeom>
            <a:avLst/>
            <a:gdLst/>
            <a:ahLst/>
            <a:rect l="0" t="0" r="r" b="b"/>
            <a:pathLst>
              <a:path w="29687" h="5399">
                <a:moveTo>
                  <a:pt x="0" y="525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5253"/>
                </a:lnTo>
                <a:cubicBezTo>
                  <a:pt x="29687" y="5263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8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8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8"/>
                  <a:pt x="29551" y="5399"/>
                  <a:pt x="29542" y="5399"/>
                </a:cubicBezTo>
                <a:lnTo>
                  <a:pt x="145" y="5399"/>
                </a:lnTo>
                <a:cubicBezTo>
                  <a:pt x="136" y="5399"/>
                  <a:pt x="126" y="5398"/>
                  <a:pt x="117" y="5396"/>
                </a:cubicBezTo>
                <a:cubicBezTo>
                  <a:pt x="108" y="5394"/>
                  <a:pt x="99" y="5391"/>
                  <a:pt x="90" y="5388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8"/>
                  <a:pt x="11" y="5309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3"/>
                  <a:pt x="0" y="5253"/>
                </a:cubicBezTo>
                <a:close/>
              </a:path>
            </a:pathLst>
          </a:custGeom>
          <a:solidFill>
            <a:srgbClr val="f6f8fa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59" name=""/>
          <p:cNvSpPr/>
          <p:nvPr/>
        </p:nvSpPr>
        <p:spPr>
          <a:xfrm>
            <a:off x="757080" y="2090520"/>
            <a:ext cx="10687320" cy="1943640"/>
          </a:xfrm>
          <a:custGeom>
            <a:avLst/>
            <a:gdLst/>
            <a:ahLst/>
            <a:rect l="0" t="0" r="r" b="b"/>
            <a:pathLst>
              <a:path w="29687" h="5399">
                <a:moveTo>
                  <a:pt x="0" y="5253"/>
                </a:moveTo>
                <a:lnTo>
                  <a:pt x="0" y="146"/>
                </a:lnTo>
                <a:cubicBezTo>
                  <a:pt x="0" y="136"/>
                  <a:pt x="1" y="127"/>
                  <a:pt x="3" y="117"/>
                </a:cubicBezTo>
                <a:cubicBezTo>
                  <a:pt x="5" y="108"/>
                  <a:pt x="7" y="99"/>
                  <a:pt x="11" y="90"/>
                </a:cubicBezTo>
                <a:cubicBezTo>
                  <a:pt x="15" y="81"/>
                  <a:pt x="19" y="73"/>
                  <a:pt x="24" y="65"/>
                </a:cubicBezTo>
                <a:cubicBezTo>
                  <a:pt x="30" y="57"/>
                  <a:pt x="36" y="49"/>
                  <a:pt x="43" y="43"/>
                </a:cubicBezTo>
                <a:cubicBezTo>
                  <a:pt x="49" y="36"/>
                  <a:pt x="57" y="30"/>
                  <a:pt x="65" y="25"/>
                </a:cubicBezTo>
                <a:cubicBezTo>
                  <a:pt x="73" y="19"/>
                  <a:pt x="81" y="15"/>
                  <a:pt x="90" y="11"/>
                </a:cubicBezTo>
                <a:cubicBezTo>
                  <a:pt x="99" y="8"/>
                  <a:pt x="108" y="5"/>
                  <a:pt x="117" y="3"/>
                </a:cubicBezTo>
                <a:cubicBezTo>
                  <a:pt x="126" y="1"/>
                  <a:pt x="136" y="0"/>
                  <a:pt x="145" y="0"/>
                </a:cubicBezTo>
                <a:lnTo>
                  <a:pt x="29542" y="0"/>
                </a:lnTo>
                <a:cubicBezTo>
                  <a:pt x="29551" y="0"/>
                  <a:pt x="29561" y="1"/>
                  <a:pt x="29570" y="3"/>
                </a:cubicBezTo>
                <a:cubicBezTo>
                  <a:pt x="29579" y="5"/>
                  <a:pt x="29589" y="8"/>
                  <a:pt x="29597" y="11"/>
                </a:cubicBezTo>
                <a:cubicBezTo>
                  <a:pt x="29606" y="15"/>
                  <a:pt x="29615" y="19"/>
                  <a:pt x="29623" y="25"/>
                </a:cubicBezTo>
                <a:cubicBezTo>
                  <a:pt x="29630" y="30"/>
                  <a:pt x="29638" y="36"/>
                  <a:pt x="29645" y="43"/>
                </a:cubicBezTo>
                <a:cubicBezTo>
                  <a:pt x="29651" y="49"/>
                  <a:pt x="29657" y="57"/>
                  <a:pt x="29663" y="65"/>
                </a:cubicBezTo>
                <a:cubicBezTo>
                  <a:pt x="29668" y="73"/>
                  <a:pt x="29672" y="81"/>
                  <a:pt x="29676" y="90"/>
                </a:cubicBezTo>
                <a:cubicBezTo>
                  <a:pt x="29680" y="99"/>
                  <a:pt x="29683" y="108"/>
                  <a:pt x="29684" y="117"/>
                </a:cubicBezTo>
                <a:cubicBezTo>
                  <a:pt x="29686" y="127"/>
                  <a:pt x="29687" y="136"/>
                  <a:pt x="29687" y="146"/>
                </a:cubicBezTo>
                <a:lnTo>
                  <a:pt x="29687" y="5253"/>
                </a:lnTo>
                <a:cubicBezTo>
                  <a:pt x="29687" y="5263"/>
                  <a:pt x="29686" y="5272"/>
                  <a:pt x="29684" y="5281"/>
                </a:cubicBezTo>
                <a:cubicBezTo>
                  <a:pt x="29683" y="5291"/>
                  <a:pt x="29680" y="5300"/>
                  <a:pt x="29676" y="5309"/>
                </a:cubicBezTo>
                <a:cubicBezTo>
                  <a:pt x="29672" y="5318"/>
                  <a:pt x="29668" y="5326"/>
                  <a:pt x="29663" y="5334"/>
                </a:cubicBezTo>
                <a:cubicBezTo>
                  <a:pt x="29657" y="5342"/>
                  <a:pt x="29651" y="5349"/>
                  <a:pt x="29645" y="5356"/>
                </a:cubicBezTo>
                <a:cubicBezTo>
                  <a:pt x="29638" y="5363"/>
                  <a:pt x="29630" y="5369"/>
                  <a:pt x="29623" y="5374"/>
                </a:cubicBezTo>
                <a:cubicBezTo>
                  <a:pt x="29615" y="5379"/>
                  <a:pt x="29606" y="5384"/>
                  <a:pt x="29597" y="5388"/>
                </a:cubicBezTo>
                <a:cubicBezTo>
                  <a:pt x="29589" y="5391"/>
                  <a:pt x="29579" y="5394"/>
                  <a:pt x="29570" y="5396"/>
                </a:cubicBezTo>
                <a:cubicBezTo>
                  <a:pt x="29561" y="5398"/>
                  <a:pt x="29551" y="5399"/>
                  <a:pt x="29542" y="5399"/>
                </a:cubicBezTo>
                <a:lnTo>
                  <a:pt x="145" y="5399"/>
                </a:lnTo>
                <a:cubicBezTo>
                  <a:pt x="136" y="5399"/>
                  <a:pt x="126" y="5398"/>
                  <a:pt x="117" y="5396"/>
                </a:cubicBezTo>
                <a:cubicBezTo>
                  <a:pt x="108" y="5394"/>
                  <a:pt x="99" y="5391"/>
                  <a:pt x="90" y="5388"/>
                </a:cubicBezTo>
                <a:cubicBezTo>
                  <a:pt x="81" y="5384"/>
                  <a:pt x="73" y="5379"/>
                  <a:pt x="65" y="5374"/>
                </a:cubicBezTo>
                <a:cubicBezTo>
                  <a:pt x="57" y="5369"/>
                  <a:pt x="49" y="5363"/>
                  <a:pt x="43" y="5356"/>
                </a:cubicBezTo>
                <a:cubicBezTo>
                  <a:pt x="36" y="5349"/>
                  <a:pt x="30" y="5342"/>
                  <a:pt x="24" y="5334"/>
                </a:cubicBezTo>
                <a:cubicBezTo>
                  <a:pt x="19" y="5326"/>
                  <a:pt x="15" y="5318"/>
                  <a:pt x="11" y="5309"/>
                </a:cubicBezTo>
                <a:cubicBezTo>
                  <a:pt x="7" y="5300"/>
                  <a:pt x="5" y="5291"/>
                  <a:pt x="3" y="5281"/>
                </a:cubicBezTo>
                <a:cubicBezTo>
                  <a:pt x="1" y="5272"/>
                  <a:pt x="0" y="5263"/>
                  <a:pt x="0" y="5253"/>
                </a:cubicBezTo>
                <a:close/>
              </a:path>
            </a:pathLst>
          </a:custGeom>
          <a:noFill/>
          <a:ln w="9360">
            <a:solidFill>
              <a:srgbClr val="d1d9e0"/>
            </a:solidFill>
            <a:miter/>
          </a:ln>
        </p:spPr>
        <p:txBody>
          <a:bodyPr lIns="4680" rIns="4680" tIns="4680" bIns="468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0" name=""/>
          <p:cNvSpPr/>
          <p:nvPr/>
        </p:nvSpPr>
        <p:spPr>
          <a:xfrm>
            <a:off x="752400" y="819000"/>
            <a:ext cx="1000440" cy="400320"/>
          </a:xfrm>
          <a:custGeom>
            <a:avLst/>
            <a:gdLst/>
            <a:ahLst/>
            <a:rect l="0" t="0" r="r" b="b"/>
            <a:pathLst>
              <a:path w="2779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4" y="39"/>
                  <a:pt x="62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620" y="0"/>
                </a:lnTo>
                <a:cubicBezTo>
                  <a:pt x="2631" y="0"/>
                  <a:pt x="2641" y="1"/>
                  <a:pt x="2651" y="3"/>
                </a:cubicBezTo>
                <a:cubicBezTo>
                  <a:pt x="2661" y="5"/>
                  <a:pt x="2671" y="8"/>
                  <a:pt x="2681" y="12"/>
                </a:cubicBezTo>
                <a:cubicBezTo>
                  <a:pt x="2690" y="16"/>
                  <a:pt x="2700" y="21"/>
                  <a:pt x="2708" y="27"/>
                </a:cubicBezTo>
                <a:cubicBezTo>
                  <a:pt x="2717" y="32"/>
                  <a:pt x="2725" y="39"/>
                  <a:pt x="2732" y="46"/>
                </a:cubicBezTo>
                <a:cubicBezTo>
                  <a:pt x="2740" y="54"/>
                  <a:pt x="2746" y="62"/>
                  <a:pt x="2752" y="70"/>
                </a:cubicBezTo>
                <a:cubicBezTo>
                  <a:pt x="2758" y="79"/>
                  <a:pt x="2763" y="88"/>
                  <a:pt x="2767" y="98"/>
                </a:cubicBezTo>
                <a:cubicBezTo>
                  <a:pt x="2771" y="108"/>
                  <a:pt x="2774" y="117"/>
                  <a:pt x="2776" y="128"/>
                </a:cubicBezTo>
                <a:cubicBezTo>
                  <a:pt x="2778" y="138"/>
                  <a:pt x="2779" y="148"/>
                  <a:pt x="2779" y="159"/>
                </a:cubicBezTo>
                <a:lnTo>
                  <a:pt x="2779" y="953"/>
                </a:lnTo>
                <a:cubicBezTo>
                  <a:pt x="2779" y="964"/>
                  <a:pt x="2778" y="974"/>
                  <a:pt x="2776" y="984"/>
                </a:cubicBezTo>
                <a:cubicBezTo>
                  <a:pt x="2774" y="995"/>
                  <a:pt x="2771" y="1005"/>
                  <a:pt x="2767" y="1014"/>
                </a:cubicBezTo>
                <a:cubicBezTo>
                  <a:pt x="2763" y="1024"/>
                  <a:pt x="2758" y="1033"/>
                  <a:pt x="2752" y="1042"/>
                </a:cubicBezTo>
                <a:cubicBezTo>
                  <a:pt x="2746" y="1050"/>
                  <a:pt x="2740" y="1058"/>
                  <a:pt x="2732" y="1066"/>
                </a:cubicBezTo>
                <a:cubicBezTo>
                  <a:pt x="2725" y="1073"/>
                  <a:pt x="2717" y="1080"/>
                  <a:pt x="2708" y="1085"/>
                </a:cubicBezTo>
                <a:cubicBezTo>
                  <a:pt x="2700" y="1091"/>
                  <a:pt x="2690" y="1096"/>
                  <a:pt x="2681" y="1100"/>
                </a:cubicBezTo>
                <a:cubicBezTo>
                  <a:pt x="2671" y="1104"/>
                  <a:pt x="2661" y="1107"/>
                  <a:pt x="2651" y="1109"/>
                </a:cubicBezTo>
                <a:cubicBezTo>
                  <a:pt x="2641" y="1111"/>
                  <a:pt x="2631" y="1112"/>
                  <a:pt x="2620" y="1112"/>
                </a:cubicBezTo>
                <a:lnTo>
                  <a:pt x="158" y="1112"/>
                </a:lnTo>
                <a:cubicBezTo>
                  <a:pt x="148" y="1112"/>
                  <a:pt x="138" y="1111"/>
                  <a:pt x="127" y="1109"/>
                </a:cubicBezTo>
                <a:cubicBezTo>
                  <a:pt x="117" y="1107"/>
                  <a:pt x="107" y="1104"/>
                  <a:pt x="98" y="1100"/>
                </a:cubicBezTo>
                <a:cubicBezTo>
                  <a:pt x="88" y="1096"/>
                  <a:pt x="79" y="1091"/>
                  <a:pt x="70" y="1085"/>
                </a:cubicBezTo>
                <a:cubicBezTo>
                  <a:pt x="62" y="1080"/>
                  <a:pt x="54" y="1073"/>
                  <a:pt x="46" y="1066"/>
                </a:cubicBezTo>
                <a:cubicBezTo>
                  <a:pt x="39" y="1058"/>
                  <a:pt x="32" y="1050"/>
                  <a:pt x="26" y="1042"/>
                </a:cubicBezTo>
                <a:cubicBezTo>
                  <a:pt x="21" y="1033"/>
                  <a:pt x="16" y="1024"/>
                  <a:pt x="12" y="1014"/>
                </a:cubicBezTo>
                <a:cubicBezTo>
                  <a:pt x="8" y="1005"/>
                  <a:pt x="5" y="995"/>
                  <a:pt x="3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1" name=""/>
          <p:cNvSpPr txBox="1"/>
          <p:nvPr/>
        </p:nvSpPr>
        <p:spPr>
          <a:xfrm>
            <a:off x="81936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2" name=""/>
          <p:cNvSpPr/>
          <p:nvPr/>
        </p:nvSpPr>
        <p:spPr>
          <a:xfrm>
            <a:off x="2619360" y="819000"/>
            <a:ext cx="1000440" cy="400320"/>
          </a:xfrm>
          <a:custGeom>
            <a:avLst/>
            <a:gdLst/>
            <a:ahLst/>
            <a:rect l="0" t="0" r="r" b="b"/>
            <a:pathLst>
              <a:path w="2779" h="1112">
                <a:moveTo>
                  <a:pt x="0" y="953"/>
                </a:moveTo>
                <a:lnTo>
                  <a:pt x="0" y="159"/>
                </a:lnTo>
                <a:cubicBezTo>
                  <a:pt x="0" y="148"/>
                  <a:pt x="1" y="138"/>
                  <a:pt x="3" y="128"/>
                </a:cubicBezTo>
                <a:cubicBezTo>
                  <a:pt x="5" y="117"/>
                  <a:pt x="8" y="108"/>
                  <a:pt x="12" y="98"/>
                </a:cubicBezTo>
                <a:cubicBezTo>
                  <a:pt x="16" y="88"/>
                  <a:pt x="21" y="79"/>
                  <a:pt x="26" y="70"/>
                </a:cubicBezTo>
                <a:cubicBezTo>
                  <a:pt x="32" y="62"/>
                  <a:pt x="39" y="54"/>
                  <a:pt x="46" y="46"/>
                </a:cubicBezTo>
                <a:cubicBezTo>
                  <a:pt x="53" y="39"/>
                  <a:pt x="61" y="32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7" y="3"/>
                </a:cubicBezTo>
                <a:cubicBezTo>
                  <a:pt x="138" y="1"/>
                  <a:pt x="148" y="0"/>
                  <a:pt x="158" y="0"/>
                </a:cubicBezTo>
                <a:lnTo>
                  <a:pt x="2620" y="0"/>
                </a:lnTo>
                <a:cubicBezTo>
                  <a:pt x="2630" y="0"/>
                  <a:pt x="2641" y="1"/>
                  <a:pt x="2651" y="3"/>
                </a:cubicBezTo>
                <a:cubicBezTo>
                  <a:pt x="2661" y="5"/>
                  <a:pt x="2671" y="8"/>
                  <a:pt x="2681" y="12"/>
                </a:cubicBezTo>
                <a:cubicBezTo>
                  <a:pt x="2690" y="16"/>
                  <a:pt x="2699" y="21"/>
                  <a:pt x="2708" y="27"/>
                </a:cubicBezTo>
                <a:cubicBezTo>
                  <a:pt x="2717" y="32"/>
                  <a:pt x="2725" y="39"/>
                  <a:pt x="2732" y="46"/>
                </a:cubicBezTo>
                <a:cubicBezTo>
                  <a:pt x="2740" y="54"/>
                  <a:pt x="2746" y="62"/>
                  <a:pt x="2752" y="70"/>
                </a:cubicBezTo>
                <a:cubicBezTo>
                  <a:pt x="2758" y="79"/>
                  <a:pt x="2763" y="88"/>
                  <a:pt x="2767" y="98"/>
                </a:cubicBezTo>
                <a:cubicBezTo>
                  <a:pt x="2771" y="108"/>
                  <a:pt x="2774" y="117"/>
                  <a:pt x="2776" y="128"/>
                </a:cubicBezTo>
                <a:cubicBezTo>
                  <a:pt x="2778" y="138"/>
                  <a:pt x="2779" y="148"/>
                  <a:pt x="2779" y="159"/>
                </a:cubicBezTo>
                <a:lnTo>
                  <a:pt x="2779" y="953"/>
                </a:lnTo>
                <a:cubicBezTo>
                  <a:pt x="2779" y="964"/>
                  <a:pt x="2778" y="974"/>
                  <a:pt x="2776" y="984"/>
                </a:cubicBezTo>
                <a:cubicBezTo>
                  <a:pt x="2774" y="995"/>
                  <a:pt x="2771" y="1005"/>
                  <a:pt x="2767" y="1014"/>
                </a:cubicBezTo>
                <a:cubicBezTo>
                  <a:pt x="2763" y="1024"/>
                  <a:pt x="2758" y="1033"/>
                  <a:pt x="2752" y="1042"/>
                </a:cubicBezTo>
                <a:cubicBezTo>
                  <a:pt x="2746" y="1050"/>
                  <a:pt x="2740" y="1058"/>
                  <a:pt x="2732" y="1066"/>
                </a:cubicBezTo>
                <a:cubicBezTo>
                  <a:pt x="2725" y="1073"/>
                  <a:pt x="2717" y="1080"/>
                  <a:pt x="2708" y="1085"/>
                </a:cubicBezTo>
                <a:cubicBezTo>
                  <a:pt x="2699" y="1091"/>
                  <a:pt x="2690" y="1096"/>
                  <a:pt x="2681" y="1100"/>
                </a:cubicBezTo>
                <a:cubicBezTo>
                  <a:pt x="2671" y="1104"/>
                  <a:pt x="2661" y="1107"/>
                  <a:pt x="2651" y="1109"/>
                </a:cubicBezTo>
                <a:cubicBezTo>
                  <a:pt x="2641" y="1111"/>
                  <a:pt x="2630" y="1112"/>
                  <a:pt x="2620" y="1112"/>
                </a:cubicBezTo>
                <a:lnTo>
                  <a:pt x="158" y="1112"/>
                </a:lnTo>
                <a:cubicBezTo>
                  <a:pt x="148" y="1112"/>
                  <a:pt x="138" y="1111"/>
                  <a:pt x="127" y="1109"/>
                </a:cubicBezTo>
                <a:cubicBezTo>
                  <a:pt x="117" y="1107"/>
                  <a:pt x="107" y="1104"/>
                  <a:pt x="98" y="1100"/>
                </a:cubicBezTo>
                <a:cubicBezTo>
                  <a:pt x="88" y="1096"/>
                  <a:pt x="79" y="1091"/>
                  <a:pt x="70" y="1085"/>
                </a:cubicBezTo>
                <a:cubicBezTo>
                  <a:pt x="61" y="1080"/>
                  <a:pt x="53" y="1073"/>
                  <a:pt x="46" y="1066"/>
                </a:cubicBezTo>
                <a:cubicBezTo>
                  <a:pt x="39" y="1058"/>
                  <a:pt x="32" y="1050"/>
                  <a:pt x="26" y="1042"/>
                </a:cubicBezTo>
                <a:cubicBezTo>
                  <a:pt x="21" y="1033"/>
                  <a:pt x="16" y="1024"/>
                  <a:pt x="12" y="1014"/>
                </a:cubicBezTo>
                <a:cubicBezTo>
                  <a:pt x="8" y="1005"/>
                  <a:pt x="5" y="995"/>
                  <a:pt x="3" y="984"/>
                </a:cubicBezTo>
                <a:cubicBezTo>
                  <a:pt x="1" y="974"/>
                  <a:pt x="0" y="964"/>
                  <a:pt x="0" y="953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3" name=""/>
          <p:cNvSpPr txBox="1"/>
          <p:nvPr/>
        </p:nvSpPr>
        <p:spPr>
          <a:xfrm>
            <a:off x="1752840" y="730440"/>
            <a:ext cx="86436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and 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4" name=""/>
          <p:cNvSpPr txBox="1"/>
          <p:nvPr/>
        </p:nvSpPr>
        <p:spPr>
          <a:xfrm>
            <a:off x="2686680" y="815400"/>
            <a:ext cx="864000" cy="4075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83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rows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5" name=""/>
          <p:cNvSpPr txBox="1"/>
          <p:nvPr/>
        </p:nvSpPr>
        <p:spPr>
          <a:xfrm>
            <a:off x="3620160" y="730440"/>
            <a:ext cx="193608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Attributes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6" name=""/>
          <p:cNvSpPr/>
          <p:nvPr/>
        </p:nvSpPr>
        <p:spPr>
          <a:xfrm>
            <a:off x="5886360" y="1571400"/>
            <a:ext cx="1600560" cy="362520"/>
          </a:xfrm>
          <a:custGeom>
            <a:avLst/>
            <a:gdLst/>
            <a:ahLst/>
            <a:rect l="0" t="0" r="r" b="b"/>
            <a:pathLst>
              <a:path w="4446" h="1007">
                <a:moveTo>
                  <a:pt x="0" y="848"/>
                </a:moveTo>
                <a:lnTo>
                  <a:pt x="0" y="160"/>
                </a:lnTo>
                <a:cubicBezTo>
                  <a:pt x="0" y="148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8"/>
                  <a:pt x="21" y="79"/>
                  <a:pt x="27" y="71"/>
                </a:cubicBezTo>
                <a:cubicBezTo>
                  <a:pt x="32" y="62"/>
                  <a:pt x="39" y="54"/>
                  <a:pt x="46" y="47"/>
                </a:cubicBezTo>
                <a:cubicBezTo>
                  <a:pt x="54" y="39"/>
                  <a:pt x="62" y="33"/>
                  <a:pt x="70" y="27"/>
                </a:cubicBezTo>
                <a:cubicBezTo>
                  <a:pt x="79" y="21"/>
                  <a:pt x="88" y="16"/>
                  <a:pt x="98" y="12"/>
                </a:cubicBezTo>
                <a:cubicBezTo>
                  <a:pt x="107" y="8"/>
                  <a:pt x="117" y="5"/>
                  <a:pt x="128" y="3"/>
                </a:cubicBezTo>
                <a:cubicBezTo>
                  <a:pt x="138" y="1"/>
                  <a:pt x="148" y="0"/>
                  <a:pt x="158" y="0"/>
                </a:cubicBezTo>
                <a:lnTo>
                  <a:pt x="4287" y="0"/>
                </a:lnTo>
                <a:cubicBezTo>
                  <a:pt x="4297" y="0"/>
                  <a:pt x="4308" y="1"/>
                  <a:pt x="4318" y="3"/>
                </a:cubicBezTo>
                <a:cubicBezTo>
                  <a:pt x="4328" y="5"/>
                  <a:pt x="4338" y="8"/>
                  <a:pt x="4348" y="12"/>
                </a:cubicBezTo>
                <a:cubicBezTo>
                  <a:pt x="4357" y="16"/>
                  <a:pt x="4367" y="21"/>
                  <a:pt x="4375" y="27"/>
                </a:cubicBezTo>
                <a:cubicBezTo>
                  <a:pt x="4384" y="33"/>
                  <a:pt x="4392" y="39"/>
                  <a:pt x="4399" y="47"/>
                </a:cubicBezTo>
                <a:cubicBezTo>
                  <a:pt x="4407" y="54"/>
                  <a:pt x="4413" y="62"/>
                  <a:pt x="4419" y="71"/>
                </a:cubicBezTo>
                <a:cubicBezTo>
                  <a:pt x="4425" y="79"/>
                  <a:pt x="4430" y="88"/>
                  <a:pt x="4434" y="98"/>
                </a:cubicBezTo>
                <a:cubicBezTo>
                  <a:pt x="4438" y="108"/>
                  <a:pt x="4441" y="118"/>
                  <a:pt x="4443" y="128"/>
                </a:cubicBezTo>
                <a:cubicBezTo>
                  <a:pt x="4445" y="138"/>
                  <a:pt x="4446" y="148"/>
                  <a:pt x="4446" y="160"/>
                </a:cubicBezTo>
                <a:lnTo>
                  <a:pt x="4446" y="848"/>
                </a:lnTo>
                <a:cubicBezTo>
                  <a:pt x="4446" y="858"/>
                  <a:pt x="4445" y="869"/>
                  <a:pt x="4443" y="879"/>
                </a:cubicBezTo>
                <a:cubicBezTo>
                  <a:pt x="4441" y="889"/>
                  <a:pt x="4438" y="899"/>
                  <a:pt x="4434" y="909"/>
                </a:cubicBezTo>
                <a:cubicBezTo>
                  <a:pt x="4430" y="918"/>
                  <a:pt x="4425" y="927"/>
                  <a:pt x="4419" y="936"/>
                </a:cubicBezTo>
                <a:cubicBezTo>
                  <a:pt x="4413" y="945"/>
                  <a:pt x="4407" y="953"/>
                  <a:pt x="4399" y="960"/>
                </a:cubicBezTo>
                <a:cubicBezTo>
                  <a:pt x="4392" y="967"/>
                  <a:pt x="4384" y="974"/>
                  <a:pt x="4375" y="980"/>
                </a:cubicBezTo>
                <a:cubicBezTo>
                  <a:pt x="4367" y="986"/>
                  <a:pt x="4357" y="990"/>
                  <a:pt x="4348" y="994"/>
                </a:cubicBezTo>
                <a:cubicBezTo>
                  <a:pt x="4338" y="998"/>
                  <a:pt x="4328" y="1001"/>
                  <a:pt x="4318" y="1003"/>
                </a:cubicBezTo>
                <a:cubicBezTo>
                  <a:pt x="4308" y="1006"/>
                  <a:pt x="4297" y="1007"/>
                  <a:pt x="4287" y="1007"/>
                </a:cubicBezTo>
                <a:lnTo>
                  <a:pt x="158" y="1007"/>
                </a:lnTo>
                <a:cubicBezTo>
                  <a:pt x="148" y="1007"/>
                  <a:pt x="138" y="1006"/>
                  <a:pt x="128" y="1003"/>
                </a:cubicBezTo>
                <a:cubicBezTo>
                  <a:pt x="117" y="1001"/>
                  <a:pt x="107" y="998"/>
                  <a:pt x="98" y="994"/>
                </a:cubicBezTo>
                <a:cubicBezTo>
                  <a:pt x="88" y="990"/>
                  <a:pt x="79" y="986"/>
                  <a:pt x="70" y="980"/>
                </a:cubicBezTo>
                <a:cubicBezTo>
                  <a:pt x="62" y="974"/>
                  <a:pt x="54" y="967"/>
                  <a:pt x="46" y="960"/>
                </a:cubicBezTo>
                <a:cubicBezTo>
                  <a:pt x="39" y="953"/>
                  <a:pt x="32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67" name=""/>
          <p:cNvSpPr txBox="1"/>
          <p:nvPr/>
        </p:nvSpPr>
        <p:spPr>
          <a:xfrm>
            <a:off x="747720" y="1523880"/>
            <a:ext cx="513612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Deﬁne the visible width and height of a 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8" name=""/>
          <p:cNvSpPr txBox="1"/>
          <p:nvPr/>
        </p:nvSpPr>
        <p:spPr>
          <a:xfrm>
            <a:off x="5984280" y="1622880"/>
            <a:ext cx="1409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&lt;textarea&gt;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9" name=""/>
          <p:cNvSpPr txBox="1"/>
          <p:nvPr/>
        </p:nvSpPr>
        <p:spPr>
          <a:xfrm>
            <a:off x="7486560" y="1523880"/>
            <a:ext cx="27576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0" name=""/>
          <p:cNvSpPr txBox="1"/>
          <p:nvPr/>
        </p:nvSpPr>
        <p:spPr>
          <a:xfrm>
            <a:off x="914400" y="2252520"/>
            <a:ext cx="126828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&lt;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textarea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1" name=""/>
          <p:cNvSpPr txBox="1"/>
          <p:nvPr/>
        </p:nvSpPr>
        <p:spPr>
          <a:xfrm>
            <a:off x="914400" y="2518920"/>
            <a:ext cx="23947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name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"feedback"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2" name=""/>
          <p:cNvSpPr txBox="1"/>
          <p:nvPr/>
        </p:nvSpPr>
        <p:spPr>
          <a:xfrm>
            <a:off x="914400" y="2795400"/>
            <a:ext cx="140904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rows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"4"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3" name=""/>
          <p:cNvSpPr txBox="1"/>
          <p:nvPr/>
        </p:nvSpPr>
        <p:spPr>
          <a:xfrm>
            <a:off x="914400" y="3061800"/>
            <a:ext cx="154980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cols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"40"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4" name=""/>
          <p:cNvSpPr txBox="1"/>
          <p:nvPr/>
        </p:nvSpPr>
        <p:spPr>
          <a:xfrm>
            <a:off x="914400" y="3328560"/>
            <a:ext cx="464796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  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placeholder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=</a:t>
            </a:r>
            <a:r>
              <a:rPr b="0" lang="en-US" sz="1850" strike="noStrike" u="none">
                <a:solidFill>
                  <a:srgbClr val="0a3069"/>
                </a:solidFill>
                <a:effectLst/>
                <a:uFillTx/>
                <a:latin typeface="Courier New"/>
                <a:ea typeface="Courier New"/>
              </a:rPr>
              <a:t>"Enter feedback..."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5" name=""/>
          <p:cNvSpPr/>
          <p:nvPr/>
        </p:nvSpPr>
        <p:spPr>
          <a:xfrm>
            <a:off x="1047600" y="436212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0"/>
                  <a:pt x="262" y="168"/>
                  <a:pt x="255" y="184"/>
                </a:cubicBezTo>
                <a:cubicBezTo>
                  <a:pt x="249" y="201"/>
                  <a:pt x="239" y="215"/>
                  <a:pt x="227" y="227"/>
                </a:cubicBezTo>
                <a:cubicBezTo>
                  <a:pt x="214" y="240"/>
                  <a:pt x="200" y="249"/>
                  <a:pt x="184" y="256"/>
                </a:cubicBezTo>
                <a:cubicBezTo>
                  <a:pt x="168" y="263"/>
                  <a:pt x="151" y="266"/>
                  <a:pt x="133" y="266"/>
                </a:cubicBezTo>
                <a:cubicBezTo>
                  <a:pt x="115" y="266"/>
                  <a:pt x="98" y="263"/>
                  <a:pt x="82" y="256"/>
                </a:cubicBezTo>
                <a:cubicBezTo>
                  <a:pt x="65" y="249"/>
                  <a:pt x="51" y="240"/>
                  <a:pt x="39" y="227"/>
                </a:cubicBezTo>
                <a:cubicBezTo>
                  <a:pt x="26" y="215"/>
                  <a:pt x="17" y="201"/>
                  <a:pt x="10" y="184"/>
                </a:cubicBezTo>
                <a:cubicBezTo>
                  <a:pt x="3" y="168"/>
                  <a:pt x="0" y="150"/>
                  <a:pt x="0" y="133"/>
                </a:cubicBezTo>
                <a:cubicBezTo>
                  <a:pt x="0" y="115"/>
                  <a:pt x="3" y="98"/>
                  <a:pt x="10" y="82"/>
                </a:cubicBezTo>
                <a:cubicBezTo>
                  <a:pt x="17" y="66"/>
                  <a:pt x="26" y="52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2"/>
                  <a:pt x="249" y="66"/>
                  <a:pt x="255" y="82"/>
                </a:cubicBezTo>
                <a:cubicBezTo>
                  <a:pt x="262" y="98"/>
                  <a:pt x="265" y="115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6" name=""/>
          <p:cNvSpPr/>
          <p:nvPr/>
        </p:nvSpPr>
        <p:spPr>
          <a:xfrm>
            <a:off x="1304640" y="4257360"/>
            <a:ext cx="743400" cy="362520"/>
          </a:xfrm>
          <a:custGeom>
            <a:avLst/>
            <a:gdLst/>
            <a:ahLst/>
            <a:rect l="0" t="0" r="r" b="b"/>
            <a:pathLst>
              <a:path w="2065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80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06" y="0"/>
                </a:lnTo>
                <a:cubicBezTo>
                  <a:pt x="1917" y="0"/>
                  <a:pt x="1927" y="1"/>
                  <a:pt x="1937" y="3"/>
                </a:cubicBezTo>
                <a:cubicBezTo>
                  <a:pt x="1947" y="5"/>
                  <a:pt x="1957" y="8"/>
                  <a:pt x="1967" y="12"/>
                </a:cubicBezTo>
                <a:cubicBezTo>
                  <a:pt x="1977" y="16"/>
                  <a:pt x="1986" y="21"/>
                  <a:pt x="1994" y="27"/>
                </a:cubicBezTo>
                <a:cubicBezTo>
                  <a:pt x="2003" y="33"/>
                  <a:pt x="2011" y="39"/>
                  <a:pt x="2019" y="47"/>
                </a:cubicBezTo>
                <a:cubicBezTo>
                  <a:pt x="2026" y="54"/>
                  <a:pt x="2032" y="62"/>
                  <a:pt x="2038" y="71"/>
                </a:cubicBezTo>
                <a:cubicBezTo>
                  <a:pt x="2044" y="80"/>
                  <a:pt x="2049" y="89"/>
                  <a:pt x="2053" y="98"/>
                </a:cubicBezTo>
                <a:cubicBezTo>
                  <a:pt x="2057" y="108"/>
                  <a:pt x="2060" y="118"/>
                  <a:pt x="2062" y="128"/>
                </a:cubicBezTo>
                <a:cubicBezTo>
                  <a:pt x="2064" y="138"/>
                  <a:pt x="2065" y="149"/>
                  <a:pt x="2065" y="159"/>
                </a:cubicBezTo>
                <a:lnTo>
                  <a:pt x="2065" y="848"/>
                </a:lnTo>
                <a:cubicBezTo>
                  <a:pt x="2065" y="858"/>
                  <a:pt x="2064" y="869"/>
                  <a:pt x="2062" y="879"/>
                </a:cubicBezTo>
                <a:cubicBezTo>
                  <a:pt x="2060" y="889"/>
                  <a:pt x="2057" y="899"/>
                  <a:pt x="2053" y="909"/>
                </a:cubicBezTo>
                <a:cubicBezTo>
                  <a:pt x="2049" y="918"/>
                  <a:pt x="2044" y="928"/>
                  <a:pt x="2038" y="936"/>
                </a:cubicBezTo>
                <a:cubicBezTo>
                  <a:pt x="2032" y="945"/>
                  <a:pt x="2026" y="953"/>
                  <a:pt x="2019" y="960"/>
                </a:cubicBezTo>
                <a:cubicBezTo>
                  <a:pt x="2011" y="968"/>
                  <a:pt x="2003" y="974"/>
                  <a:pt x="1994" y="980"/>
                </a:cubicBezTo>
                <a:cubicBezTo>
                  <a:pt x="1986" y="986"/>
                  <a:pt x="1977" y="991"/>
                  <a:pt x="1967" y="995"/>
                </a:cubicBezTo>
                <a:cubicBezTo>
                  <a:pt x="1957" y="999"/>
                  <a:pt x="1947" y="1002"/>
                  <a:pt x="1937" y="1004"/>
                </a:cubicBezTo>
                <a:cubicBezTo>
                  <a:pt x="1927" y="1006"/>
                  <a:pt x="1917" y="1007"/>
                  <a:pt x="1906" y="1007"/>
                </a:cubicBezTo>
                <a:lnTo>
                  <a:pt x="159" y="1007"/>
                </a:lnTo>
                <a:cubicBezTo>
                  <a:pt x="149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8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8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77" name=""/>
          <p:cNvSpPr txBox="1"/>
          <p:nvPr/>
        </p:nvSpPr>
        <p:spPr>
          <a:xfrm>
            <a:off x="914400" y="3605040"/>
            <a:ext cx="16909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&gt;&lt;/</a:t>
            </a:r>
            <a:r>
              <a:rPr b="0" lang="en-US" sz="1850" strike="noStrike" u="none">
                <a:solidFill>
                  <a:srgbClr val="0550ae"/>
                </a:solidFill>
                <a:effectLst/>
                <a:uFillTx/>
                <a:latin typeface="Courier New"/>
                <a:ea typeface="Courier New"/>
              </a:rPr>
              <a:t>textarea</a:t>
            </a:r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&gt;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8" name=""/>
          <p:cNvSpPr txBox="1"/>
          <p:nvPr/>
        </p:nvSpPr>
        <p:spPr>
          <a:xfrm>
            <a:off x="1393920" y="430884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rows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9" name=""/>
          <p:cNvSpPr/>
          <p:nvPr/>
        </p:nvSpPr>
        <p:spPr>
          <a:xfrm>
            <a:off x="1047600" y="485748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4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4"/>
                </a:cubicBezTo>
                <a:cubicBezTo>
                  <a:pt x="0" y="116"/>
                  <a:pt x="3" y="98"/>
                  <a:pt x="10" y="82"/>
                </a:cubicBezTo>
                <a:cubicBezTo>
                  <a:pt x="17" y="66"/>
                  <a:pt x="26" y="51"/>
                  <a:pt x="39" y="39"/>
                </a:cubicBezTo>
                <a:cubicBezTo>
                  <a:pt x="51" y="27"/>
                  <a:pt x="65" y="17"/>
                  <a:pt x="82" y="10"/>
                </a:cubicBezTo>
                <a:cubicBezTo>
                  <a:pt x="98" y="4"/>
                  <a:pt x="115" y="0"/>
                  <a:pt x="133" y="0"/>
                </a:cubicBezTo>
                <a:cubicBezTo>
                  <a:pt x="151" y="0"/>
                  <a:pt x="168" y="4"/>
                  <a:pt x="184" y="10"/>
                </a:cubicBezTo>
                <a:cubicBezTo>
                  <a:pt x="200" y="17"/>
                  <a:pt x="214" y="27"/>
                  <a:pt x="227" y="39"/>
                </a:cubicBezTo>
                <a:cubicBezTo>
                  <a:pt x="239" y="51"/>
                  <a:pt x="249" y="66"/>
                  <a:pt x="255" y="82"/>
                </a:cubicBezTo>
                <a:cubicBezTo>
                  <a:pt x="262" y="98"/>
                  <a:pt x="265" y="116"/>
                  <a:pt x="265" y="134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0" name=""/>
          <p:cNvSpPr/>
          <p:nvPr/>
        </p:nvSpPr>
        <p:spPr>
          <a:xfrm>
            <a:off x="1304640" y="4752720"/>
            <a:ext cx="743400" cy="362520"/>
          </a:xfrm>
          <a:custGeom>
            <a:avLst/>
            <a:gdLst/>
            <a:ahLst/>
            <a:rect l="0" t="0" r="r" b="b"/>
            <a:pathLst>
              <a:path w="2065" h="1007">
                <a:moveTo>
                  <a:pt x="0" y="848"/>
                </a:moveTo>
                <a:lnTo>
                  <a:pt x="0" y="159"/>
                </a:lnTo>
                <a:cubicBezTo>
                  <a:pt x="0" y="149"/>
                  <a:pt x="1" y="138"/>
                  <a:pt x="3" y="128"/>
                </a:cubicBezTo>
                <a:cubicBezTo>
                  <a:pt x="5" y="118"/>
                  <a:pt x="8" y="108"/>
                  <a:pt x="12" y="98"/>
                </a:cubicBezTo>
                <a:cubicBezTo>
                  <a:pt x="16" y="89"/>
                  <a:pt x="21" y="79"/>
                  <a:pt x="27" y="71"/>
                </a:cubicBezTo>
                <a:cubicBezTo>
                  <a:pt x="33" y="62"/>
                  <a:pt x="39" y="54"/>
                  <a:pt x="47" y="47"/>
                </a:cubicBezTo>
                <a:cubicBezTo>
                  <a:pt x="54" y="39"/>
                  <a:pt x="62" y="33"/>
                  <a:pt x="71" y="27"/>
                </a:cubicBezTo>
                <a:cubicBezTo>
                  <a:pt x="80" y="21"/>
                  <a:pt x="89" y="16"/>
                  <a:pt x="98" y="12"/>
                </a:cubicBezTo>
                <a:cubicBezTo>
                  <a:pt x="108" y="8"/>
                  <a:pt x="118" y="5"/>
                  <a:pt x="128" y="3"/>
                </a:cubicBezTo>
                <a:cubicBezTo>
                  <a:pt x="138" y="1"/>
                  <a:pt x="149" y="0"/>
                  <a:pt x="159" y="0"/>
                </a:cubicBezTo>
                <a:lnTo>
                  <a:pt x="1906" y="0"/>
                </a:lnTo>
                <a:cubicBezTo>
                  <a:pt x="1917" y="0"/>
                  <a:pt x="1927" y="1"/>
                  <a:pt x="1937" y="3"/>
                </a:cubicBezTo>
                <a:cubicBezTo>
                  <a:pt x="1947" y="5"/>
                  <a:pt x="1957" y="8"/>
                  <a:pt x="1967" y="12"/>
                </a:cubicBezTo>
                <a:cubicBezTo>
                  <a:pt x="1977" y="16"/>
                  <a:pt x="1986" y="21"/>
                  <a:pt x="1994" y="27"/>
                </a:cubicBezTo>
                <a:cubicBezTo>
                  <a:pt x="2003" y="33"/>
                  <a:pt x="2011" y="39"/>
                  <a:pt x="2019" y="47"/>
                </a:cubicBezTo>
                <a:cubicBezTo>
                  <a:pt x="2026" y="54"/>
                  <a:pt x="2032" y="62"/>
                  <a:pt x="2038" y="71"/>
                </a:cubicBezTo>
                <a:cubicBezTo>
                  <a:pt x="2044" y="79"/>
                  <a:pt x="2049" y="89"/>
                  <a:pt x="2053" y="98"/>
                </a:cubicBezTo>
                <a:cubicBezTo>
                  <a:pt x="2057" y="108"/>
                  <a:pt x="2060" y="118"/>
                  <a:pt x="2062" y="128"/>
                </a:cubicBezTo>
                <a:cubicBezTo>
                  <a:pt x="2064" y="138"/>
                  <a:pt x="2065" y="149"/>
                  <a:pt x="2065" y="159"/>
                </a:cubicBezTo>
                <a:lnTo>
                  <a:pt x="2065" y="848"/>
                </a:lnTo>
                <a:cubicBezTo>
                  <a:pt x="2065" y="858"/>
                  <a:pt x="2064" y="869"/>
                  <a:pt x="2062" y="879"/>
                </a:cubicBezTo>
                <a:cubicBezTo>
                  <a:pt x="2060" y="889"/>
                  <a:pt x="2057" y="899"/>
                  <a:pt x="2053" y="909"/>
                </a:cubicBezTo>
                <a:cubicBezTo>
                  <a:pt x="2049" y="918"/>
                  <a:pt x="2044" y="927"/>
                  <a:pt x="2038" y="936"/>
                </a:cubicBezTo>
                <a:cubicBezTo>
                  <a:pt x="2032" y="945"/>
                  <a:pt x="2026" y="953"/>
                  <a:pt x="2019" y="960"/>
                </a:cubicBezTo>
                <a:cubicBezTo>
                  <a:pt x="2011" y="967"/>
                  <a:pt x="2003" y="974"/>
                  <a:pt x="1994" y="980"/>
                </a:cubicBezTo>
                <a:cubicBezTo>
                  <a:pt x="1986" y="986"/>
                  <a:pt x="1977" y="991"/>
                  <a:pt x="1967" y="995"/>
                </a:cubicBezTo>
                <a:cubicBezTo>
                  <a:pt x="1957" y="999"/>
                  <a:pt x="1947" y="1002"/>
                  <a:pt x="1937" y="1004"/>
                </a:cubicBezTo>
                <a:cubicBezTo>
                  <a:pt x="1927" y="1006"/>
                  <a:pt x="1917" y="1007"/>
                  <a:pt x="1906" y="1007"/>
                </a:cubicBezTo>
                <a:lnTo>
                  <a:pt x="159" y="1007"/>
                </a:lnTo>
                <a:cubicBezTo>
                  <a:pt x="149" y="1007"/>
                  <a:pt x="138" y="1006"/>
                  <a:pt x="128" y="1004"/>
                </a:cubicBezTo>
                <a:cubicBezTo>
                  <a:pt x="118" y="1002"/>
                  <a:pt x="108" y="999"/>
                  <a:pt x="98" y="995"/>
                </a:cubicBezTo>
                <a:cubicBezTo>
                  <a:pt x="89" y="991"/>
                  <a:pt x="80" y="986"/>
                  <a:pt x="71" y="980"/>
                </a:cubicBezTo>
                <a:cubicBezTo>
                  <a:pt x="62" y="974"/>
                  <a:pt x="54" y="967"/>
                  <a:pt x="47" y="960"/>
                </a:cubicBezTo>
                <a:cubicBezTo>
                  <a:pt x="39" y="953"/>
                  <a:pt x="33" y="945"/>
                  <a:pt x="27" y="936"/>
                </a:cubicBezTo>
                <a:cubicBezTo>
                  <a:pt x="21" y="927"/>
                  <a:pt x="16" y="918"/>
                  <a:pt x="12" y="909"/>
                </a:cubicBezTo>
                <a:cubicBezTo>
                  <a:pt x="8" y="899"/>
                  <a:pt x="5" y="889"/>
                  <a:pt x="3" y="879"/>
                </a:cubicBezTo>
                <a:cubicBezTo>
                  <a:pt x="1" y="869"/>
                  <a:pt x="0" y="858"/>
                  <a:pt x="0" y="848"/>
                </a:cubicBezTo>
                <a:close/>
              </a:path>
            </a:pathLst>
          </a:custGeom>
          <a:solidFill>
            <a:srgbClr val="818b98">
              <a:alpha val="12000"/>
            </a:srgbClr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1" name=""/>
          <p:cNvSpPr txBox="1"/>
          <p:nvPr/>
        </p:nvSpPr>
        <p:spPr>
          <a:xfrm>
            <a:off x="2051280" y="4210200"/>
            <a:ext cx="38746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= number of visible text lines.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2" name=""/>
          <p:cNvSpPr txBox="1"/>
          <p:nvPr/>
        </p:nvSpPr>
        <p:spPr>
          <a:xfrm>
            <a:off x="1393920" y="4804200"/>
            <a:ext cx="564120" cy="26568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1850" strike="noStrike" u="none">
                <a:solidFill>
                  <a:srgbClr val="1f2328"/>
                </a:solidFill>
                <a:effectLst/>
                <a:uFillTx/>
                <a:latin typeface="Courier New"/>
                <a:ea typeface="Courier New"/>
              </a:rPr>
              <a:t>cols</a:t>
            </a:r>
            <a:endParaRPr b="0" lang="en-US" sz="185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3" name=""/>
          <p:cNvSpPr/>
          <p:nvPr/>
        </p:nvSpPr>
        <p:spPr>
          <a:xfrm>
            <a:off x="1047600" y="5352840"/>
            <a:ext cx="95400" cy="95760"/>
          </a:xfrm>
          <a:custGeom>
            <a:avLst/>
            <a:gdLst/>
            <a:ahLst/>
            <a:rect l="0" t="0" r="r" b="b"/>
            <a:pathLst>
              <a:path w="265" h="266">
                <a:moveTo>
                  <a:pt x="265" y="133"/>
                </a:moveTo>
                <a:cubicBezTo>
                  <a:pt x="265" y="151"/>
                  <a:pt x="262" y="168"/>
                  <a:pt x="255" y="184"/>
                </a:cubicBezTo>
                <a:cubicBezTo>
                  <a:pt x="249" y="200"/>
                  <a:pt x="239" y="215"/>
                  <a:pt x="227" y="227"/>
                </a:cubicBezTo>
                <a:cubicBezTo>
                  <a:pt x="214" y="239"/>
                  <a:pt x="200" y="249"/>
                  <a:pt x="184" y="256"/>
                </a:cubicBezTo>
                <a:cubicBezTo>
                  <a:pt x="168" y="262"/>
                  <a:pt x="151" y="266"/>
                  <a:pt x="133" y="266"/>
                </a:cubicBezTo>
                <a:cubicBezTo>
                  <a:pt x="115" y="266"/>
                  <a:pt x="98" y="262"/>
                  <a:pt x="82" y="256"/>
                </a:cubicBezTo>
                <a:cubicBezTo>
                  <a:pt x="65" y="249"/>
                  <a:pt x="51" y="239"/>
                  <a:pt x="39" y="227"/>
                </a:cubicBezTo>
                <a:cubicBezTo>
                  <a:pt x="26" y="215"/>
                  <a:pt x="17" y="200"/>
                  <a:pt x="10" y="184"/>
                </a:cubicBezTo>
                <a:cubicBezTo>
                  <a:pt x="3" y="168"/>
                  <a:pt x="0" y="151"/>
                  <a:pt x="0" y="133"/>
                </a:cubicBezTo>
                <a:cubicBezTo>
                  <a:pt x="0" y="116"/>
                  <a:pt x="3" y="99"/>
                  <a:pt x="10" y="83"/>
                </a:cubicBezTo>
                <a:cubicBezTo>
                  <a:pt x="17" y="67"/>
                  <a:pt x="26" y="52"/>
                  <a:pt x="39" y="39"/>
                </a:cubicBezTo>
                <a:cubicBezTo>
                  <a:pt x="51" y="26"/>
                  <a:pt x="65" y="17"/>
                  <a:pt x="82" y="10"/>
                </a:cubicBezTo>
                <a:cubicBezTo>
                  <a:pt x="98" y="3"/>
                  <a:pt x="115" y="0"/>
                  <a:pt x="133" y="0"/>
                </a:cubicBezTo>
                <a:cubicBezTo>
                  <a:pt x="151" y="0"/>
                  <a:pt x="168" y="3"/>
                  <a:pt x="184" y="10"/>
                </a:cubicBezTo>
                <a:cubicBezTo>
                  <a:pt x="200" y="17"/>
                  <a:pt x="214" y="26"/>
                  <a:pt x="227" y="39"/>
                </a:cubicBezTo>
                <a:cubicBezTo>
                  <a:pt x="239" y="52"/>
                  <a:pt x="249" y="67"/>
                  <a:pt x="255" y="83"/>
                </a:cubicBezTo>
                <a:cubicBezTo>
                  <a:pt x="262" y="99"/>
                  <a:pt x="265" y="116"/>
                  <a:pt x="265" y="133"/>
                </a:cubicBezTo>
                <a:close/>
              </a:path>
            </a:pathLst>
          </a:custGeom>
          <a:solidFill>
            <a:srgbClr val="1f2328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784" name=""/>
          <p:cNvSpPr txBox="1"/>
          <p:nvPr/>
        </p:nvSpPr>
        <p:spPr>
          <a:xfrm>
            <a:off x="2051280" y="4705200"/>
            <a:ext cx="53290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 = width in character units (approximate).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85" name="" descr=""/>
          <p:cNvPicPr/>
          <p:nvPr/>
        </p:nvPicPr>
        <p:blipFill>
          <a:blip r:embed="rId1"/>
          <a:stretch/>
        </p:blipFill>
        <p:spPr>
          <a:xfrm>
            <a:off x="752400" y="5753160"/>
            <a:ext cx="7324200" cy="3561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86" name=""/>
          <p:cNvSpPr txBox="1"/>
          <p:nvPr/>
        </p:nvSpPr>
        <p:spPr>
          <a:xfrm>
            <a:off x="1300320" y="5200560"/>
            <a:ext cx="465624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The size can also be styled with CSS.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8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0" name=""/>
          <p:cNvSpPr txBox="1"/>
          <p:nvPr/>
        </p:nvSpPr>
        <p:spPr>
          <a:xfrm>
            <a:off x="747720" y="2845080"/>
            <a:ext cx="1007640" cy="48960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83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Tasks</a:t>
            </a:r>
            <a:endParaRPr b="0" lang="en-US" sz="283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1" name=""/>
          <p:cNvSpPr txBox="1"/>
          <p:nvPr/>
        </p:nvSpPr>
        <p:spPr>
          <a:xfrm>
            <a:off x="747720" y="3591000"/>
            <a:ext cx="435888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Let's apply what we have learned.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795" name="" descr=""/>
          <p:cNvPicPr/>
          <p:nvPr/>
        </p:nvPicPr>
        <p:blipFill>
          <a:blip r:embed="rId1"/>
          <a:stretch/>
        </p:blipFill>
        <p:spPr>
          <a:xfrm>
            <a:off x="752400" y="1276200"/>
            <a:ext cx="5505120" cy="592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96" name=""/>
          <p:cNvSpPr txBox="1"/>
          <p:nvPr/>
        </p:nvSpPr>
        <p:spPr>
          <a:xfrm>
            <a:off x="747720" y="732600"/>
            <a:ext cx="1035360" cy="41364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39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Task 1:</a:t>
            </a:r>
            <a:endParaRPr b="0" lang="en-US" sz="239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7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8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99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00" name="" descr=""/>
          <p:cNvPicPr/>
          <p:nvPr/>
        </p:nvPicPr>
        <p:blipFill>
          <a:blip r:embed="rId1"/>
          <a:stretch/>
        </p:blipFill>
        <p:spPr>
          <a:xfrm>
            <a:off x="752400" y="1838160"/>
            <a:ext cx="6629040" cy="36478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1" name=""/>
          <p:cNvSpPr txBox="1"/>
          <p:nvPr/>
        </p:nvSpPr>
        <p:spPr>
          <a:xfrm>
            <a:off x="747720" y="1295280"/>
            <a:ext cx="937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Task 3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2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3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04" name=""/>
          <p:cNvSpPr/>
          <p:nvPr/>
        </p:nvSpPr>
        <p:spPr>
          <a:xfrm>
            <a:off x="0" y="0"/>
            <a:ext cx="12192120" cy="6858000"/>
          </a:xfrm>
          <a:custGeom>
            <a:avLst/>
            <a:gdLst/>
            <a:ahLst/>
            <a:rect l="0" t="0" r="r" b="b"/>
            <a:pathLst>
              <a:path w="33867" h="19050">
                <a:moveTo>
                  <a:pt x="0" y="0"/>
                </a:moveTo>
                <a:lnTo>
                  <a:pt x="33867" y="0"/>
                </a:lnTo>
                <a:lnTo>
                  <a:pt x="33867" y="19050"/>
                </a:lnTo>
                <a:lnTo>
                  <a:pt x="0" y="1905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 w="0">
            <a:noFill/>
          </a:ln>
        </p:spPr>
        <p:txBody>
          <a:bodyPr lIns="0" rIns="0" tIns="0" bIns="0" anchor="t">
            <a:noAutofit/>
          </a:bodyPr>
          <a:p>
            <a:endParaRPr b="0" lang="en-US" sz="2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805" name="" descr=""/>
          <p:cNvPicPr/>
          <p:nvPr/>
        </p:nvPicPr>
        <p:blipFill>
          <a:blip r:embed="rId1"/>
          <a:stretch/>
        </p:blipFill>
        <p:spPr>
          <a:xfrm>
            <a:off x="752400" y="1314360"/>
            <a:ext cx="8667360" cy="48859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06" name=""/>
          <p:cNvSpPr txBox="1"/>
          <p:nvPr/>
        </p:nvSpPr>
        <p:spPr>
          <a:xfrm>
            <a:off x="747720" y="771480"/>
            <a:ext cx="937800" cy="375120"/>
          </a:xfrm>
          <a:prstGeom prst="rect">
            <a:avLst/>
          </a:prstGeom>
          <a:noFill/>
          <a:ln w="0">
            <a:noFill/>
          </a:ln>
        </p:spPr>
        <p:txBody>
          <a:bodyPr wrap="none" lIns="0" rIns="0" tIns="0" bIns="0" anchor="t">
            <a:spAutoFit/>
          </a:bodyPr>
          <a:p>
            <a:r>
              <a:rPr b="1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Task 2</a:t>
            </a:r>
            <a:r>
              <a:rPr b="0" lang="en-US" sz="2170" strike="noStrike" u="none">
                <a:solidFill>
                  <a:srgbClr val="1f2328"/>
                </a:solidFill>
                <a:effectLst/>
                <a:uFillTx/>
                <a:latin typeface="NotoSans"/>
                <a:ea typeface="NotoSans"/>
              </a:rPr>
              <a:t>:</a:t>
            </a:r>
            <a:endParaRPr b="0" lang="en-US" sz="217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LibreOffice/25.8.2.2$Linux_X86_64 LibreOffice_project/580$Build-2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/>
  <dc:description/>
  <dc:language>en-US</dc:language>
  <cp:lastModifiedBy/>
  <cp:revision>0</cp:revision>
  <dc:subject/>
  <dc:title/>
</cp:coreProperties>
</file>