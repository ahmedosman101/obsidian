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2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6.xml" ContentType="application/vnd.openxmlformats-officedocument.presentationml.notesSlide+xml"/>
  <Override PartName="/ppt/slides/slide42.xml" ContentType="application/vnd.openxmlformats-officedocument.presentationml.slide+xml"/>
  <Override PartName="/ppt/slides/slide39.xml" ContentType="application/vnd.openxmlformats-officedocument.presentationml.slide+xml"/>
  <Override PartName="/ppt/slides/slide3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40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notesSlides/notesSlide3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notesSlides/notesSlide32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38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0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4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699098608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 /><Relationship Id="rId48" Type="http://schemas.openxmlformats.org/officeDocument/2006/relationships/tableStyles" Target="tableStyles.xml" /><Relationship Id="rId4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4918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249640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767027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444319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8624696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267369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215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31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18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DD3177-B4C3-B77E-7CBF-B0F77A46A1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943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2733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114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CB04B-A9A9-2DFE-8B34-0FB3D165E9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2226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886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245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C91106-A438-DA36-FEBA-E44E329F31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5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671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2C3C45-8649-CFA7-6B14-83664CE490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463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2947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33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32587D-4582-1765-05A3-7E31A53B3E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11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68668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994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2276C2-DFC9-33CC-E22E-5E2FB2F8D5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027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41516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92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C547DA-83E4-6CE5-C379-495391CFD8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998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5593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44571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51E5E4-FDF8-4343-5263-44F9114191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9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2197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407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52A72E-D597-54BC-5B35-F5F9AED648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612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9020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971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53C1C1-8B9B-DD01-CCE0-3455480369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774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609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64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F2734-C231-F948-2CD7-CC883612CE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696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4099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117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1DE7FF-D1B6-3CED-1D19-C7605CE7A4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1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761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801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167C8A-0242-B647-CA5B-E4B8ABAC29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227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9084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768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1F262-8225-5E97-0A4E-A135A9F4A1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5030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5704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5309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FC959B-7F7E-D2EE-45D6-C9DA14425D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9618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6549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315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62AA21-A60E-26AD-ECD7-97C13BB47A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281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987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414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056D4E-5FF1-B980-B0D9-48F06F61C1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451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3805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225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E22B04-CD74-13BE-857F-3D0E1B2BDF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4875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7840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041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50198A-622F-2701-46AF-0EDD854915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78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3075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97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0E6778-0536-440C-72BA-0482B6E909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4595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6522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78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DA69E5-0B0F-E426-F4E2-851912FEE3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875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6656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2B0C7F-7915-7A7C-FFC9-C5AC952230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033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2929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53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5F6A25-D6B6-793E-06CF-7530FE52D5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455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0484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761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264F92-68F0-1CD0-7A4A-DB382371D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3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543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844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C5E741-2BD7-3960-6C6F-AE6D801A1E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8235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71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514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AD0285-9ECF-969C-500E-A6541B1018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160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880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589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09A166-C749-A725-BA4E-2D511227F6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840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6253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88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776C44-DC66-3210-E7D0-EADABE87CF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700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6936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835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242709-F941-AF49-217A-44A942D34D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599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9635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956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80D0FB-E067-6DB6-9CA4-D6293B36B6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191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478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93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773EC1-CDF2-255F-184F-628A726358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1010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529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778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E93C3-E88A-7709-CD71-F3607C7442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380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987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843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E4E39F-19F5-E658-878D-033DB2A59C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07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3067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5352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EA0A38-D664-DF38-B0B3-AD538CA3AD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412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6219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88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EA8CFA-2670-9DD6-C906-EF6E7B54AF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416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1929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543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B3351B-D241-5FAC-A1D2-F8AFD053B5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929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2294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7954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5B8686-0B00-00BD-4648-DF87021C82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0826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6492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9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FBD5FB-66B6-D095-FF8D-F6CB4DBD43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9499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188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4820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0316F5-FB19-55DE-D2E7-A260EE6D76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708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61109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309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242F50-45D6-BB7B-4E1A-94D9540B54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466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3074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34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B37EAF-873B-722A-08DF-B75D95CE3D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547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7983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71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72A656-5FCA-A962-298F-0FF3CAF7A6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master-page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master-page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9818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59200"/>
            <a:ext cx="10972079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070652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520280"/>
            <a:ext cx="10972079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defRPr/>
            </a:pPr>
            <a:endParaRPr lang="en-US" sz="3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39085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59200"/>
            <a:ext cx="10972079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en-US" sz="4400" b="0" u="none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186320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520280"/>
            <a:ext cx="10972079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19558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6080844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575649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17490" name=""/>
          <p:cNvSpPr txBox="1"/>
          <p:nvPr/>
        </p:nvSpPr>
        <p:spPr bwMode="auto">
          <a:xfrm>
            <a:off x="747720" y="2346840"/>
            <a:ext cx="274176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3500" b="1" u="none" strike="noStrike">
                <a:solidFill>
                  <a:srgbClr val="224466"/>
                </a:solidFill>
                <a:latin typeface="NotoSans"/>
                <a:ea typeface="NotoSans"/>
              </a:rPr>
              <a:t>HTML Forms</a:t>
            </a:r>
            <a:endParaRPr lang="en-US" sz="35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3305034" name=""/>
          <p:cNvSpPr/>
          <p:nvPr/>
        </p:nvSpPr>
        <p:spPr bwMode="auto">
          <a:xfrm>
            <a:off x="2124000" y="3276360"/>
            <a:ext cx="1038600" cy="362520"/>
          </a:xfrm>
          <a:custGeom>
            <a:avLst/>
            <a:gdLst/>
            <a:ahLst/>
            <a:cxnLst/>
            <a:rect l="0" t="0" r="r" b="b"/>
            <a:pathLst>
              <a:path w="2885" h="1007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726" y="0"/>
                </a:lnTo>
                <a:cubicBezTo>
                  <a:pt x="2736" y="0"/>
                  <a:pt x="2747" y="1"/>
                  <a:pt x="2757" y="3"/>
                </a:cubicBezTo>
                <a:cubicBezTo>
                  <a:pt x="2767" y="5"/>
                  <a:pt x="2777" y="8"/>
                  <a:pt x="2787" y="12"/>
                </a:cubicBezTo>
                <a:cubicBezTo>
                  <a:pt x="2796" y="16"/>
                  <a:pt x="2805" y="21"/>
                  <a:pt x="2814" y="27"/>
                </a:cubicBezTo>
                <a:cubicBezTo>
                  <a:pt x="2823" y="33"/>
                  <a:pt x="2831" y="39"/>
                  <a:pt x="2838" y="47"/>
                </a:cubicBezTo>
                <a:cubicBezTo>
                  <a:pt x="2846" y="54"/>
                  <a:pt x="2852" y="62"/>
                  <a:pt x="2858" y="71"/>
                </a:cubicBezTo>
                <a:cubicBezTo>
                  <a:pt x="2864" y="79"/>
                  <a:pt x="2869" y="89"/>
                  <a:pt x="2873" y="98"/>
                </a:cubicBezTo>
                <a:cubicBezTo>
                  <a:pt x="2877" y="108"/>
                  <a:pt x="2880" y="118"/>
                  <a:pt x="2882" y="128"/>
                </a:cubicBezTo>
                <a:cubicBezTo>
                  <a:pt x="2884" y="138"/>
                  <a:pt x="2885" y="148"/>
                  <a:pt x="2885" y="159"/>
                </a:cubicBezTo>
                <a:lnTo>
                  <a:pt x="2885" y="848"/>
                </a:lnTo>
                <a:cubicBezTo>
                  <a:pt x="2885" y="858"/>
                  <a:pt x="2884" y="869"/>
                  <a:pt x="2882" y="879"/>
                </a:cubicBezTo>
                <a:cubicBezTo>
                  <a:pt x="2880" y="889"/>
                  <a:pt x="2877" y="899"/>
                  <a:pt x="2873" y="909"/>
                </a:cubicBezTo>
                <a:cubicBezTo>
                  <a:pt x="2869" y="918"/>
                  <a:pt x="2864" y="927"/>
                  <a:pt x="2858" y="936"/>
                </a:cubicBezTo>
                <a:cubicBezTo>
                  <a:pt x="2852" y="945"/>
                  <a:pt x="2846" y="953"/>
                  <a:pt x="2838" y="960"/>
                </a:cubicBezTo>
                <a:cubicBezTo>
                  <a:pt x="2831" y="967"/>
                  <a:pt x="2823" y="974"/>
                  <a:pt x="2814" y="980"/>
                </a:cubicBezTo>
                <a:cubicBezTo>
                  <a:pt x="2805" y="986"/>
                  <a:pt x="2796" y="991"/>
                  <a:pt x="2787" y="994"/>
                </a:cubicBezTo>
                <a:cubicBezTo>
                  <a:pt x="2777" y="998"/>
                  <a:pt x="2767" y="1001"/>
                  <a:pt x="2757" y="1004"/>
                </a:cubicBezTo>
                <a:cubicBezTo>
                  <a:pt x="2747" y="1006"/>
                  <a:pt x="2736" y="1007"/>
                  <a:pt x="2726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4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6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1278286" name=""/>
          <p:cNvSpPr txBox="1"/>
          <p:nvPr/>
        </p:nvSpPr>
        <p:spPr bwMode="auto">
          <a:xfrm>
            <a:off x="747720" y="3228840"/>
            <a:ext cx="1375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HTML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4057538" name=""/>
          <p:cNvSpPr txBox="1"/>
          <p:nvPr/>
        </p:nvSpPr>
        <p:spPr bwMode="auto">
          <a:xfrm>
            <a:off x="2219040" y="33278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&lt;form&gt;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1331075" name=""/>
          <p:cNvSpPr txBox="1"/>
          <p:nvPr/>
        </p:nvSpPr>
        <p:spPr bwMode="auto">
          <a:xfrm>
            <a:off x="3158280" y="3228840"/>
            <a:ext cx="7979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element creates a form for user input and acts as a container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0636117" name=""/>
          <p:cNvSpPr txBox="1"/>
          <p:nvPr/>
        </p:nvSpPr>
        <p:spPr bwMode="auto">
          <a:xfrm>
            <a:off x="747720" y="3657600"/>
            <a:ext cx="10578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for input elements like text ﬁelds, checkboxes, radio buttons, and submit buttons.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004667" name=""/>
          <p:cNvSpPr/>
          <p:nvPr/>
        </p:nvSpPr>
        <p:spPr bwMode="auto">
          <a:xfrm>
            <a:off x="1295280" y="4124160"/>
            <a:ext cx="1181520" cy="362160"/>
          </a:xfrm>
          <a:custGeom>
            <a:avLst/>
            <a:gdLst/>
            <a:ahLst/>
            <a:cxnLst/>
            <a:rect l="0" t="0" r="r" b="b"/>
            <a:pathLst>
              <a:path w="3282" h="1006" fill="norm" stroke="1" extrusionOk="0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23" y="0"/>
                </a:lnTo>
                <a:cubicBezTo>
                  <a:pt x="3133" y="0"/>
                  <a:pt x="3144" y="1"/>
                  <a:pt x="3154" y="3"/>
                </a:cubicBezTo>
                <a:cubicBezTo>
                  <a:pt x="3164" y="5"/>
                  <a:pt x="3174" y="8"/>
                  <a:pt x="3184" y="12"/>
                </a:cubicBezTo>
                <a:cubicBezTo>
                  <a:pt x="3193" y="16"/>
                  <a:pt x="3202" y="21"/>
                  <a:pt x="3211" y="27"/>
                </a:cubicBezTo>
                <a:cubicBezTo>
                  <a:pt x="3220" y="33"/>
                  <a:pt x="3228" y="39"/>
                  <a:pt x="3235" y="46"/>
                </a:cubicBezTo>
                <a:cubicBezTo>
                  <a:pt x="3243" y="54"/>
                  <a:pt x="3249" y="62"/>
                  <a:pt x="3255" y="71"/>
                </a:cubicBezTo>
                <a:cubicBezTo>
                  <a:pt x="3261" y="79"/>
                  <a:pt x="3266" y="88"/>
                  <a:pt x="3270" y="98"/>
                </a:cubicBezTo>
                <a:cubicBezTo>
                  <a:pt x="3274" y="109"/>
                  <a:pt x="3277" y="119"/>
                  <a:pt x="3279" y="129"/>
                </a:cubicBezTo>
                <a:cubicBezTo>
                  <a:pt x="3281" y="139"/>
                  <a:pt x="3282" y="149"/>
                  <a:pt x="3282" y="160"/>
                </a:cubicBezTo>
                <a:lnTo>
                  <a:pt x="3282" y="848"/>
                </a:lnTo>
                <a:cubicBezTo>
                  <a:pt x="3282" y="858"/>
                  <a:pt x="3281" y="868"/>
                  <a:pt x="3279" y="879"/>
                </a:cubicBezTo>
                <a:cubicBezTo>
                  <a:pt x="3277" y="889"/>
                  <a:pt x="3274" y="899"/>
                  <a:pt x="3270" y="908"/>
                </a:cubicBezTo>
                <a:cubicBezTo>
                  <a:pt x="3266" y="918"/>
                  <a:pt x="3261" y="927"/>
                  <a:pt x="3255" y="936"/>
                </a:cubicBezTo>
                <a:cubicBezTo>
                  <a:pt x="3249" y="944"/>
                  <a:pt x="3243" y="953"/>
                  <a:pt x="3235" y="960"/>
                </a:cubicBezTo>
                <a:cubicBezTo>
                  <a:pt x="3228" y="967"/>
                  <a:pt x="3220" y="974"/>
                  <a:pt x="3211" y="980"/>
                </a:cubicBezTo>
                <a:cubicBezTo>
                  <a:pt x="3202" y="985"/>
                  <a:pt x="3193" y="990"/>
                  <a:pt x="3184" y="994"/>
                </a:cubicBezTo>
                <a:cubicBezTo>
                  <a:pt x="3174" y="998"/>
                  <a:pt x="3164" y="1001"/>
                  <a:pt x="3154" y="1003"/>
                </a:cubicBezTo>
                <a:cubicBezTo>
                  <a:pt x="3144" y="1005"/>
                  <a:pt x="3133" y="1006"/>
                  <a:pt x="3123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4193387" name=""/>
          <p:cNvSpPr txBox="1"/>
          <p:nvPr/>
        </p:nvSpPr>
        <p:spPr bwMode="auto">
          <a:xfrm>
            <a:off x="747720" y="4076640"/>
            <a:ext cx="551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245627" name=""/>
          <p:cNvSpPr txBox="1"/>
          <p:nvPr/>
        </p:nvSpPr>
        <p:spPr bwMode="auto">
          <a:xfrm>
            <a:off x="1393560" y="417564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&lt;input&gt;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687865" name=""/>
          <p:cNvSpPr txBox="1"/>
          <p:nvPr/>
        </p:nvSpPr>
        <p:spPr bwMode="auto">
          <a:xfrm>
            <a:off x="2473560" y="4076640"/>
            <a:ext cx="5779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element is the most common form element.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80195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097110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442637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7357663" name=""/>
          <p:cNvSpPr txBox="1"/>
          <p:nvPr/>
        </p:nvSpPr>
        <p:spPr bwMode="auto">
          <a:xfrm>
            <a:off x="747720" y="2626200"/>
            <a:ext cx="323712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HTML Input Types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6277547" name=""/>
          <p:cNvSpPr/>
          <p:nvPr/>
        </p:nvSpPr>
        <p:spPr bwMode="auto">
          <a:xfrm>
            <a:off x="1295280" y="3419280"/>
            <a:ext cx="1181520" cy="362160"/>
          </a:xfrm>
          <a:custGeom>
            <a:avLst/>
            <a:gdLst/>
            <a:ahLst/>
            <a:cxnLst/>
            <a:rect l="0" t="0" r="r" b="b"/>
            <a:pathLst>
              <a:path w="3282" h="1006" fill="norm" stroke="1" extrusionOk="0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2" y="63"/>
                  <a:pt x="39" y="55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23" y="0"/>
                </a:lnTo>
                <a:cubicBezTo>
                  <a:pt x="3133" y="0"/>
                  <a:pt x="3144" y="1"/>
                  <a:pt x="3154" y="3"/>
                </a:cubicBezTo>
                <a:cubicBezTo>
                  <a:pt x="3164" y="5"/>
                  <a:pt x="3174" y="8"/>
                  <a:pt x="3184" y="12"/>
                </a:cubicBezTo>
                <a:cubicBezTo>
                  <a:pt x="3193" y="16"/>
                  <a:pt x="3202" y="21"/>
                  <a:pt x="3211" y="27"/>
                </a:cubicBezTo>
                <a:cubicBezTo>
                  <a:pt x="3220" y="33"/>
                  <a:pt x="3228" y="39"/>
                  <a:pt x="3235" y="47"/>
                </a:cubicBezTo>
                <a:cubicBezTo>
                  <a:pt x="3243" y="55"/>
                  <a:pt x="3249" y="63"/>
                  <a:pt x="3255" y="72"/>
                </a:cubicBezTo>
                <a:cubicBezTo>
                  <a:pt x="3261" y="80"/>
                  <a:pt x="3266" y="89"/>
                  <a:pt x="3270" y="99"/>
                </a:cubicBezTo>
                <a:cubicBezTo>
                  <a:pt x="3274" y="109"/>
                  <a:pt x="3277" y="119"/>
                  <a:pt x="3279" y="129"/>
                </a:cubicBezTo>
                <a:cubicBezTo>
                  <a:pt x="3281" y="139"/>
                  <a:pt x="3282" y="149"/>
                  <a:pt x="3282" y="160"/>
                </a:cubicBezTo>
                <a:lnTo>
                  <a:pt x="3282" y="848"/>
                </a:lnTo>
                <a:cubicBezTo>
                  <a:pt x="3282" y="858"/>
                  <a:pt x="3281" y="868"/>
                  <a:pt x="3279" y="879"/>
                </a:cubicBezTo>
                <a:cubicBezTo>
                  <a:pt x="3277" y="889"/>
                  <a:pt x="3274" y="899"/>
                  <a:pt x="3270" y="908"/>
                </a:cubicBezTo>
                <a:cubicBezTo>
                  <a:pt x="3266" y="918"/>
                  <a:pt x="3261" y="927"/>
                  <a:pt x="3255" y="936"/>
                </a:cubicBezTo>
                <a:cubicBezTo>
                  <a:pt x="3249" y="945"/>
                  <a:pt x="3243" y="953"/>
                  <a:pt x="3235" y="960"/>
                </a:cubicBezTo>
                <a:cubicBezTo>
                  <a:pt x="3228" y="967"/>
                  <a:pt x="3220" y="974"/>
                  <a:pt x="3211" y="980"/>
                </a:cubicBezTo>
                <a:cubicBezTo>
                  <a:pt x="3202" y="985"/>
                  <a:pt x="3193" y="990"/>
                  <a:pt x="3184" y="994"/>
                </a:cubicBezTo>
                <a:cubicBezTo>
                  <a:pt x="3174" y="998"/>
                  <a:pt x="3164" y="1001"/>
                  <a:pt x="3154" y="1003"/>
                </a:cubicBezTo>
                <a:cubicBezTo>
                  <a:pt x="3144" y="1005"/>
                  <a:pt x="3133" y="1006"/>
                  <a:pt x="3123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1016468" name=""/>
          <p:cNvSpPr txBox="1"/>
          <p:nvPr/>
        </p:nvSpPr>
        <p:spPr bwMode="auto">
          <a:xfrm>
            <a:off x="747720" y="3371760"/>
            <a:ext cx="551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2888727" name=""/>
          <p:cNvSpPr txBox="1"/>
          <p:nvPr/>
        </p:nvSpPr>
        <p:spPr bwMode="auto">
          <a:xfrm>
            <a:off x="1393560" y="347076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&lt;input&gt;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463644" name=""/>
          <p:cNvSpPr txBox="1"/>
          <p:nvPr/>
        </p:nvSpPr>
        <p:spPr bwMode="auto">
          <a:xfrm>
            <a:off x="2473560" y="3371760"/>
            <a:ext cx="4628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element allows users to enter data.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6271020" name=""/>
          <p:cNvSpPr/>
          <p:nvPr/>
        </p:nvSpPr>
        <p:spPr bwMode="auto">
          <a:xfrm>
            <a:off x="6495840" y="3848040"/>
            <a:ext cx="752760" cy="362160"/>
          </a:xfrm>
          <a:custGeom>
            <a:avLst/>
            <a:gdLst/>
            <a:ahLst/>
            <a:cxnLst/>
            <a:rect l="0" t="0" r="r" b="b"/>
            <a:pathLst>
              <a:path w="2091" h="1006" fill="norm" stroke="1" extrusionOk="0">
                <a:moveTo>
                  <a:pt x="0" y="84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933" y="0"/>
                </a:lnTo>
                <a:cubicBezTo>
                  <a:pt x="1943" y="0"/>
                  <a:pt x="1953" y="1"/>
                  <a:pt x="1964" y="3"/>
                </a:cubicBezTo>
                <a:cubicBezTo>
                  <a:pt x="1974" y="5"/>
                  <a:pt x="1984" y="8"/>
                  <a:pt x="1993" y="12"/>
                </a:cubicBezTo>
                <a:cubicBezTo>
                  <a:pt x="2003" y="16"/>
                  <a:pt x="2012" y="21"/>
                  <a:pt x="2021" y="26"/>
                </a:cubicBezTo>
                <a:cubicBezTo>
                  <a:pt x="2029" y="32"/>
                  <a:pt x="2037" y="39"/>
                  <a:pt x="2045" y="46"/>
                </a:cubicBezTo>
                <a:cubicBezTo>
                  <a:pt x="2052" y="54"/>
                  <a:pt x="2059" y="62"/>
                  <a:pt x="2065" y="70"/>
                </a:cubicBezTo>
                <a:cubicBezTo>
                  <a:pt x="2070" y="79"/>
                  <a:pt x="2075" y="88"/>
                  <a:pt x="2079" y="98"/>
                </a:cubicBezTo>
                <a:cubicBezTo>
                  <a:pt x="2083" y="107"/>
                  <a:pt x="2086" y="117"/>
                  <a:pt x="2088" y="127"/>
                </a:cubicBezTo>
                <a:cubicBezTo>
                  <a:pt x="2090" y="138"/>
                  <a:pt x="2091" y="148"/>
                  <a:pt x="2091" y="158"/>
                </a:cubicBezTo>
                <a:lnTo>
                  <a:pt x="2091" y="846"/>
                </a:lnTo>
                <a:cubicBezTo>
                  <a:pt x="2091" y="857"/>
                  <a:pt x="2090" y="867"/>
                  <a:pt x="2088" y="878"/>
                </a:cubicBezTo>
                <a:cubicBezTo>
                  <a:pt x="2086" y="889"/>
                  <a:pt x="2083" y="898"/>
                  <a:pt x="2079" y="908"/>
                </a:cubicBezTo>
                <a:cubicBezTo>
                  <a:pt x="2075" y="918"/>
                  <a:pt x="2070" y="927"/>
                  <a:pt x="2065" y="936"/>
                </a:cubicBezTo>
                <a:cubicBezTo>
                  <a:pt x="2059" y="944"/>
                  <a:pt x="2052" y="952"/>
                  <a:pt x="2045" y="960"/>
                </a:cubicBezTo>
                <a:cubicBezTo>
                  <a:pt x="2037" y="967"/>
                  <a:pt x="2029" y="974"/>
                  <a:pt x="2021" y="979"/>
                </a:cubicBezTo>
                <a:cubicBezTo>
                  <a:pt x="2012" y="985"/>
                  <a:pt x="2003" y="990"/>
                  <a:pt x="1993" y="994"/>
                </a:cubicBezTo>
                <a:cubicBezTo>
                  <a:pt x="1984" y="998"/>
                  <a:pt x="1974" y="1001"/>
                  <a:pt x="1964" y="1003"/>
                </a:cubicBezTo>
                <a:cubicBezTo>
                  <a:pt x="1953" y="1005"/>
                  <a:pt x="1943" y="1006"/>
                  <a:pt x="1933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7"/>
                  <a:pt x="0" y="857"/>
                  <a:pt x="0" y="84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2777336" name=""/>
          <p:cNvSpPr txBox="1"/>
          <p:nvPr/>
        </p:nvSpPr>
        <p:spPr bwMode="auto">
          <a:xfrm>
            <a:off x="747720" y="3800519"/>
            <a:ext cx="5750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Its appearance and behavior depend on the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89886" name=""/>
          <p:cNvSpPr txBox="1"/>
          <p:nvPr/>
        </p:nvSpPr>
        <p:spPr bwMode="auto">
          <a:xfrm>
            <a:off x="6593760" y="3899519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type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0059767" name=""/>
          <p:cNvSpPr txBox="1"/>
          <p:nvPr/>
        </p:nvSpPr>
        <p:spPr bwMode="auto">
          <a:xfrm>
            <a:off x="7251120" y="3800519"/>
            <a:ext cx="12805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attribute.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12235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4336880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360386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1771420" name=""/>
          <p:cNvSpPr/>
          <p:nvPr/>
        </p:nvSpPr>
        <p:spPr bwMode="auto">
          <a:xfrm>
            <a:off x="757080" y="299556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6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7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7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2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7"/>
                  <a:pt x="29687" y="146"/>
                </a:cubicBezTo>
                <a:lnTo>
                  <a:pt x="29687" y="2236"/>
                </a:lnTo>
                <a:cubicBezTo>
                  <a:pt x="29687" y="2246"/>
                  <a:pt x="29686" y="2255"/>
                  <a:pt x="29684" y="2265"/>
                </a:cubicBezTo>
                <a:cubicBezTo>
                  <a:pt x="29683" y="2274"/>
                  <a:pt x="29680" y="2283"/>
                  <a:pt x="29676" y="2292"/>
                </a:cubicBezTo>
                <a:cubicBezTo>
                  <a:pt x="29672" y="2301"/>
                  <a:pt x="29668" y="2309"/>
                  <a:pt x="29663" y="2317"/>
                </a:cubicBezTo>
                <a:cubicBezTo>
                  <a:pt x="29657" y="2325"/>
                  <a:pt x="29651" y="2333"/>
                  <a:pt x="29645" y="2339"/>
                </a:cubicBezTo>
                <a:cubicBezTo>
                  <a:pt x="29638" y="2346"/>
                  <a:pt x="29630" y="2352"/>
                  <a:pt x="29623" y="2357"/>
                </a:cubicBezTo>
                <a:cubicBezTo>
                  <a:pt x="29615" y="2363"/>
                  <a:pt x="29606" y="2367"/>
                  <a:pt x="29597" y="2371"/>
                </a:cubicBezTo>
                <a:cubicBezTo>
                  <a:pt x="29589" y="2374"/>
                  <a:pt x="29579" y="2377"/>
                  <a:pt x="29570" y="2379"/>
                </a:cubicBezTo>
                <a:cubicBezTo>
                  <a:pt x="29561" y="2381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1"/>
                  <a:pt x="117" y="2379"/>
                </a:cubicBezTo>
                <a:cubicBezTo>
                  <a:pt x="108" y="2377"/>
                  <a:pt x="99" y="2374"/>
                  <a:pt x="90" y="2371"/>
                </a:cubicBezTo>
                <a:cubicBezTo>
                  <a:pt x="81" y="2367"/>
                  <a:pt x="73" y="2363"/>
                  <a:pt x="65" y="2357"/>
                </a:cubicBezTo>
                <a:cubicBezTo>
                  <a:pt x="57" y="2352"/>
                  <a:pt x="49" y="2346"/>
                  <a:pt x="43" y="2339"/>
                </a:cubicBezTo>
                <a:cubicBezTo>
                  <a:pt x="36" y="2333"/>
                  <a:pt x="30" y="2325"/>
                  <a:pt x="24" y="2317"/>
                </a:cubicBezTo>
                <a:cubicBezTo>
                  <a:pt x="19" y="2309"/>
                  <a:pt x="15" y="2301"/>
                  <a:pt x="11" y="2292"/>
                </a:cubicBezTo>
                <a:cubicBezTo>
                  <a:pt x="7" y="2283"/>
                  <a:pt x="5" y="2274"/>
                  <a:pt x="3" y="2265"/>
                </a:cubicBezTo>
                <a:cubicBezTo>
                  <a:pt x="1" y="2255"/>
                  <a:pt x="0" y="2246"/>
                  <a:pt x="0" y="223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4843733" name=""/>
          <p:cNvSpPr/>
          <p:nvPr/>
        </p:nvSpPr>
        <p:spPr bwMode="auto">
          <a:xfrm>
            <a:off x="757080" y="299556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6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7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7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2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7"/>
                  <a:pt x="29687" y="146"/>
                </a:cubicBezTo>
                <a:lnTo>
                  <a:pt x="29687" y="2236"/>
                </a:lnTo>
                <a:cubicBezTo>
                  <a:pt x="29687" y="2246"/>
                  <a:pt x="29686" y="2255"/>
                  <a:pt x="29684" y="2265"/>
                </a:cubicBezTo>
                <a:cubicBezTo>
                  <a:pt x="29683" y="2274"/>
                  <a:pt x="29680" y="2283"/>
                  <a:pt x="29676" y="2292"/>
                </a:cubicBezTo>
                <a:cubicBezTo>
                  <a:pt x="29672" y="2301"/>
                  <a:pt x="29668" y="2309"/>
                  <a:pt x="29663" y="2317"/>
                </a:cubicBezTo>
                <a:cubicBezTo>
                  <a:pt x="29657" y="2325"/>
                  <a:pt x="29651" y="2333"/>
                  <a:pt x="29645" y="2339"/>
                </a:cubicBezTo>
                <a:cubicBezTo>
                  <a:pt x="29638" y="2346"/>
                  <a:pt x="29630" y="2352"/>
                  <a:pt x="29623" y="2357"/>
                </a:cubicBezTo>
                <a:cubicBezTo>
                  <a:pt x="29615" y="2363"/>
                  <a:pt x="29606" y="2367"/>
                  <a:pt x="29597" y="2371"/>
                </a:cubicBezTo>
                <a:cubicBezTo>
                  <a:pt x="29589" y="2374"/>
                  <a:pt x="29579" y="2377"/>
                  <a:pt x="29570" y="2379"/>
                </a:cubicBezTo>
                <a:cubicBezTo>
                  <a:pt x="29561" y="2381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1"/>
                  <a:pt x="117" y="2379"/>
                </a:cubicBezTo>
                <a:cubicBezTo>
                  <a:pt x="108" y="2377"/>
                  <a:pt x="99" y="2374"/>
                  <a:pt x="90" y="2371"/>
                </a:cubicBezTo>
                <a:cubicBezTo>
                  <a:pt x="81" y="2367"/>
                  <a:pt x="73" y="2363"/>
                  <a:pt x="65" y="2357"/>
                </a:cubicBezTo>
                <a:cubicBezTo>
                  <a:pt x="57" y="2352"/>
                  <a:pt x="49" y="2346"/>
                  <a:pt x="43" y="2339"/>
                </a:cubicBezTo>
                <a:cubicBezTo>
                  <a:pt x="36" y="2333"/>
                  <a:pt x="30" y="2325"/>
                  <a:pt x="24" y="2317"/>
                </a:cubicBezTo>
                <a:cubicBezTo>
                  <a:pt x="19" y="2309"/>
                  <a:pt x="15" y="2301"/>
                  <a:pt x="11" y="2292"/>
                </a:cubicBezTo>
                <a:cubicBezTo>
                  <a:pt x="7" y="2283"/>
                  <a:pt x="5" y="2274"/>
                  <a:pt x="3" y="2265"/>
                </a:cubicBezTo>
                <a:cubicBezTo>
                  <a:pt x="1" y="2255"/>
                  <a:pt x="0" y="2246"/>
                  <a:pt x="0" y="223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841651" name=""/>
          <p:cNvSpPr/>
          <p:nvPr/>
        </p:nvSpPr>
        <p:spPr bwMode="auto">
          <a:xfrm>
            <a:off x="2866680" y="1733400"/>
            <a:ext cx="1010160" cy="400320"/>
          </a:xfrm>
          <a:custGeom>
            <a:avLst/>
            <a:gdLst/>
            <a:ahLst/>
            <a:cxnLst/>
            <a:rect l="0" t="0" r="r" b="b"/>
            <a:pathLst>
              <a:path w="2806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647" y="0"/>
                </a:lnTo>
                <a:cubicBezTo>
                  <a:pt x="2658" y="0"/>
                  <a:pt x="2668" y="1"/>
                  <a:pt x="2678" y="3"/>
                </a:cubicBezTo>
                <a:cubicBezTo>
                  <a:pt x="2688" y="5"/>
                  <a:pt x="2698" y="8"/>
                  <a:pt x="2708" y="12"/>
                </a:cubicBezTo>
                <a:cubicBezTo>
                  <a:pt x="2718" y="16"/>
                  <a:pt x="2727" y="21"/>
                  <a:pt x="2735" y="27"/>
                </a:cubicBezTo>
                <a:cubicBezTo>
                  <a:pt x="2744" y="32"/>
                  <a:pt x="2752" y="39"/>
                  <a:pt x="2760" y="46"/>
                </a:cubicBezTo>
                <a:cubicBezTo>
                  <a:pt x="2767" y="54"/>
                  <a:pt x="2773" y="62"/>
                  <a:pt x="2779" y="70"/>
                </a:cubicBezTo>
                <a:cubicBezTo>
                  <a:pt x="2785" y="79"/>
                  <a:pt x="2790" y="88"/>
                  <a:pt x="2794" y="98"/>
                </a:cubicBezTo>
                <a:cubicBezTo>
                  <a:pt x="2798" y="108"/>
                  <a:pt x="2801" y="117"/>
                  <a:pt x="2803" y="128"/>
                </a:cubicBezTo>
                <a:cubicBezTo>
                  <a:pt x="2805" y="138"/>
                  <a:pt x="2806" y="148"/>
                  <a:pt x="2806" y="159"/>
                </a:cubicBezTo>
                <a:lnTo>
                  <a:pt x="2806" y="953"/>
                </a:lnTo>
                <a:cubicBezTo>
                  <a:pt x="2806" y="964"/>
                  <a:pt x="2805" y="974"/>
                  <a:pt x="2803" y="984"/>
                </a:cubicBezTo>
                <a:cubicBezTo>
                  <a:pt x="2801" y="995"/>
                  <a:pt x="2798" y="1005"/>
                  <a:pt x="2794" y="1014"/>
                </a:cubicBezTo>
                <a:cubicBezTo>
                  <a:pt x="2790" y="1024"/>
                  <a:pt x="2785" y="1033"/>
                  <a:pt x="2779" y="1042"/>
                </a:cubicBezTo>
                <a:cubicBezTo>
                  <a:pt x="2773" y="1050"/>
                  <a:pt x="2767" y="1058"/>
                  <a:pt x="2760" y="1066"/>
                </a:cubicBezTo>
                <a:cubicBezTo>
                  <a:pt x="2752" y="1073"/>
                  <a:pt x="2744" y="1080"/>
                  <a:pt x="2735" y="1085"/>
                </a:cubicBezTo>
                <a:cubicBezTo>
                  <a:pt x="2727" y="1091"/>
                  <a:pt x="2718" y="1096"/>
                  <a:pt x="2708" y="1100"/>
                </a:cubicBezTo>
                <a:cubicBezTo>
                  <a:pt x="2698" y="1104"/>
                  <a:pt x="2688" y="1107"/>
                  <a:pt x="2678" y="1109"/>
                </a:cubicBezTo>
                <a:cubicBezTo>
                  <a:pt x="2668" y="1111"/>
                  <a:pt x="2658" y="1112"/>
                  <a:pt x="2647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0222307" name=""/>
          <p:cNvSpPr txBox="1"/>
          <p:nvPr/>
        </p:nvSpPr>
        <p:spPr bwMode="auto">
          <a:xfrm>
            <a:off x="747720" y="16448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8164498" name=""/>
          <p:cNvSpPr txBox="1"/>
          <p:nvPr/>
        </p:nvSpPr>
        <p:spPr bwMode="auto">
          <a:xfrm>
            <a:off x="2942280" y="1729800"/>
            <a:ext cx="864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text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1342224" name=""/>
          <p:cNvSpPr txBox="1"/>
          <p:nvPr/>
        </p:nvSpPr>
        <p:spPr bwMode="auto">
          <a:xfrm>
            <a:off x="747720" y="2438280"/>
            <a:ext cx="8226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Used for short, single-line text input (like names or usernames).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3171502" name=""/>
          <p:cNvSpPr txBox="1"/>
          <p:nvPr/>
        </p:nvSpPr>
        <p:spPr bwMode="auto">
          <a:xfrm>
            <a:off x="914400" y="3157200"/>
            <a:ext cx="549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"username"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&gt;Username:&lt;/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8736335" name="" descr=""/>
          <p:cNvPicPr/>
          <p:nvPr/>
        </p:nvPicPr>
        <p:blipFill rotWithShape="1">
          <a:blip r:embed="rId3"/>
          <a:stretch/>
        </p:blipFill>
        <p:spPr bwMode="auto">
          <a:xfrm>
            <a:off x="752400" y="4010040"/>
            <a:ext cx="4619160" cy="10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909442" name=""/>
          <p:cNvSpPr txBox="1"/>
          <p:nvPr/>
        </p:nvSpPr>
        <p:spPr bwMode="auto">
          <a:xfrm>
            <a:off x="914400" y="3423960"/>
            <a:ext cx="71827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id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"username"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"username"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90958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096583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722909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231627" name=""/>
          <p:cNvSpPr/>
          <p:nvPr/>
        </p:nvSpPr>
        <p:spPr bwMode="auto">
          <a:xfrm>
            <a:off x="757080" y="2662200"/>
            <a:ext cx="10687320" cy="1381320"/>
          </a:xfrm>
          <a:custGeom>
            <a:avLst/>
            <a:gdLst/>
            <a:ahLst/>
            <a:cxnLst/>
            <a:rect l="0" t="0" r="r" b="b"/>
            <a:pathLst>
              <a:path w="29687" h="3837" fill="norm" stroke="1" extrusionOk="0">
                <a:moveTo>
                  <a:pt x="0" y="369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692"/>
                </a:lnTo>
                <a:cubicBezTo>
                  <a:pt x="29687" y="3701"/>
                  <a:pt x="29686" y="3711"/>
                  <a:pt x="29684" y="3720"/>
                </a:cubicBezTo>
                <a:cubicBezTo>
                  <a:pt x="29683" y="3729"/>
                  <a:pt x="29680" y="3738"/>
                  <a:pt x="29676" y="3747"/>
                </a:cubicBezTo>
                <a:cubicBezTo>
                  <a:pt x="29672" y="3756"/>
                  <a:pt x="29668" y="3764"/>
                  <a:pt x="29663" y="3772"/>
                </a:cubicBezTo>
                <a:cubicBezTo>
                  <a:pt x="29657" y="3780"/>
                  <a:pt x="29651" y="3788"/>
                  <a:pt x="29645" y="3794"/>
                </a:cubicBezTo>
                <a:cubicBezTo>
                  <a:pt x="29638" y="3801"/>
                  <a:pt x="29630" y="3807"/>
                  <a:pt x="29623" y="3813"/>
                </a:cubicBezTo>
                <a:cubicBezTo>
                  <a:pt x="29615" y="3818"/>
                  <a:pt x="29606" y="3822"/>
                  <a:pt x="29597" y="3826"/>
                </a:cubicBezTo>
                <a:cubicBezTo>
                  <a:pt x="29589" y="3830"/>
                  <a:pt x="29579" y="3832"/>
                  <a:pt x="29570" y="3834"/>
                </a:cubicBezTo>
                <a:cubicBezTo>
                  <a:pt x="29561" y="3836"/>
                  <a:pt x="29551" y="3837"/>
                  <a:pt x="29542" y="3837"/>
                </a:cubicBezTo>
                <a:lnTo>
                  <a:pt x="145" y="3837"/>
                </a:lnTo>
                <a:cubicBezTo>
                  <a:pt x="136" y="3837"/>
                  <a:pt x="126" y="3836"/>
                  <a:pt x="117" y="3834"/>
                </a:cubicBezTo>
                <a:cubicBezTo>
                  <a:pt x="108" y="3832"/>
                  <a:pt x="99" y="3830"/>
                  <a:pt x="90" y="3826"/>
                </a:cubicBezTo>
                <a:cubicBezTo>
                  <a:pt x="81" y="3822"/>
                  <a:pt x="73" y="3818"/>
                  <a:pt x="65" y="3813"/>
                </a:cubicBezTo>
                <a:cubicBezTo>
                  <a:pt x="57" y="3807"/>
                  <a:pt x="49" y="3801"/>
                  <a:pt x="43" y="3794"/>
                </a:cubicBezTo>
                <a:cubicBezTo>
                  <a:pt x="36" y="3788"/>
                  <a:pt x="30" y="3780"/>
                  <a:pt x="24" y="3772"/>
                </a:cubicBezTo>
                <a:cubicBezTo>
                  <a:pt x="19" y="3764"/>
                  <a:pt x="15" y="3756"/>
                  <a:pt x="11" y="3747"/>
                </a:cubicBezTo>
                <a:cubicBezTo>
                  <a:pt x="7" y="3738"/>
                  <a:pt x="5" y="3729"/>
                  <a:pt x="3" y="3720"/>
                </a:cubicBezTo>
                <a:cubicBezTo>
                  <a:pt x="1" y="3711"/>
                  <a:pt x="0" y="3701"/>
                  <a:pt x="0" y="369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540155" name=""/>
          <p:cNvSpPr/>
          <p:nvPr/>
        </p:nvSpPr>
        <p:spPr bwMode="auto">
          <a:xfrm>
            <a:off x="757080" y="2662200"/>
            <a:ext cx="10687320" cy="1381320"/>
          </a:xfrm>
          <a:custGeom>
            <a:avLst/>
            <a:gdLst/>
            <a:ahLst/>
            <a:cxnLst/>
            <a:rect l="0" t="0" r="r" b="b"/>
            <a:pathLst>
              <a:path w="29687" h="3837" fill="norm" stroke="1" extrusionOk="0">
                <a:moveTo>
                  <a:pt x="0" y="369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692"/>
                </a:lnTo>
                <a:cubicBezTo>
                  <a:pt x="29687" y="3701"/>
                  <a:pt x="29686" y="3711"/>
                  <a:pt x="29684" y="3720"/>
                </a:cubicBezTo>
                <a:cubicBezTo>
                  <a:pt x="29683" y="3729"/>
                  <a:pt x="29680" y="3738"/>
                  <a:pt x="29676" y="3747"/>
                </a:cubicBezTo>
                <a:cubicBezTo>
                  <a:pt x="29672" y="3756"/>
                  <a:pt x="29668" y="3764"/>
                  <a:pt x="29663" y="3772"/>
                </a:cubicBezTo>
                <a:cubicBezTo>
                  <a:pt x="29657" y="3780"/>
                  <a:pt x="29651" y="3788"/>
                  <a:pt x="29645" y="3794"/>
                </a:cubicBezTo>
                <a:cubicBezTo>
                  <a:pt x="29638" y="3801"/>
                  <a:pt x="29630" y="3807"/>
                  <a:pt x="29623" y="3813"/>
                </a:cubicBezTo>
                <a:cubicBezTo>
                  <a:pt x="29615" y="3818"/>
                  <a:pt x="29606" y="3822"/>
                  <a:pt x="29597" y="3826"/>
                </a:cubicBezTo>
                <a:cubicBezTo>
                  <a:pt x="29589" y="3830"/>
                  <a:pt x="29579" y="3832"/>
                  <a:pt x="29570" y="3834"/>
                </a:cubicBezTo>
                <a:cubicBezTo>
                  <a:pt x="29561" y="3836"/>
                  <a:pt x="29551" y="3837"/>
                  <a:pt x="29542" y="3837"/>
                </a:cubicBezTo>
                <a:lnTo>
                  <a:pt x="145" y="3837"/>
                </a:lnTo>
                <a:cubicBezTo>
                  <a:pt x="136" y="3837"/>
                  <a:pt x="126" y="3836"/>
                  <a:pt x="117" y="3834"/>
                </a:cubicBezTo>
                <a:cubicBezTo>
                  <a:pt x="108" y="3832"/>
                  <a:pt x="99" y="3830"/>
                  <a:pt x="90" y="3826"/>
                </a:cubicBezTo>
                <a:cubicBezTo>
                  <a:pt x="81" y="3822"/>
                  <a:pt x="73" y="3818"/>
                  <a:pt x="65" y="3813"/>
                </a:cubicBezTo>
                <a:cubicBezTo>
                  <a:pt x="57" y="3807"/>
                  <a:pt x="49" y="3801"/>
                  <a:pt x="43" y="3794"/>
                </a:cubicBezTo>
                <a:cubicBezTo>
                  <a:pt x="36" y="3788"/>
                  <a:pt x="30" y="3780"/>
                  <a:pt x="24" y="3772"/>
                </a:cubicBezTo>
                <a:cubicBezTo>
                  <a:pt x="19" y="3764"/>
                  <a:pt x="15" y="3756"/>
                  <a:pt x="11" y="3747"/>
                </a:cubicBezTo>
                <a:cubicBezTo>
                  <a:pt x="7" y="3738"/>
                  <a:pt x="5" y="3729"/>
                  <a:pt x="3" y="3720"/>
                </a:cubicBezTo>
                <a:cubicBezTo>
                  <a:pt x="1" y="3711"/>
                  <a:pt x="0" y="3701"/>
                  <a:pt x="0" y="369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0633994" name=""/>
          <p:cNvSpPr/>
          <p:nvPr/>
        </p:nvSpPr>
        <p:spPr bwMode="auto">
          <a:xfrm>
            <a:off x="2866680" y="971280"/>
            <a:ext cx="1229400" cy="400320"/>
          </a:xfrm>
          <a:custGeom>
            <a:avLst/>
            <a:gdLst/>
            <a:ahLst/>
            <a:cxnLst/>
            <a:rect l="0" t="0" r="r" b="b"/>
            <a:pathLst>
              <a:path w="3415" h="1112" fill="norm" stroke="1" extrusionOk="0">
                <a:moveTo>
                  <a:pt x="0" y="954"/>
                </a:moveTo>
                <a:lnTo>
                  <a:pt x="0" y="160"/>
                </a:lnTo>
                <a:cubicBezTo>
                  <a:pt x="0" y="150"/>
                  <a:pt x="1" y="139"/>
                  <a:pt x="4" y="129"/>
                </a:cubicBezTo>
                <a:cubicBezTo>
                  <a:pt x="6" y="119"/>
                  <a:pt x="9" y="109"/>
                  <a:pt x="13" y="99"/>
                </a:cubicBezTo>
                <a:cubicBezTo>
                  <a:pt x="17" y="90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256" y="0"/>
                </a:lnTo>
                <a:cubicBezTo>
                  <a:pt x="3266" y="0"/>
                  <a:pt x="3277" y="1"/>
                  <a:pt x="3287" y="3"/>
                </a:cubicBezTo>
                <a:cubicBezTo>
                  <a:pt x="3297" y="5"/>
                  <a:pt x="3307" y="8"/>
                  <a:pt x="3317" y="12"/>
                </a:cubicBezTo>
                <a:cubicBezTo>
                  <a:pt x="3326" y="16"/>
                  <a:pt x="3335" y="21"/>
                  <a:pt x="3344" y="27"/>
                </a:cubicBezTo>
                <a:cubicBezTo>
                  <a:pt x="3353" y="33"/>
                  <a:pt x="3361" y="39"/>
                  <a:pt x="3368" y="47"/>
                </a:cubicBezTo>
                <a:cubicBezTo>
                  <a:pt x="3375" y="54"/>
                  <a:pt x="3382" y="62"/>
                  <a:pt x="3388" y="71"/>
                </a:cubicBezTo>
                <a:cubicBezTo>
                  <a:pt x="3394" y="79"/>
                  <a:pt x="3399" y="90"/>
                  <a:pt x="3402" y="99"/>
                </a:cubicBezTo>
                <a:cubicBezTo>
                  <a:pt x="3406" y="109"/>
                  <a:pt x="3409" y="119"/>
                  <a:pt x="3412" y="129"/>
                </a:cubicBezTo>
                <a:cubicBezTo>
                  <a:pt x="3414" y="139"/>
                  <a:pt x="3415" y="150"/>
                  <a:pt x="3415" y="160"/>
                </a:cubicBezTo>
                <a:lnTo>
                  <a:pt x="3415" y="954"/>
                </a:lnTo>
                <a:cubicBezTo>
                  <a:pt x="3415" y="964"/>
                  <a:pt x="3414" y="974"/>
                  <a:pt x="3412" y="985"/>
                </a:cubicBezTo>
                <a:cubicBezTo>
                  <a:pt x="3409" y="995"/>
                  <a:pt x="3406" y="1005"/>
                  <a:pt x="3402" y="1015"/>
                </a:cubicBezTo>
                <a:cubicBezTo>
                  <a:pt x="3399" y="1024"/>
                  <a:pt x="3394" y="1033"/>
                  <a:pt x="3388" y="1042"/>
                </a:cubicBezTo>
                <a:cubicBezTo>
                  <a:pt x="3382" y="1051"/>
                  <a:pt x="3375" y="1059"/>
                  <a:pt x="3368" y="1066"/>
                </a:cubicBezTo>
                <a:cubicBezTo>
                  <a:pt x="3361" y="1073"/>
                  <a:pt x="3353" y="1080"/>
                  <a:pt x="3344" y="1086"/>
                </a:cubicBezTo>
                <a:cubicBezTo>
                  <a:pt x="3335" y="1092"/>
                  <a:pt x="3326" y="1096"/>
                  <a:pt x="3317" y="1100"/>
                </a:cubicBezTo>
                <a:cubicBezTo>
                  <a:pt x="3307" y="1104"/>
                  <a:pt x="3297" y="1107"/>
                  <a:pt x="3287" y="1109"/>
                </a:cubicBezTo>
                <a:cubicBezTo>
                  <a:pt x="3277" y="1111"/>
                  <a:pt x="3266" y="1112"/>
                  <a:pt x="3256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2"/>
                  <a:pt x="71" y="1086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9"/>
                  <a:pt x="33" y="1051"/>
                  <a:pt x="27" y="1042"/>
                </a:cubicBezTo>
                <a:cubicBezTo>
                  <a:pt x="21" y="1033"/>
                  <a:pt x="17" y="1024"/>
                  <a:pt x="13" y="1015"/>
                </a:cubicBezTo>
                <a:cubicBezTo>
                  <a:pt x="9" y="1005"/>
                  <a:pt x="6" y="995"/>
                  <a:pt x="4" y="985"/>
                </a:cubicBezTo>
                <a:cubicBezTo>
                  <a:pt x="1" y="974"/>
                  <a:pt x="0" y="964"/>
                  <a:pt x="0" y="95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1282617" name=""/>
          <p:cNvSpPr txBox="1"/>
          <p:nvPr/>
        </p:nvSpPr>
        <p:spPr bwMode="auto">
          <a:xfrm>
            <a:off x="747720" y="88308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8388094" name=""/>
          <p:cNvSpPr txBox="1"/>
          <p:nvPr/>
        </p:nvSpPr>
        <p:spPr bwMode="auto">
          <a:xfrm>
            <a:off x="2942280" y="967680"/>
            <a:ext cx="1080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radio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700828" name=""/>
          <p:cNvSpPr txBox="1"/>
          <p:nvPr/>
        </p:nvSpPr>
        <p:spPr bwMode="auto">
          <a:xfrm>
            <a:off x="747720" y="1676520"/>
            <a:ext cx="5733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Lets users choose </a:t>
            </a:r>
            <a:r>
              <a:rPr lang="en-US" sz="2150" b="1" u="none" strike="noStrike">
                <a:solidFill>
                  <a:srgbClr val="1F2328"/>
                </a:solidFill>
                <a:latin typeface="NotoSans"/>
                <a:ea typeface="NotoSans"/>
              </a:rPr>
              <a:t>one option </a:t>
            </a: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from a group.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1608188" name=""/>
          <p:cNvSpPr/>
          <p:nvPr/>
        </p:nvSpPr>
        <p:spPr bwMode="auto">
          <a:xfrm>
            <a:off x="5572080" y="2143080"/>
            <a:ext cx="752760" cy="362160"/>
          </a:xfrm>
          <a:custGeom>
            <a:avLst/>
            <a:gdLst/>
            <a:ahLst/>
            <a:cxnLst/>
            <a:rect l="0" t="0" r="r" b="b"/>
            <a:pathLst>
              <a:path w="2091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3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932" y="0"/>
                </a:lnTo>
                <a:cubicBezTo>
                  <a:pt x="1943" y="0"/>
                  <a:pt x="1953" y="1"/>
                  <a:pt x="1963" y="3"/>
                </a:cubicBezTo>
                <a:cubicBezTo>
                  <a:pt x="1973" y="5"/>
                  <a:pt x="1983" y="8"/>
                  <a:pt x="1993" y="12"/>
                </a:cubicBezTo>
                <a:cubicBezTo>
                  <a:pt x="2002" y="16"/>
                  <a:pt x="2012" y="21"/>
                  <a:pt x="2020" y="26"/>
                </a:cubicBezTo>
                <a:cubicBezTo>
                  <a:pt x="2029" y="32"/>
                  <a:pt x="2037" y="39"/>
                  <a:pt x="2044" y="46"/>
                </a:cubicBezTo>
                <a:cubicBezTo>
                  <a:pt x="2052" y="53"/>
                  <a:pt x="2058" y="62"/>
                  <a:pt x="2064" y="70"/>
                </a:cubicBezTo>
                <a:cubicBezTo>
                  <a:pt x="2070" y="79"/>
                  <a:pt x="2075" y="88"/>
                  <a:pt x="2079" y="98"/>
                </a:cubicBezTo>
                <a:cubicBezTo>
                  <a:pt x="2083" y="107"/>
                  <a:pt x="2086" y="117"/>
                  <a:pt x="2088" y="127"/>
                </a:cubicBezTo>
                <a:cubicBezTo>
                  <a:pt x="2090" y="138"/>
                  <a:pt x="2091" y="148"/>
                  <a:pt x="2091" y="158"/>
                </a:cubicBezTo>
                <a:lnTo>
                  <a:pt x="2091" y="847"/>
                </a:lnTo>
                <a:cubicBezTo>
                  <a:pt x="2091" y="858"/>
                  <a:pt x="2090" y="868"/>
                  <a:pt x="2088" y="878"/>
                </a:cubicBezTo>
                <a:cubicBezTo>
                  <a:pt x="2086" y="888"/>
                  <a:pt x="2083" y="898"/>
                  <a:pt x="2079" y="908"/>
                </a:cubicBezTo>
                <a:cubicBezTo>
                  <a:pt x="2075" y="918"/>
                  <a:pt x="2070" y="927"/>
                  <a:pt x="2064" y="935"/>
                </a:cubicBezTo>
                <a:cubicBezTo>
                  <a:pt x="2058" y="944"/>
                  <a:pt x="2052" y="952"/>
                  <a:pt x="2044" y="960"/>
                </a:cubicBezTo>
                <a:cubicBezTo>
                  <a:pt x="2037" y="967"/>
                  <a:pt x="2029" y="973"/>
                  <a:pt x="2020" y="979"/>
                </a:cubicBezTo>
                <a:cubicBezTo>
                  <a:pt x="2012" y="985"/>
                  <a:pt x="2002" y="990"/>
                  <a:pt x="1993" y="994"/>
                </a:cubicBezTo>
                <a:cubicBezTo>
                  <a:pt x="1983" y="998"/>
                  <a:pt x="1973" y="1001"/>
                  <a:pt x="1963" y="1003"/>
                </a:cubicBezTo>
                <a:cubicBezTo>
                  <a:pt x="1953" y="1005"/>
                  <a:pt x="1943" y="1006"/>
                  <a:pt x="1932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2" y="973"/>
                  <a:pt x="53" y="967"/>
                  <a:pt x="46" y="960"/>
                </a:cubicBezTo>
                <a:cubicBezTo>
                  <a:pt x="39" y="952"/>
                  <a:pt x="32" y="944"/>
                  <a:pt x="26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5436278" name=""/>
          <p:cNvSpPr txBox="1"/>
          <p:nvPr/>
        </p:nvSpPr>
        <p:spPr bwMode="auto">
          <a:xfrm>
            <a:off x="747720" y="2095560"/>
            <a:ext cx="4832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Multiple radio inputs share the same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7508738" name=""/>
          <p:cNvSpPr txBox="1"/>
          <p:nvPr/>
        </p:nvSpPr>
        <p:spPr bwMode="auto">
          <a:xfrm>
            <a:off x="5669280" y="219456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name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142972" name=""/>
          <p:cNvSpPr txBox="1"/>
          <p:nvPr/>
        </p:nvSpPr>
        <p:spPr bwMode="auto">
          <a:xfrm>
            <a:off x="6326640" y="2095560"/>
            <a:ext cx="838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value.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241442" name=""/>
          <p:cNvSpPr txBox="1"/>
          <p:nvPr/>
        </p:nvSpPr>
        <p:spPr bwMode="auto">
          <a:xfrm>
            <a:off x="914400" y="2823840"/>
            <a:ext cx="829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558332" name=""/>
          <p:cNvSpPr txBox="1"/>
          <p:nvPr/>
        </p:nvSpPr>
        <p:spPr bwMode="auto">
          <a:xfrm>
            <a:off x="914400" y="3085200"/>
            <a:ext cx="98064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&gt;&lt;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"radio"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"gender"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"male"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 Male&lt;/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657722" name=""/>
          <p:cNvSpPr txBox="1"/>
          <p:nvPr/>
        </p:nvSpPr>
        <p:spPr bwMode="auto">
          <a:xfrm>
            <a:off x="914400" y="3356280"/>
            <a:ext cx="10358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&gt;&lt;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"radio"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"gender"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"female"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 Female&lt;/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0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39719271" name="" descr=""/>
          <p:cNvPicPr/>
          <p:nvPr/>
        </p:nvPicPr>
        <p:blipFill rotWithShape="1">
          <a:blip r:embed="rId3"/>
          <a:stretch/>
        </p:blipFill>
        <p:spPr bwMode="auto">
          <a:xfrm>
            <a:off x="752400" y="4200480"/>
            <a:ext cx="5371560" cy="16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856427" name=""/>
          <p:cNvSpPr txBox="1"/>
          <p:nvPr/>
        </p:nvSpPr>
        <p:spPr bwMode="auto">
          <a:xfrm>
            <a:off x="914400" y="3618000"/>
            <a:ext cx="9673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71830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30074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435273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735159" name=""/>
          <p:cNvSpPr/>
          <p:nvPr/>
        </p:nvSpPr>
        <p:spPr bwMode="auto">
          <a:xfrm>
            <a:off x="757080" y="2147760"/>
            <a:ext cx="10687320" cy="1562400"/>
          </a:xfrm>
          <a:custGeom>
            <a:avLst/>
            <a:gdLst/>
            <a:ahLst/>
            <a:cxnLst/>
            <a:rect l="0" t="0" r="r" b="b"/>
            <a:pathLst>
              <a:path w="29687" h="4340" fill="norm" stroke="1" extrusionOk="0">
                <a:moveTo>
                  <a:pt x="0" y="41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194"/>
                </a:lnTo>
                <a:cubicBezTo>
                  <a:pt x="29687" y="4204"/>
                  <a:pt x="29686" y="4214"/>
                  <a:pt x="29684" y="4223"/>
                </a:cubicBezTo>
                <a:cubicBezTo>
                  <a:pt x="29683" y="4232"/>
                  <a:pt x="29680" y="4241"/>
                  <a:pt x="29676" y="4250"/>
                </a:cubicBezTo>
                <a:cubicBezTo>
                  <a:pt x="29672" y="4259"/>
                  <a:pt x="29668" y="4267"/>
                  <a:pt x="29663" y="4275"/>
                </a:cubicBezTo>
                <a:cubicBezTo>
                  <a:pt x="29657" y="4283"/>
                  <a:pt x="29651" y="4291"/>
                  <a:pt x="29645" y="4297"/>
                </a:cubicBezTo>
                <a:cubicBezTo>
                  <a:pt x="29638" y="4304"/>
                  <a:pt x="29630" y="4310"/>
                  <a:pt x="29623" y="4315"/>
                </a:cubicBezTo>
                <a:cubicBezTo>
                  <a:pt x="29615" y="4321"/>
                  <a:pt x="29606" y="4325"/>
                  <a:pt x="29597" y="4329"/>
                </a:cubicBezTo>
                <a:cubicBezTo>
                  <a:pt x="29589" y="4333"/>
                  <a:pt x="29579" y="4335"/>
                  <a:pt x="29570" y="4337"/>
                </a:cubicBezTo>
                <a:cubicBezTo>
                  <a:pt x="29561" y="4339"/>
                  <a:pt x="29551" y="4340"/>
                  <a:pt x="29542" y="4340"/>
                </a:cubicBezTo>
                <a:lnTo>
                  <a:pt x="145" y="4340"/>
                </a:lnTo>
                <a:cubicBezTo>
                  <a:pt x="136" y="4340"/>
                  <a:pt x="126" y="4339"/>
                  <a:pt x="117" y="4337"/>
                </a:cubicBezTo>
                <a:cubicBezTo>
                  <a:pt x="108" y="4335"/>
                  <a:pt x="99" y="4333"/>
                  <a:pt x="90" y="4329"/>
                </a:cubicBezTo>
                <a:cubicBezTo>
                  <a:pt x="81" y="4325"/>
                  <a:pt x="73" y="4321"/>
                  <a:pt x="65" y="4315"/>
                </a:cubicBezTo>
                <a:cubicBezTo>
                  <a:pt x="57" y="4310"/>
                  <a:pt x="49" y="4304"/>
                  <a:pt x="43" y="4297"/>
                </a:cubicBezTo>
                <a:cubicBezTo>
                  <a:pt x="36" y="4291"/>
                  <a:pt x="30" y="4283"/>
                  <a:pt x="24" y="4275"/>
                </a:cubicBezTo>
                <a:cubicBezTo>
                  <a:pt x="19" y="4267"/>
                  <a:pt x="15" y="4259"/>
                  <a:pt x="11" y="4250"/>
                </a:cubicBezTo>
                <a:cubicBezTo>
                  <a:pt x="7" y="4241"/>
                  <a:pt x="5" y="4232"/>
                  <a:pt x="3" y="4223"/>
                </a:cubicBezTo>
                <a:cubicBezTo>
                  <a:pt x="1" y="4214"/>
                  <a:pt x="0" y="4204"/>
                  <a:pt x="0" y="41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632606" name=""/>
          <p:cNvSpPr/>
          <p:nvPr/>
        </p:nvSpPr>
        <p:spPr bwMode="auto">
          <a:xfrm>
            <a:off x="757080" y="2147760"/>
            <a:ext cx="10687320" cy="1562400"/>
          </a:xfrm>
          <a:custGeom>
            <a:avLst/>
            <a:gdLst/>
            <a:ahLst/>
            <a:cxnLst/>
            <a:rect l="0" t="0" r="r" b="b"/>
            <a:pathLst>
              <a:path w="29687" h="4340" fill="norm" stroke="1" extrusionOk="0">
                <a:moveTo>
                  <a:pt x="0" y="41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194"/>
                </a:lnTo>
                <a:cubicBezTo>
                  <a:pt x="29687" y="4204"/>
                  <a:pt x="29686" y="4214"/>
                  <a:pt x="29684" y="4223"/>
                </a:cubicBezTo>
                <a:cubicBezTo>
                  <a:pt x="29683" y="4232"/>
                  <a:pt x="29680" y="4241"/>
                  <a:pt x="29676" y="4250"/>
                </a:cubicBezTo>
                <a:cubicBezTo>
                  <a:pt x="29672" y="4259"/>
                  <a:pt x="29668" y="4267"/>
                  <a:pt x="29663" y="4275"/>
                </a:cubicBezTo>
                <a:cubicBezTo>
                  <a:pt x="29657" y="4283"/>
                  <a:pt x="29651" y="4291"/>
                  <a:pt x="29645" y="4297"/>
                </a:cubicBezTo>
                <a:cubicBezTo>
                  <a:pt x="29638" y="4304"/>
                  <a:pt x="29630" y="4310"/>
                  <a:pt x="29623" y="4315"/>
                </a:cubicBezTo>
                <a:cubicBezTo>
                  <a:pt x="29615" y="4321"/>
                  <a:pt x="29606" y="4325"/>
                  <a:pt x="29597" y="4329"/>
                </a:cubicBezTo>
                <a:cubicBezTo>
                  <a:pt x="29589" y="4333"/>
                  <a:pt x="29579" y="4335"/>
                  <a:pt x="29570" y="4337"/>
                </a:cubicBezTo>
                <a:cubicBezTo>
                  <a:pt x="29561" y="4339"/>
                  <a:pt x="29551" y="4340"/>
                  <a:pt x="29542" y="4340"/>
                </a:cubicBezTo>
                <a:lnTo>
                  <a:pt x="145" y="4340"/>
                </a:lnTo>
                <a:cubicBezTo>
                  <a:pt x="136" y="4340"/>
                  <a:pt x="126" y="4339"/>
                  <a:pt x="117" y="4337"/>
                </a:cubicBezTo>
                <a:cubicBezTo>
                  <a:pt x="108" y="4335"/>
                  <a:pt x="99" y="4333"/>
                  <a:pt x="90" y="4329"/>
                </a:cubicBezTo>
                <a:cubicBezTo>
                  <a:pt x="81" y="4325"/>
                  <a:pt x="73" y="4321"/>
                  <a:pt x="65" y="4315"/>
                </a:cubicBezTo>
                <a:cubicBezTo>
                  <a:pt x="57" y="4310"/>
                  <a:pt x="49" y="4304"/>
                  <a:pt x="43" y="4297"/>
                </a:cubicBezTo>
                <a:cubicBezTo>
                  <a:pt x="36" y="4291"/>
                  <a:pt x="30" y="4283"/>
                  <a:pt x="24" y="4275"/>
                </a:cubicBezTo>
                <a:cubicBezTo>
                  <a:pt x="19" y="4267"/>
                  <a:pt x="15" y="4259"/>
                  <a:pt x="11" y="4250"/>
                </a:cubicBezTo>
                <a:cubicBezTo>
                  <a:pt x="7" y="4241"/>
                  <a:pt x="5" y="4232"/>
                  <a:pt x="3" y="4223"/>
                </a:cubicBezTo>
                <a:cubicBezTo>
                  <a:pt x="1" y="4214"/>
                  <a:pt x="0" y="4204"/>
                  <a:pt x="0" y="41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6524075" name=""/>
          <p:cNvSpPr/>
          <p:nvPr/>
        </p:nvSpPr>
        <p:spPr bwMode="auto">
          <a:xfrm>
            <a:off x="2866680" y="885600"/>
            <a:ext cx="1867320" cy="400320"/>
          </a:xfrm>
          <a:custGeom>
            <a:avLst/>
            <a:gdLst/>
            <a:ahLst/>
            <a:cxnLst/>
            <a:rect l="0" t="0" r="r" b="b"/>
            <a:pathLst>
              <a:path w="5187" h="1112" fill="norm" stroke="1" extrusionOk="0">
                <a:moveTo>
                  <a:pt x="0" y="954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29" y="0"/>
                </a:lnTo>
                <a:cubicBezTo>
                  <a:pt x="5039" y="0"/>
                  <a:pt x="5049" y="1"/>
                  <a:pt x="5060" y="3"/>
                </a:cubicBezTo>
                <a:cubicBezTo>
                  <a:pt x="5070" y="5"/>
                  <a:pt x="5080" y="8"/>
                  <a:pt x="5089" y="12"/>
                </a:cubicBezTo>
                <a:cubicBezTo>
                  <a:pt x="5099" y="16"/>
                  <a:pt x="5108" y="21"/>
                  <a:pt x="5117" y="27"/>
                </a:cubicBezTo>
                <a:cubicBezTo>
                  <a:pt x="5125" y="33"/>
                  <a:pt x="5133" y="39"/>
                  <a:pt x="5141" y="47"/>
                </a:cubicBezTo>
                <a:cubicBezTo>
                  <a:pt x="5148" y="54"/>
                  <a:pt x="5155" y="62"/>
                  <a:pt x="5161" y="71"/>
                </a:cubicBezTo>
                <a:cubicBezTo>
                  <a:pt x="5166" y="79"/>
                  <a:pt x="5171" y="88"/>
                  <a:pt x="5175" y="98"/>
                </a:cubicBezTo>
                <a:cubicBezTo>
                  <a:pt x="5179" y="108"/>
                  <a:pt x="5182" y="118"/>
                  <a:pt x="5184" y="128"/>
                </a:cubicBezTo>
                <a:cubicBezTo>
                  <a:pt x="5186" y="138"/>
                  <a:pt x="5187" y="148"/>
                  <a:pt x="5187" y="159"/>
                </a:cubicBezTo>
                <a:lnTo>
                  <a:pt x="5187" y="954"/>
                </a:lnTo>
                <a:cubicBezTo>
                  <a:pt x="5187" y="964"/>
                  <a:pt x="5186" y="974"/>
                  <a:pt x="5184" y="985"/>
                </a:cubicBezTo>
                <a:cubicBezTo>
                  <a:pt x="5182" y="995"/>
                  <a:pt x="5179" y="1005"/>
                  <a:pt x="5175" y="1014"/>
                </a:cubicBezTo>
                <a:cubicBezTo>
                  <a:pt x="5171" y="1024"/>
                  <a:pt x="5166" y="1033"/>
                  <a:pt x="5161" y="1042"/>
                </a:cubicBezTo>
                <a:cubicBezTo>
                  <a:pt x="5155" y="1050"/>
                  <a:pt x="5148" y="1059"/>
                  <a:pt x="5141" y="1066"/>
                </a:cubicBezTo>
                <a:cubicBezTo>
                  <a:pt x="5133" y="1073"/>
                  <a:pt x="5125" y="1080"/>
                  <a:pt x="5117" y="1086"/>
                </a:cubicBezTo>
                <a:cubicBezTo>
                  <a:pt x="5108" y="1091"/>
                  <a:pt x="5099" y="1096"/>
                  <a:pt x="5089" y="1100"/>
                </a:cubicBezTo>
                <a:cubicBezTo>
                  <a:pt x="5080" y="1104"/>
                  <a:pt x="5070" y="1107"/>
                  <a:pt x="5060" y="1109"/>
                </a:cubicBezTo>
                <a:cubicBezTo>
                  <a:pt x="5049" y="1111"/>
                  <a:pt x="5039" y="1112"/>
                  <a:pt x="502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6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9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5"/>
                </a:cubicBezTo>
                <a:cubicBezTo>
                  <a:pt x="1" y="974"/>
                  <a:pt x="0" y="964"/>
                  <a:pt x="0" y="95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2109136" name=""/>
          <p:cNvSpPr txBox="1"/>
          <p:nvPr/>
        </p:nvSpPr>
        <p:spPr bwMode="auto">
          <a:xfrm>
            <a:off x="747720" y="79740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7668405" name=""/>
          <p:cNvSpPr txBox="1"/>
          <p:nvPr/>
        </p:nvSpPr>
        <p:spPr bwMode="auto">
          <a:xfrm>
            <a:off x="2942280" y="882000"/>
            <a:ext cx="1727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checkbox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91164" name=""/>
          <p:cNvSpPr txBox="1"/>
          <p:nvPr/>
        </p:nvSpPr>
        <p:spPr bwMode="auto">
          <a:xfrm>
            <a:off x="747720" y="1600200"/>
            <a:ext cx="7119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Allows users to select </a:t>
            </a:r>
            <a:r>
              <a:rPr lang="en-US" sz="2150" b="1" u="none" strike="noStrike">
                <a:solidFill>
                  <a:srgbClr val="1F2328"/>
                </a:solidFill>
                <a:latin typeface="NotoSans"/>
                <a:ea typeface="NotoSans"/>
              </a:rPr>
              <a:t>multiple options </a:t>
            </a: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independently.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546726" name=""/>
          <p:cNvSpPr txBox="1"/>
          <p:nvPr/>
        </p:nvSpPr>
        <p:spPr bwMode="auto">
          <a:xfrm>
            <a:off x="914400" y="2309040"/>
            <a:ext cx="7801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7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849561" name=""/>
          <p:cNvSpPr txBox="1"/>
          <p:nvPr/>
        </p:nvSpPr>
        <p:spPr bwMode="auto">
          <a:xfrm>
            <a:off x="914400" y="2554560"/>
            <a:ext cx="103906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"checkbox"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"interest"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"coding"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 Coding&lt;/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7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6986627" name=""/>
          <p:cNvSpPr txBox="1"/>
          <p:nvPr/>
        </p:nvSpPr>
        <p:spPr bwMode="auto">
          <a:xfrm>
            <a:off x="914400" y="2808360"/>
            <a:ext cx="10130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"checkbox"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"interest"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"music"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 Music&lt;/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7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6091727" name=""/>
          <p:cNvSpPr txBox="1"/>
          <p:nvPr/>
        </p:nvSpPr>
        <p:spPr bwMode="auto">
          <a:xfrm>
            <a:off x="914400" y="3053880"/>
            <a:ext cx="103906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"checkbox"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"interest"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"sports"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 Sports&lt;/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7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060562" name=""/>
          <p:cNvSpPr txBox="1"/>
          <p:nvPr/>
        </p:nvSpPr>
        <p:spPr bwMode="auto">
          <a:xfrm>
            <a:off x="914400" y="3299040"/>
            <a:ext cx="9097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70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626947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47747" y="3761772"/>
            <a:ext cx="4476749" cy="2914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150124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983824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3528964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3862536" name=""/>
          <p:cNvSpPr/>
          <p:nvPr/>
        </p:nvSpPr>
        <p:spPr bwMode="auto">
          <a:xfrm>
            <a:off x="757080" y="300492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6"/>
                </a:lnTo>
                <a:cubicBezTo>
                  <a:pt x="29687" y="2245"/>
                  <a:pt x="29686" y="2255"/>
                  <a:pt x="29684" y="2264"/>
                </a:cubicBezTo>
                <a:cubicBezTo>
                  <a:pt x="29683" y="2274"/>
                  <a:pt x="29680" y="2283"/>
                  <a:pt x="29676" y="2292"/>
                </a:cubicBezTo>
                <a:cubicBezTo>
                  <a:pt x="29672" y="2300"/>
                  <a:pt x="29668" y="2309"/>
                  <a:pt x="29663" y="2317"/>
                </a:cubicBezTo>
                <a:cubicBezTo>
                  <a:pt x="29657" y="2325"/>
                  <a:pt x="29651" y="2332"/>
                  <a:pt x="29645" y="2339"/>
                </a:cubicBezTo>
                <a:cubicBezTo>
                  <a:pt x="29638" y="2345"/>
                  <a:pt x="29630" y="2352"/>
                  <a:pt x="29623" y="2357"/>
                </a:cubicBezTo>
                <a:cubicBezTo>
                  <a:pt x="29615" y="2362"/>
                  <a:pt x="29606" y="2367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1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1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7"/>
                  <a:pt x="73" y="2362"/>
                  <a:pt x="65" y="2357"/>
                </a:cubicBezTo>
                <a:cubicBezTo>
                  <a:pt x="57" y="2352"/>
                  <a:pt x="49" y="2345"/>
                  <a:pt x="43" y="2339"/>
                </a:cubicBezTo>
                <a:cubicBezTo>
                  <a:pt x="36" y="2332"/>
                  <a:pt x="30" y="2325"/>
                  <a:pt x="24" y="2317"/>
                </a:cubicBezTo>
                <a:cubicBezTo>
                  <a:pt x="19" y="2309"/>
                  <a:pt x="15" y="2300"/>
                  <a:pt x="11" y="2292"/>
                </a:cubicBezTo>
                <a:cubicBezTo>
                  <a:pt x="7" y="2283"/>
                  <a:pt x="5" y="2274"/>
                  <a:pt x="3" y="2264"/>
                </a:cubicBezTo>
                <a:cubicBezTo>
                  <a:pt x="1" y="2255"/>
                  <a:pt x="0" y="2245"/>
                  <a:pt x="0" y="223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822691" name=""/>
          <p:cNvSpPr/>
          <p:nvPr/>
        </p:nvSpPr>
        <p:spPr bwMode="auto">
          <a:xfrm>
            <a:off x="757080" y="300492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6"/>
                </a:lnTo>
                <a:cubicBezTo>
                  <a:pt x="29687" y="2245"/>
                  <a:pt x="29686" y="2255"/>
                  <a:pt x="29684" y="2264"/>
                </a:cubicBezTo>
                <a:cubicBezTo>
                  <a:pt x="29683" y="2274"/>
                  <a:pt x="29680" y="2283"/>
                  <a:pt x="29676" y="2292"/>
                </a:cubicBezTo>
                <a:cubicBezTo>
                  <a:pt x="29672" y="2300"/>
                  <a:pt x="29668" y="2309"/>
                  <a:pt x="29663" y="2317"/>
                </a:cubicBezTo>
                <a:cubicBezTo>
                  <a:pt x="29657" y="2325"/>
                  <a:pt x="29651" y="2332"/>
                  <a:pt x="29645" y="2339"/>
                </a:cubicBezTo>
                <a:cubicBezTo>
                  <a:pt x="29638" y="2345"/>
                  <a:pt x="29630" y="2352"/>
                  <a:pt x="29623" y="2357"/>
                </a:cubicBezTo>
                <a:cubicBezTo>
                  <a:pt x="29615" y="2362"/>
                  <a:pt x="29606" y="2367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1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1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7"/>
                  <a:pt x="73" y="2362"/>
                  <a:pt x="65" y="2357"/>
                </a:cubicBezTo>
                <a:cubicBezTo>
                  <a:pt x="57" y="2352"/>
                  <a:pt x="49" y="2345"/>
                  <a:pt x="43" y="2339"/>
                </a:cubicBezTo>
                <a:cubicBezTo>
                  <a:pt x="36" y="2332"/>
                  <a:pt x="30" y="2325"/>
                  <a:pt x="24" y="2317"/>
                </a:cubicBezTo>
                <a:cubicBezTo>
                  <a:pt x="19" y="2309"/>
                  <a:pt x="15" y="2300"/>
                  <a:pt x="11" y="2292"/>
                </a:cubicBezTo>
                <a:cubicBezTo>
                  <a:pt x="7" y="2283"/>
                  <a:pt x="5" y="2274"/>
                  <a:pt x="3" y="2264"/>
                </a:cubicBezTo>
                <a:cubicBezTo>
                  <a:pt x="1" y="2255"/>
                  <a:pt x="0" y="2245"/>
                  <a:pt x="0" y="223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6155501" name=""/>
          <p:cNvSpPr/>
          <p:nvPr/>
        </p:nvSpPr>
        <p:spPr bwMode="auto">
          <a:xfrm>
            <a:off x="2866680" y="1304640"/>
            <a:ext cx="1657800" cy="400680"/>
          </a:xfrm>
          <a:custGeom>
            <a:avLst/>
            <a:gdLst/>
            <a:ahLst/>
            <a:cxnLst/>
            <a:rect l="0" t="0" r="r" b="b"/>
            <a:pathLst>
              <a:path w="4605" h="1113" fill="norm" stroke="1" extrusionOk="0">
                <a:moveTo>
                  <a:pt x="0" y="954"/>
                </a:moveTo>
                <a:lnTo>
                  <a:pt x="0" y="159"/>
                </a:lnTo>
                <a:cubicBezTo>
                  <a:pt x="0" y="149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446" y="0"/>
                </a:lnTo>
                <a:cubicBezTo>
                  <a:pt x="4457" y="0"/>
                  <a:pt x="4467" y="1"/>
                  <a:pt x="4477" y="3"/>
                </a:cubicBezTo>
                <a:cubicBezTo>
                  <a:pt x="4488" y="5"/>
                  <a:pt x="4498" y="8"/>
                  <a:pt x="4507" y="12"/>
                </a:cubicBezTo>
                <a:cubicBezTo>
                  <a:pt x="4517" y="16"/>
                  <a:pt x="4526" y="21"/>
                  <a:pt x="4535" y="27"/>
                </a:cubicBezTo>
                <a:cubicBezTo>
                  <a:pt x="4543" y="33"/>
                  <a:pt x="4551" y="39"/>
                  <a:pt x="4559" y="47"/>
                </a:cubicBezTo>
                <a:cubicBezTo>
                  <a:pt x="4566" y="54"/>
                  <a:pt x="4573" y="62"/>
                  <a:pt x="4578" y="71"/>
                </a:cubicBezTo>
                <a:cubicBezTo>
                  <a:pt x="4584" y="80"/>
                  <a:pt x="4589" y="89"/>
                  <a:pt x="4593" y="98"/>
                </a:cubicBezTo>
                <a:cubicBezTo>
                  <a:pt x="4597" y="108"/>
                  <a:pt x="4600" y="118"/>
                  <a:pt x="4602" y="128"/>
                </a:cubicBezTo>
                <a:cubicBezTo>
                  <a:pt x="4604" y="138"/>
                  <a:pt x="4605" y="149"/>
                  <a:pt x="4605" y="159"/>
                </a:cubicBezTo>
                <a:lnTo>
                  <a:pt x="4605" y="954"/>
                </a:lnTo>
                <a:cubicBezTo>
                  <a:pt x="4605" y="964"/>
                  <a:pt x="4604" y="975"/>
                  <a:pt x="4602" y="985"/>
                </a:cubicBezTo>
                <a:cubicBezTo>
                  <a:pt x="4600" y="995"/>
                  <a:pt x="4597" y="1005"/>
                  <a:pt x="4593" y="1015"/>
                </a:cubicBezTo>
                <a:cubicBezTo>
                  <a:pt x="4589" y="1024"/>
                  <a:pt x="4584" y="1033"/>
                  <a:pt x="4578" y="1042"/>
                </a:cubicBezTo>
                <a:cubicBezTo>
                  <a:pt x="4573" y="1051"/>
                  <a:pt x="4566" y="1059"/>
                  <a:pt x="4559" y="1066"/>
                </a:cubicBezTo>
                <a:cubicBezTo>
                  <a:pt x="4551" y="1073"/>
                  <a:pt x="4543" y="1080"/>
                  <a:pt x="4535" y="1086"/>
                </a:cubicBezTo>
                <a:cubicBezTo>
                  <a:pt x="4526" y="1092"/>
                  <a:pt x="4517" y="1096"/>
                  <a:pt x="4507" y="1100"/>
                </a:cubicBezTo>
                <a:cubicBezTo>
                  <a:pt x="4498" y="1104"/>
                  <a:pt x="4488" y="1107"/>
                  <a:pt x="4477" y="1109"/>
                </a:cubicBezTo>
                <a:cubicBezTo>
                  <a:pt x="4467" y="1112"/>
                  <a:pt x="4457" y="1113"/>
                  <a:pt x="4446" y="1113"/>
                </a:cubicBezTo>
                <a:lnTo>
                  <a:pt x="159" y="1113"/>
                </a:lnTo>
                <a:cubicBezTo>
                  <a:pt x="149" y="1113"/>
                  <a:pt x="138" y="1112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2"/>
                  <a:pt x="71" y="1086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9"/>
                  <a:pt x="33" y="1051"/>
                  <a:pt x="27" y="1042"/>
                </a:cubicBezTo>
                <a:cubicBezTo>
                  <a:pt x="21" y="1033"/>
                  <a:pt x="17" y="1024"/>
                  <a:pt x="13" y="1015"/>
                </a:cubicBezTo>
                <a:cubicBezTo>
                  <a:pt x="9" y="1005"/>
                  <a:pt x="6" y="995"/>
                  <a:pt x="4" y="985"/>
                </a:cubicBezTo>
                <a:cubicBezTo>
                  <a:pt x="1" y="975"/>
                  <a:pt x="0" y="964"/>
                  <a:pt x="0" y="95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7479936" name=""/>
          <p:cNvSpPr txBox="1"/>
          <p:nvPr/>
        </p:nvSpPr>
        <p:spPr bwMode="auto">
          <a:xfrm>
            <a:off x="747720" y="1216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861296" name=""/>
          <p:cNvSpPr txBox="1"/>
          <p:nvPr/>
        </p:nvSpPr>
        <p:spPr bwMode="auto">
          <a:xfrm>
            <a:off x="2942280" y="1301040"/>
            <a:ext cx="151164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checked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085144" name=""/>
          <p:cNvSpPr/>
          <p:nvPr/>
        </p:nvSpPr>
        <p:spPr bwMode="auto">
          <a:xfrm>
            <a:off x="1295280" y="2057040"/>
            <a:ext cx="1181520" cy="362520"/>
          </a:xfrm>
          <a:custGeom>
            <a:avLst/>
            <a:gdLst/>
            <a:ahLst/>
            <a:cxnLst/>
            <a:rect l="0" t="0" r="r" b="b"/>
            <a:pathLst>
              <a:path w="3282" h="1007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3123" y="0"/>
                </a:lnTo>
                <a:cubicBezTo>
                  <a:pt x="3133" y="0"/>
                  <a:pt x="3144" y="2"/>
                  <a:pt x="3154" y="4"/>
                </a:cubicBezTo>
                <a:cubicBezTo>
                  <a:pt x="3164" y="6"/>
                  <a:pt x="3174" y="9"/>
                  <a:pt x="3184" y="13"/>
                </a:cubicBezTo>
                <a:cubicBezTo>
                  <a:pt x="3193" y="17"/>
                  <a:pt x="3202" y="21"/>
                  <a:pt x="3211" y="27"/>
                </a:cubicBezTo>
                <a:cubicBezTo>
                  <a:pt x="3220" y="33"/>
                  <a:pt x="3228" y="40"/>
                  <a:pt x="3235" y="47"/>
                </a:cubicBezTo>
                <a:cubicBezTo>
                  <a:pt x="3243" y="54"/>
                  <a:pt x="3249" y="62"/>
                  <a:pt x="3255" y="71"/>
                </a:cubicBezTo>
                <a:cubicBezTo>
                  <a:pt x="3261" y="80"/>
                  <a:pt x="3266" y="89"/>
                  <a:pt x="3270" y="98"/>
                </a:cubicBezTo>
                <a:cubicBezTo>
                  <a:pt x="3274" y="108"/>
                  <a:pt x="3277" y="118"/>
                  <a:pt x="3279" y="128"/>
                </a:cubicBezTo>
                <a:cubicBezTo>
                  <a:pt x="3281" y="139"/>
                  <a:pt x="3282" y="149"/>
                  <a:pt x="3282" y="159"/>
                </a:cubicBezTo>
                <a:lnTo>
                  <a:pt x="3282" y="848"/>
                </a:lnTo>
                <a:cubicBezTo>
                  <a:pt x="3282" y="859"/>
                  <a:pt x="3281" y="869"/>
                  <a:pt x="3279" y="879"/>
                </a:cubicBezTo>
                <a:cubicBezTo>
                  <a:pt x="3277" y="889"/>
                  <a:pt x="3274" y="899"/>
                  <a:pt x="3270" y="909"/>
                </a:cubicBezTo>
                <a:cubicBezTo>
                  <a:pt x="3266" y="919"/>
                  <a:pt x="3261" y="928"/>
                  <a:pt x="3255" y="936"/>
                </a:cubicBezTo>
                <a:cubicBezTo>
                  <a:pt x="3249" y="945"/>
                  <a:pt x="3243" y="953"/>
                  <a:pt x="3235" y="960"/>
                </a:cubicBezTo>
                <a:cubicBezTo>
                  <a:pt x="3228" y="968"/>
                  <a:pt x="3220" y="974"/>
                  <a:pt x="3211" y="980"/>
                </a:cubicBezTo>
                <a:cubicBezTo>
                  <a:pt x="3202" y="986"/>
                  <a:pt x="3193" y="991"/>
                  <a:pt x="3184" y="995"/>
                </a:cubicBezTo>
                <a:cubicBezTo>
                  <a:pt x="3174" y="999"/>
                  <a:pt x="3164" y="1002"/>
                  <a:pt x="3154" y="1004"/>
                </a:cubicBezTo>
                <a:cubicBezTo>
                  <a:pt x="3144" y="1006"/>
                  <a:pt x="3133" y="1007"/>
                  <a:pt x="3123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8"/>
                  <a:pt x="16" y="919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4246482" name=""/>
          <p:cNvSpPr txBox="1"/>
          <p:nvPr/>
        </p:nvSpPr>
        <p:spPr bwMode="auto">
          <a:xfrm>
            <a:off x="747720" y="2009880"/>
            <a:ext cx="551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919042" name=""/>
          <p:cNvSpPr txBox="1"/>
          <p:nvPr/>
        </p:nvSpPr>
        <p:spPr bwMode="auto">
          <a:xfrm>
            <a:off x="1393560" y="210888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checked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268117" name=""/>
          <p:cNvSpPr/>
          <p:nvPr/>
        </p:nvSpPr>
        <p:spPr bwMode="auto">
          <a:xfrm>
            <a:off x="752400" y="2485800"/>
            <a:ext cx="885960" cy="362520"/>
          </a:xfrm>
          <a:custGeom>
            <a:avLst/>
            <a:gdLst/>
            <a:ahLst/>
            <a:cxnLst/>
            <a:rect l="0" t="0" r="r" b="b"/>
            <a:pathLst>
              <a:path w="2461" h="1007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303" y="0"/>
                </a:lnTo>
                <a:cubicBezTo>
                  <a:pt x="2313" y="0"/>
                  <a:pt x="2323" y="1"/>
                  <a:pt x="2334" y="3"/>
                </a:cubicBezTo>
                <a:cubicBezTo>
                  <a:pt x="2344" y="5"/>
                  <a:pt x="2354" y="8"/>
                  <a:pt x="2363" y="12"/>
                </a:cubicBezTo>
                <a:cubicBezTo>
                  <a:pt x="2373" y="16"/>
                  <a:pt x="2382" y="21"/>
                  <a:pt x="2391" y="27"/>
                </a:cubicBezTo>
                <a:cubicBezTo>
                  <a:pt x="2399" y="33"/>
                  <a:pt x="2407" y="39"/>
                  <a:pt x="2415" y="47"/>
                </a:cubicBezTo>
                <a:cubicBezTo>
                  <a:pt x="2422" y="54"/>
                  <a:pt x="2429" y="62"/>
                  <a:pt x="2435" y="71"/>
                </a:cubicBezTo>
                <a:cubicBezTo>
                  <a:pt x="2440" y="79"/>
                  <a:pt x="2445" y="88"/>
                  <a:pt x="2449" y="98"/>
                </a:cubicBezTo>
                <a:cubicBezTo>
                  <a:pt x="2453" y="108"/>
                  <a:pt x="2456" y="118"/>
                  <a:pt x="2458" y="128"/>
                </a:cubicBezTo>
                <a:cubicBezTo>
                  <a:pt x="2460" y="138"/>
                  <a:pt x="2461" y="148"/>
                  <a:pt x="2461" y="159"/>
                </a:cubicBezTo>
                <a:lnTo>
                  <a:pt x="2461" y="848"/>
                </a:lnTo>
                <a:cubicBezTo>
                  <a:pt x="2461" y="858"/>
                  <a:pt x="2460" y="869"/>
                  <a:pt x="2458" y="879"/>
                </a:cubicBezTo>
                <a:cubicBezTo>
                  <a:pt x="2456" y="889"/>
                  <a:pt x="2453" y="899"/>
                  <a:pt x="2449" y="909"/>
                </a:cubicBezTo>
                <a:cubicBezTo>
                  <a:pt x="2445" y="918"/>
                  <a:pt x="2440" y="927"/>
                  <a:pt x="2435" y="936"/>
                </a:cubicBezTo>
                <a:cubicBezTo>
                  <a:pt x="2429" y="945"/>
                  <a:pt x="2422" y="953"/>
                  <a:pt x="2415" y="960"/>
                </a:cubicBezTo>
                <a:cubicBezTo>
                  <a:pt x="2407" y="967"/>
                  <a:pt x="2399" y="974"/>
                  <a:pt x="2391" y="980"/>
                </a:cubicBezTo>
                <a:cubicBezTo>
                  <a:pt x="2382" y="986"/>
                  <a:pt x="2373" y="990"/>
                  <a:pt x="2363" y="994"/>
                </a:cubicBezTo>
                <a:cubicBezTo>
                  <a:pt x="2354" y="998"/>
                  <a:pt x="2344" y="1001"/>
                  <a:pt x="2334" y="1003"/>
                </a:cubicBezTo>
                <a:cubicBezTo>
                  <a:pt x="2323" y="1006"/>
                  <a:pt x="2313" y="1007"/>
                  <a:pt x="2303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6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6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2005121" name=""/>
          <p:cNvSpPr txBox="1"/>
          <p:nvPr/>
        </p:nvSpPr>
        <p:spPr bwMode="auto">
          <a:xfrm>
            <a:off x="2473560" y="2009880"/>
            <a:ext cx="5587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attribute sets the default selected state for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141392" name=""/>
          <p:cNvSpPr txBox="1"/>
          <p:nvPr/>
        </p:nvSpPr>
        <p:spPr bwMode="auto">
          <a:xfrm>
            <a:off x="841680" y="2537280"/>
            <a:ext cx="704879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radio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1798654" name=""/>
          <p:cNvSpPr/>
          <p:nvPr/>
        </p:nvSpPr>
        <p:spPr bwMode="auto">
          <a:xfrm>
            <a:off x="2066759" y="2485800"/>
            <a:ext cx="1314720" cy="362520"/>
          </a:xfrm>
          <a:custGeom>
            <a:avLst/>
            <a:gdLst/>
            <a:ahLst/>
            <a:cxnLst/>
            <a:rect l="0" t="0" r="r" b="b"/>
            <a:pathLst>
              <a:path w="3652" h="1007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493" y="0"/>
                </a:lnTo>
                <a:cubicBezTo>
                  <a:pt x="3504" y="0"/>
                  <a:pt x="3514" y="1"/>
                  <a:pt x="3524" y="3"/>
                </a:cubicBezTo>
                <a:cubicBezTo>
                  <a:pt x="3535" y="5"/>
                  <a:pt x="3545" y="8"/>
                  <a:pt x="3554" y="12"/>
                </a:cubicBezTo>
                <a:cubicBezTo>
                  <a:pt x="3564" y="16"/>
                  <a:pt x="3573" y="21"/>
                  <a:pt x="3582" y="27"/>
                </a:cubicBezTo>
                <a:cubicBezTo>
                  <a:pt x="3590" y="33"/>
                  <a:pt x="3598" y="39"/>
                  <a:pt x="3606" y="47"/>
                </a:cubicBezTo>
                <a:cubicBezTo>
                  <a:pt x="3613" y="54"/>
                  <a:pt x="3620" y="62"/>
                  <a:pt x="3625" y="71"/>
                </a:cubicBezTo>
                <a:cubicBezTo>
                  <a:pt x="3631" y="79"/>
                  <a:pt x="3636" y="88"/>
                  <a:pt x="3640" y="98"/>
                </a:cubicBezTo>
                <a:cubicBezTo>
                  <a:pt x="3644" y="108"/>
                  <a:pt x="3647" y="118"/>
                  <a:pt x="3649" y="128"/>
                </a:cubicBezTo>
                <a:cubicBezTo>
                  <a:pt x="3651" y="138"/>
                  <a:pt x="3652" y="148"/>
                  <a:pt x="3652" y="159"/>
                </a:cubicBezTo>
                <a:lnTo>
                  <a:pt x="3652" y="848"/>
                </a:lnTo>
                <a:cubicBezTo>
                  <a:pt x="3652" y="858"/>
                  <a:pt x="3651" y="869"/>
                  <a:pt x="3649" y="879"/>
                </a:cubicBezTo>
                <a:cubicBezTo>
                  <a:pt x="3647" y="889"/>
                  <a:pt x="3644" y="899"/>
                  <a:pt x="3640" y="909"/>
                </a:cubicBezTo>
                <a:cubicBezTo>
                  <a:pt x="3636" y="918"/>
                  <a:pt x="3631" y="927"/>
                  <a:pt x="3625" y="936"/>
                </a:cubicBezTo>
                <a:cubicBezTo>
                  <a:pt x="3620" y="945"/>
                  <a:pt x="3613" y="953"/>
                  <a:pt x="3606" y="960"/>
                </a:cubicBezTo>
                <a:cubicBezTo>
                  <a:pt x="3598" y="967"/>
                  <a:pt x="3590" y="974"/>
                  <a:pt x="3582" y="980"/>
                </a:cubicBezTo>
                <a:cubicBezTo>
                  <a:pt x="3573" y="986"/>
                  <a:pt x="3564" y="990"/>
                  <a:pt x="3554" y="994"/>
                </a:cubicBezTo>
                <a:cubicBezTo>
                  <a:pt x="3545" y="998"/>
                  <a:pt x="3535" y="1001"/>
                  <a:pt x="3524" y="1003"/>
                </a:cubicBezTo>
                <a:cubicBezTo>
                  <a:pt x="3514" y="1006"/>
                  <a:pt x="3504" y="1007"/>
                  <a:pt x="3493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6"/>
                  <a:pt x="71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9935257" name=""/>
          <p:cNvSpPr txBox="1"/>
          <p:nvPr/>
        </p:nvSpPr>
        <p:spPr bwMode="auto">
          <a:xfrm>
            <a:off x="1639800" y="2438280"/>
            <a:ext cx="424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or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7757149" name=""/>
          <p:cNvSpPr txBox="1"/>
          <p:nvPr/>
        </p:nvSpPr>
        <p:spPr bwMode="auto">
          <a:xfrm>
            <a:off x="2158560" y="2537280"/>
            <a:ext cx="1127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checkbox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948734" name=""/>
          <p:cNvSpPr txBox="1"/>
          <p:nvPr/>
        </p:nvSpPr>
        <p:spPr bwMode="auto">
          <a:xfrm>
            <a:off x="3379320" y="2438280"/>
            <a:ext cx="959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inputs.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7255245" name=""/>
          <p:cNvSpPr txBox="1"/>
          <p:nvPr/>
        </p:nvSpPr>
        <p:spPr bwMode="auto">
          <a:xfrm>
            <a:off x="914400" y="3166920"/>
            <a:ext cx="8591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"radio"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"color"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"blue"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checked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 Blue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06362749" name="" descr=""/>
          <p:cNvPicPr/>
          <p:nvPr/>
        </p:nvPicPr>
        <p:blipFill rotWithShape="1">
          <a:blip r:embed="rId3"/>
          <a:stretch/>
        </p:blipFill>
        <p:spPr bwMode="auto">
          <a:xfrm>
            <a:off x="752400" y="4019400"/>
            <a:ext cx="4390560" cy="150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215722" name=""/>
          <p:cNvSpPr txBox="1"/>
          <p:nvPr/>
        </p:nvSpPr>
        <p:spPr bwMode="auto">
          <a:xfrm>
            <a:off x="914400" y="3433320"/>
            <a:ext cx="7183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"radio"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"color"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"red"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 Red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64160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49114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4519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631257" name=""/>
          <p:cNvSpPr/>
          <p:nvPr/>
        </p:nvSpPr>
        <p:spPr bwMode="auto">
          <a:xfrm>
            <a:off x="757080" y="2071440"/>
            <a:ext cx="10687320" cy="1400759"/>
          </a:xfrm>
          <a:custGeom>
            <a:avLst/>
            <a:gdLst/>
            <a:ahLst/>
            <a:cxnLst/>
            <a:rect l="0" t="0" r="r" b="b"/>
            <a:pathLst>
              <a:path w="29687" h="3891" fill="norm" stroke="1" extrusionOk="0">
                <a:moveTo>
                  <a:pt x="0" y="3745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8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6547722" name=""/>
          <p:cNvSpPr/>
          <p:nvPr/>
        </p:nvSpPr>
        <p:spPr bwMode="auto">
          <a:xfrm>
            <a:off x="757080" y="2071440"/>
            <a:ext cx="10687320" cy="1400759"/>
          </a:xfrm>
          <a:custGeom>
            <a:avLst/>
            <a:gdLst/>
            <a:ahLst/>
            <a:cxnLst/>
            <a:rect l="0" t="0" r="r" b="b"/>
            <a:pathLst>
              <a:path w="29687" h="3891" fill="norm" stroke="1" extrusionOk="0">
                <a:moveTo>
                  <a:pt x="0" y="3745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8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4582656" name=""/>
          <p:cNvSpPr/>
          <p:nvPr/>
        </p:nvSpPr>
        <p:spPr bwMode="auto">
          <a:xfrm>
            <a:off x="2866680" y="819000"/>
            <a:ext cx="1438920" cy="400320"/>
          </a:xfrm>
          <a:custGeom>
            <a:avLst/>
            <a:gdLst/>
            <a:ahLst/>
            <a:cxnLst/>
            <a:rect l="0" t="0" r="r" b="b"/>
            <a:pathLst>
              <a:path w="399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838" y="0"/>
                </a:lnTo>
                <a:cubicBezTo>
                  <a:pt x="3848" y="0"/>
                  <a:pt x="3859" y="1"/>
                  <a:pt x="3869" y="3"/>
                </a:cubicBezTo>
                <a:cubicBezTo>
                  <a:pt x="3879" y="5"/>
                  <a:pt x="3889" y="8"/>
                  <a:pt x="3899" y="12"/>
                </a:cubicBezTo>
                <a:cubicBezTo>
                  <a:pt x="3908" y="16"/>
                  <a:pt x="3917" y="21"/>
                  <a:pt x="3926" y="27"/>
                </a:cubicBezTo>
                <a:cubicBezTo>
                  <a:pt x="3935" y="32"/>
                  <a:pt x="3943" y="39"/>
                  <a:pt x="3950" y="46"/>
                </a:cubicBezTo>
                <a:cubicBezTo>
                  <a:pt x="3958" y="54"/>
                  <a:pt x="3964" y="62"/>
                  <a:pt x="3970" y="70"/>
                </a:cubicBezTo>
                <a:cubicBezTo>
                  <a:pt x="3976" y="79"/>
                  <a:pt x="3981" y="88"/>
                  <a:pt x="3985" y="98"/>
                </a:cubicBezTo>
                <a:cubicBezTo>
                  <a:pt x="3989" y="108"/>
                  <a:pt x="3992" y="117"/>
                  <a:pt x="3994" y="128"/>
                </a:cubicBezTo>
                <a:cubicBezTo>
                  <a:pt x="3996" y="138"/>
                  <a:pt x="3997" y="148"/>
                  <a:pt x="3997" y="159"/>
                </a:cubicBezTo>
                <a:lnTo>
                  <a:pt x="3997" y="953"/>
                </a:lnTo>
                <a:cubicBezTo>
                  <a:pt x="3997" y="964"/>
                  <a:pt x="3996" y="974"/>
                  <a:pt x="3994" y="984"/>
                </a:cubicBezTo>
                <a:cubicBezTo>
                  <a:pt x="3992" y="995"/>
                  <a:pt x="3989" y="1005"/>
                  <a:pt x="3985" y="1014"/>
                </a:cubicBezTo>
                <a:cubicBezTo>
                  <a:pt x="3981" y="1024"/>
                  <a:pt x="3976" y="1033"/>
                  <a:pt x="3970" y="1042"/>
                </a:cubicBezTo>
                <a:cubicBezTo>
                  <a:pt x="3964" y="1050"/>
                  <a:pt x="3958" y="1058"/>
                  <a:pt x="3950" y="1066"/>
                </a:cubicBezTo>
                <a:cubicBezTo>
                  <a:pt x="3943" y="1073"/>
                  <a:pt x="3935" y="1080"/>
                  <a:pt x="3926" y="1085"/>
                </a:cubicBezTo>
                <a:cubicBezTo>
                  <a:pt x="3917" y="1091"/>
                  <a:pt x="3908" y="1096"/>
                  <a:pt x="3899" y="1100"/>
                </a:cubicBezTo>
                <a:cubicBezTo>
                  <a:pt x="3889" y="1104"/>
                  <a:pt x="3879" y="1107"/>
                  <a:pt x="3869" y="1109"/>
                </a:cubicBezTo>
                <a:cubicBezTo>
                  <a:pt x="3859" y="1111"/>
                  <a:pt x="3848" y="1112"/>
                  <a:pt x="3838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4436147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543936" name=""/>
          <p:cNvSpPr txBox="1"/>
          <p:nvPr/>
        </p:nvSpPr>
        <p:spPr bwMode="auto">
          <a:xfrm>
            <a:off x="2942280" y="815400"/>
            <a:ext cx="129564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submit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4069491" name=""/>
          <p:cNvSpPr txBox="1"/>
          <p:nvPr/>
        </p:nvSpPr>
        <p:spPr bwMode="auto">
          <a:xfrm>
            <a:off x="747720" y="1523880"/>
            <a:ext cx="72345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Creates a button that sends the form data to the server.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250381" name=""/>
          <p:cNvSpPr txBox="1"/>
          <p:nvPr/>
        </p:nvSpPr>
        <p:spPr bwMode="auto">
          <a:xfrm>
            <a:off x="914400" y="2233440"/>
            <a:ext cx="5211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action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"/submit"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method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"post"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804376" name=""/>
          <p:cNvSpPr txBox="1"/>
          <p:nvPr/>
        </p:nvSpPr>
        <p:spPr bwMode="auto">
          <a:xfrm>
            <a:off x="914400" y="2499840"/>
            <a:ext cx="9577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"username"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placeholder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"Enter username"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1191844" name=""/>
          <p:cNvSpPr txBox="1"/>
          <p:nvPr/>
        </p:nvSpPr>
        <p:spPr bwMode="auto">
          <a:xfrm>
            <a:off x="914400" y="2776320"/>
            <a:ext cx="56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"submit"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"Submit"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8748877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3279151" y="3641202"/>
            <a:ext cx="5692497" cy="308801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3597539" name=""/>
          <p:cNvSpPr txBox="1"/>
          <p:nvPr/>
        </p:nvSpPr>
        <p:spPr bwMode="auto">
          <a:xfrm>
            <a:off x="914400" y="3043080"/>
            <a:ext cx="986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78433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79903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454962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319098" name=""/>
          <p:cNvSpPr/>
          <p:nvPr/>
        </p:nvSpPr>
        <p:spPr bwMode="auto">
          <a:xfrm>
            <a:off x="757080" y="2585880"/>
            <a:ext cx="10687320" cy="581400"/>
          </a:xfrm>
          <a:custGeom>
            <a:avLst/>
            <a:gdLst/>
            <a:ahLst/>
            <a:cxnLst/>
            <a:rect l="0" t="0" r="r" b="b"/>
            <a:pathLst>
              <a:path w="29687" h="1615" fill="norm" stroke="1" extrusionOk="0">
                <a:moveTo>
                  <a:pt x="0" y="1469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8"/>
                </a:cubicBezTo>
                <a:cubicBezTo>
                  <a:pt x="29686" y="127"/>
                  <a:pt x="29687" y="137"/>
                  <a:pt x="29687" y="146"/>
                </a:cubicBezTo>
                <a:lnTo>
                  <a:pt x="29687" y="1469"/>
                </a:lnTo>
                <a:cubicBezTo>
                  <a:pt x="29687" y="1479"/>
                  <a:pt x="29686" y="1488"/>
                  <a:pt x="29684" y="1498"/>
                </a:cubicBezTo>
                <a:cubicBezTo>
                  <a:pt x="29683" y="1507"/>
                  <a:pt x="29680" y="1516"/>
                  <a:pt x="29676" y="1525"/>
                </a:cubicBezTo>
                <a:cubicBezTo>
                  <a:pt x="29672" y="1534"/>
                  <a:pt x="29668" y="1542"/>
                  <a:pt x="29663" y="1550"/>
                </a:cubicBezTo>
                <a:cubicBezTo>
                  <a:pt x="29657" y="1558"/>
                  <a:pt x="29651" y="1566"/>
                  <a:pt x="29645" y="1572"/>
                </a:cubicBezTo>
                <a:cubicBezTo>
                  <a:pt x="29638" y="1579"/>
                  <a:pt x="29630" y="1585"/>
                  <a:pt x="29623" y="1590"/>
                </a:cubicBezTo>
                <a:cubicBezTo>
                  <a:pt x="29615" y="1596"/>
                  <a:pt x="29606" y="1600"/>
                  <a:pt x="29597" y="1604"/>
                </a:cubicBezTo>
                <a:cubicBezTo>
                  <a:pt x="29589" y="1607"/>
                  <a:pt x="29579" y="1610"/>
                  <a:pt x="29570" y="1612"/>
                </a:cubicBezTo>
                <a:cubicBezTo>
                  <a:pt x="29561" y="1614"/>
                  <a:pt x="29551" y="1615"/>
                  <a:pt x="29542" y="1615"/>
                </a:cubicBezTo>
                <a:lnTo>
                  <a:pt x="145" y="1615"/>
                </a:lnTo>
                <a:cubicBezTo>
                  <a:pt x="136" y="1615"/>
                  <a:pt x="126" y="1614"/>
                  <a:pt x="117" y="1612"/>
                </a:cubicBezTo>
                <a:cubicBezTo>
                  <a:pt x="108" y="1610"/>
                  <a:pt x="99" y="1607"/>
                  <a:pt x="90" y="1604"/>
                </a:cubicBezTo>
                <a:cubicBezTo>
                  <a:pt x="81" y="1600"/>
                  <a:pt x="73" y="1596"/>
                  <a:pt x="65" y="1590"/>
                </a:cubicBezTo>
                <a:cubicBezTo>
                  <a:pt x="57" y="1585"/>
                  <a:pt x="49" y="1579"/>
                  <a:pt x="43" y="1572"/>
                </a:cubicBezTo>
                <a:cubicBezTo>
                  <a:pt x="36" y="1566"/>
                  <a:pt x="30" y="1558"/>
                  <a:pt x="24" y="1550"/>
                </a:cubicBezTo>
                <a:cubicBezTo>
                  <a:pt x="19" y="1542"/>
                  <a:pt x="15" y="1534"/>
                  <a:pt x="11" y="1525"/>
                </a:cubicBezTo>
                <a:cubicBezTo>
                  <a:pt x="7" y="1516"/>
                  <a:pt x="5" y="1507"/>
                  <a:pt x="3" y="1498"/>
                </a:cubicBezTo>
                <a:cubicBezTo>
                  <a:pt x="1" y="1488"/>
                  <a:pt x="0" y="1479"/>
                  <a:pt x="0" y="146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340319" name=""/>
          <p:cNvSpPr/>
          <p:nvPr/>
        </p:nvSpPr>
        <p:spPr bwMode="auto">
          <a:xfrm>
            <a:off x="757080" y="2585880"/>
            <a:ext cx="10687320" cy="581400"/>
          </a:xfrm>
          <a:custGeom>
            <a:avLst/>
            <a:gdLst/>
            <a:ahLst/>
            <a:cxnLst/>
            <a:rect l="0" t="0" r="r" b="b"/>
            <a:pathLst>
              <a:path w="29687" h="1615" fill="norm" stroke="1" extrusionOk="0">
                <a:moveTo>
                  <a:pt x="0" y="1469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8"/>
                </a:cubicBezTo>
                <a:cubicBezTo>
                  <a:pt x="29686" y="127"/>
                  <a:pt x="29687" y="137"/>
                  <a:pt x="29687" y="146"/>
                </a:cubicBezTo>
                <a:lnTo>
                  <a:pt x="29687" y="1469"/>
                </a:lnTo>
                <a:cubicBezTo>
                  <a:pt x="29687" y="1479"/>
                  <a:pt x="29686" y="1488"/>
                  <a:pt x="29684" y="1498"/>
                </a:cubicBezTo>
                <a:cubicBezTo>
                  <a:pt x="29683" y="1507"/>
                  <a:pt x="29680" y="1516"/>
                  <a:pt x="29676" y="1525"/>
                </a:cubicBezTo>
                <a:cubicBezTo>
                  <a:pt x="29672" y="1534"/>
                  <a:pt x="29668" y="1542"/>
                  <a:pt x="29663" y="1550"/>
                </a:cubicBezTo>
                <a:cubicBezTo>
                  <a:pt x="29657" y="1558"/>
                  <a:pt x="29651" y="1566"/>
                  <a:pt x="29645" y="1572"/>
                </a:cubicBezTo>
                <a:cubicBezTo>
                  <a:pt x="29638" y="1579"/>
                  <a:pt x="29630" y="1585"/>
                  <a:pt x="29623" y="1590"/>
                </a:cubicBezTo>
                <a:cubicBezTo>
                  <a:pt x="29615" y="1596"/>
                  <a:pt x="29606" y="1600"/>
                  <a:pt x="29597" y="1604"/>
                </a:cubicBezTo>
                <a:cubicBezTo>
                  <a:pt x="29589" y="1607"/>
                  <a:pt x="29579" y="1610"/>
                  <a:pt x="29570" y="1612"/>
                </a:cubicBezTo>
                <a:cubicBezTo>
                  <a:pt x="29561" y="1614"/>
                  <a:pt x="29551" y="1615"/>
                  <a:pt x="29542" y="1615"/>
                </a:cubicBezTo>
                <a:lnTo>
                  <a:pt x="145" y="1615"/>
                </a:lnTo>
                <a:cubicBezTo>
                  <a:pt x="136" y="1615"/>
                  <a:pt x="126" y="1614"/>
                  <a:pt x="117" y="1612"/>
                </a:cubicBezTo>
                <a:cubicBezTo>
                  <a:pt x="108" y="1610"/>
                  <a:pt x="99" y="1607"/>
                  <a:pt x="90" y="1604"/>
                </a:cubicBezTo>
                <a:cubicBezTo>
                  <a:pt x="81" y="1600"/>
                  <a:pt x="73" y="1596"/>
                  <a:pt x="65" y="1590"/>
                </a:cubicBezTo>
                <a:cubicBezTo>
                  <a:pt x="57" y="1585"/>
                  <a:pt x="49" y="1579"/>
                  <a:pt x="43" y="1572"/>
                </a:cubicBezTo>
                <a:cubicBezTo>
                  <a:pt x="36" y="1566"/>
                  <a:pt x="30" y="1558"/>
                  <a:pt x="24" y="1550"/>
                </a:cubicBezTo>
                <a:cubicBezTo>
                  <a:pt x="19" y="1542"/>
                  <a:pt x="15" y="1534"/>
                  <a:pt x="11" y="1525"/>
                </a:cubicBezTo>
                <a:cubicBezTo>
                  <a:pt x="7" y="1516"/>
                  <a:pt x="5" y="1507"/>
                  <a:pt x="3" y="1498"/>
                </a:cubicBezTo>
                <a:cubicBezTo>
                  <a:pt x="1" y="1488"/>
                  <a:pt x="0" y="1479"/>
                  <a:pt x="0" y="146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7638495" name=""/>
          <p:cNvSpPr/>
          <p:nvPr/>
        </p:nvSpPr>
        <p:spPr bwMode="auto">
          <a:xfrm>
            <a:off x="2866680" y="904680"/>
            <a:ext cx="1438920" cy="400320"/>
          </a:xfrm>
          <a:custGeom>
            <a:avLst/>
            <a:gdLst/>
            <a:ahLst/>
            <a:cxnLst/>
            <a:rect l="0" t="0" r="r" b="b"/>
            <a:pathLst>
              <a:path w="3997" h="1112" fill="norm" stroke="1" extrusionOk="0">
                <a:moveTo>
                  <a:pt x="0" y="954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838" y="0"/>
                </a:lnTo>
                <a:cubicBezTo>
                  <a:pt x="3848" y="0"/>
                  <a:pt x="3859" y="1"/>
                  <a:pt x="3869" y="3"/>
                </a:cubicBezTo>
                <a:cubicBezTo>
                  <a:pt x="3879" y="5"/>
                  <a:pt x="3889" y="8"/>
                  <a:pt x="3899" y="12"/>
                </a:cubicBezTo>
                <a:cubicBezTo>
                  <a:pt x="3908" y="16"/>
                  <a:pt x="3917" y="21"/>
                  <a:pt x="3926" y="27"/>
                </a:cubicBezTo>
                <a:cubicBezTo>
                  <a:pt x="3935" y="33"/>
                  <a:pt x="3943" y="39"/>
                  <a:pt x="3950" y="47"/>
                </a:cubicBezTo>
                <a:cubicBezTo>
                  <a:pt x="3958" y="54"/>
                  <a:pt x="3964" y="62"/>
                  <a:pt x="3970" y="71"/>
                </a:cubicBezTo>
                <a:cubicBezTo>
                  <a:pt x="3976" y="79"/>
                  <a:pt x="3981" y="88"/>
                  <a:pt x="3985" y="98"/>
                </a:cubicBezTo>
                <a:cubicBezTo>
                  <a:pt x="3989" y="108"/>
                  <a:pt x="3992" y="118"/>
                  <a:pt x="3994" y="128"/>
                </a:cubicBezTo>
                <a:cubicBezTo>
                  <a:pt x="3996" y="138"/>
                  <a:pt x="3997" y="148"/>
                  <a:pt x="3997" y="159"/>
                </a:cubicBezTo>
                <a:lnTo>
                  <a:pt x="3997" y="954"/>
                </a:lnTo>
                <a:cubicBezTo>
                  <a:pt x="3997" y="964"/>
                  <a:pt x="3996" y="974"/>
                  <a:pt x="3994" y="985"/>
                </a:cubicBezTo>
                <a:cubicBezTo>
                  <a:pt x="3992" y="995"/>
                  <a:pt x="3989" y="1005"/>
                  <a:pt x="3985" y="1014"/>
                </a:cubicBezTo>
                <a:cubicBezTo>
                  <a:pt x="3981" y="1024"/>
                  <a:pt x="3976" y="1033"/>
                  <a:pt x="3970" y="1042"/>
                </a:cubicBezTo>
                <a:cubicBezTo>
                  <a:pt x="3964" y="1050"/>
                  <a:pt x="3958" y="1058"/>
                  <a:pt x="3950" y="1066"/>
                </a:cubicBezTo>
                <a:cubicBezTo>
                  <a:pt x="3943" y="1073"/>
                  <a:pt x="3935" y="1080"/>
                  <a:pt x="3926" y="1086"/>
                </a:cubicBezTo>
                <a:cubicBezTo>
                  <a:pt x="3917" y="1091"/>
                  <a:pt x="3908" y="1096"/>
                  <a:pt x="3899" y="1100"/>
                </a:cubicBezTo>
                <a:cubicBezTo>
                  <a:pt x="3889" y="1104"/>
                  <a:pt x="3879" y="1107"/>
                  <a:pt x="3869" y="1109"/>
                </a:cubicBezTo>
                <a:cubicBezTo>
                  <a:pt x="3859" y="1111"/>
                  <a:pt x="3848" y="1112"/>
                  <a:pt x="3838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6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5"/>
                </a:cubicBezTo>
                <a:cubicBezTo>
                  <a:pt x="1" y="974"/>
                  <a:pt x="0" y="964"/>
                  <a:pt x="0" y="95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1873465" name=""/>
          <p:cNvSpPr txBox="1"/>
          <p:nvPr/>
        </p:nvSpPr>
        <p:spPr bwMode="auto">
          <a:xfrm>
            <a:off x="747720" y="81612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8229067" name=""/>
          <p:cNvSpPr txBox="1"/>
          <p:nvPr/>
        </p:nvSpPr>
        <p:spPr bwMode="auto">
          <a:xfrm>
            <a:off x="2942280" y="901080"/>
            <a:ext cx="129564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button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581385" name=""/>
          <p:cNvSpPr txBox="1"/>
          <p:nvPr/>
        </p:nvSpPr>
        <p:spPr bwMode="auto">
          <a:xfrm>
            <a:off x="747720" y="1619280"/>
            <a:ext cx="7333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Deﬁnes a generic button that performs no default action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353142" name=""/>
          <p:cNvSpPr txBox="1"/>
          <p:nvPr/>
        </p:nvSpPr>
        <p:spPr bwMode="auto">
          <a:xfrm>
            <a:off x="747720" y="2028960"/>
            <a:ext cx="4012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unless controlled by JavaScript.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1223095" name="" descr=""/>
          <p:cNvPicPr/>
          <p:nvPr/>
        </p:nvPicPr>
        <p:blipFill rotWithShape="1">
          <a:blip r:embed="rId3"/>
          <a:stretch/>
        </p:blipFill>
        <p:spPr bwMode="auto">
          <a:xfrm>
            <a:off x="752400" y="3324240"/>
            <a:ext cx="304776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2349468" name=""/>
          <p:cNvSpPr txBox="1"/>
          <p:nvPr/>
        </p:nvSpPr>
        <p:spPr bwMode="auto">
          <a:xfrm>
            <a:off x="914400" y="2747519"/>
            <a:ext cx="1035900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"button"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onclick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"alert('Button clicked!')"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"Click Me!"</a:t>
            </a:r>
            <a:r>
              <a:rPr lang="en-US" sz="18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016160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82501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12028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999482" name=""/>
          <p:cNvSpPr txBox="1"/>
          <p:nvPr/>
        </p:nvSpPr>
        <p:spPr bwMode="auto">
          <a:xfrm>
            <a:off x="747720" y="2635560"/>
            <a:ext cx="46360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Common Input Attributes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02569" name=""/>
          <p:cNvSpPr txBox="1"/>
          <p:nvPr/>
        </p:nvSpPr>
        <p:spPr bwMode="auto">
          <a:xfrm>
            <a:off x="747720" y="3390840"/>
            <a:ext cx="8131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Input attributes deﬁne how an input behaves, its default value,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089878" name=""/>
          <p:cNvSpPr txBox="1"/>
          <p:nvPr/>
        </p:nvSpPr>
        <p:spPr bwMode="auto">
          <a:xfrm>
            <a:off x="747720" y="3800519"/>
            <a:ext cx="5448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and how it interacts with forms and users.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293764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558284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699849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855570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959545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982197" name=""/>
          <p:cNvSpPr/>
          <p:nvPr/>
        </p:nvSpPr>
        <p:spPr bwMode="auto">
          <a:xfrm>
            <a:off x="1495080" y="819000"/>
            <a:ext cx="1219680" cy="400320"/>
          </a:xfrm>
          <a:custGeom>
            <a:avLst/>
            <a:gdLst/>
            <a:ahLst/>
            <a:cxnLst/>
            <a:rect l="0" t="0" r="r" b="b"/>
            <a:pathLst>
              <a:path w="3388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229" y="0"/>
                </a:lnTo>
                <a:cubicBezTo>
                  <a:pt x="3240" y="0"/>
                  <a:pt x="3250" y="1"/>
                  <a:pt x="3260" y="3"/>
                </a:cubicBezTo>
                <a:cubicBezTo>
                  <a:pt x="3271" y="5"/>
                  <a:pt x="3280" y="8"/>
                  <a:pt x="3290" y="12"/>
                </a:cubicBezTo>
                <a:cubicBezTo>
                  <a:pt x="3300" y="16"/>
                  <a:pt x="3309" y="21"/>
                  <a:pt x="3318" y="27"/>
                </a:cubicBezTo>
                <a:cubicBezTo>
                  <a:pt x="3326" y="32"/>
                  <a:pt x="3334" y="39"/>
                  <a:pt x="3342" y="46"/>
                </a:cubicBezTo>
                <a:cubicBezTo>
                  <a:pt x="3349" y="54"/>
                  <a:pt x="3356" y="62"/>
                  <a:pt x="3361" y="70"/>
                </a:cubicBezTo>
                <a:cubicBezTo>
                  <a:pt x="3367" y="79"/>
                  <a:pt x="3372" y="88"/>
                  <a:pt x="3376" y="98"/>
                </a:cubicBezTo>
                <a:cubicBezTo>
                  <a:pt x="3380" y="108"/>
                  <a:pt x="3383" y="117"/>
                  <a:pt x="3385" y="128"/>
                </a:cubicBezTo>
                <a:cubicBezTo>
                  <a:pt x="3387" y="138"/>
                  <a:pt x="3388" y="148"/>
                  <a:pt x="3388" y="159"/>
                </a:cubicBezTo>
                <a:lnTo>
                  <a:pt x="3388" y="953"/>
                </a:lnTo>
                <a:cubicBezTo>
                  <a:pt x="3388" y="964"/>
                  <a:pt x="3387" y="974"/>
                  <a:pt x="3385" y="984"/>
                </a:cubicBezTo>
                <a:cubicBezTo>
                  <a:pt x="3383" y="995"/>
                  <a:pt x="3380" y="1005"/>
                  <a:pt x="3376" y="1014"/>
                </a:cubicBezTo>
                <a:cubicBezTo>
                  <a:pt x="3372" y="1024"/>
                  <a:pt x="3367" y="1033"/>
                  <a:pt x="3361" y="1042"/>
                </a:cubicBezTo>
                <a:cubicBezTo>
                  <a:pt x="3356" y="1050"/>
                  <a:pt x="3349" y="1058"/>
                  <a:pt x="3342" y="1066"/>
                </a:cubicBezTo>
                <a:cubicBezTo>
                  <a:pt x="3334" y="1073"/>
                  <a:pt x="3326" y="1080"/>
                  <a:pt x="3318" y="1085"/>
                </a:cubicBezTo>
                <a:cubicBezTo>
                  <a:pt x="3309" y="1091"/>
                  <a:pt x="3300" y="1096"/>
                  <a:pt x="3290" y="1100"/>
                </a:cubicBezTo>
                <a:cubicBezTo>
                  <a:pt x="3280" y="1104"/>
                  <a:pt x="3271" y="1107"/>
                  <a:pt x="3260" y="1109"/>
                </a:cubicBezTo>
                <a:cubicBezTo>
                  <a:pt x="3250" y="1111"/>
                  <a:pt x="3240" y="1112"/>
                  <a:pt x="322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863249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8078446" name=""/>
          <p:cNvSpPr txBox="1"/>
          <p:nvPr/>
        </p:nvSpPr>
        <p:spPr bwMode="auto">
          <a:xfrm>
            <a:off x="1567440" y="815400"/>
            <a:ext cx="1080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value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026203" name=""/>
          <p:cNvSpPr txBox="1"/>
          <p:nvPr/>
        </p:nvSpPr>
        <p:spPr bwMode="auto">
          <a:xfrm>
            <a:off x="2716560" y="730440"/>
            <a:ext cx="1755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284303" name=""/>
          <p:cNvSpPr txBox="1"/>
          <p:nvPr/>
        </p:nvSpPr>
        <p:spPr bwMode="auto">
          <a:xfrm>
            <a:off x="747720" y="1523880"/>
            <a:ext cx="7079039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Speciﬁes the default text or value pre-ﬁlled in an input.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4944618" name=""/>
          <p:cNvSpPr/>
          <p:nvPr/>
        </p:nvSpPr>
        <p:spPr bwMode="auto">
          <a:xfrm>
            <a:off x="1047600" y="2990519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40"/>
                </a:cubicBezTo>
                <a:cubicBezTo>
                  <a:pt x="51" y="28"/>
                  <a:pt x="65" y="18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3323269" name=""/>
          <p:cNvSpPr txBox="1"/>
          <p:nvPr/>
        </p:nvSpPr>
        <p:spPr bwMode="auto">
          <a:xfrm>
            <a:off x="914400" y="2233440"/>
            <a:ext cx="5352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"John Doe"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8929252" name=""/>
          <p:cNvSpPr/>
          <p:nvPr/>
        </p:nvSpPr>
        <p:spPr bwMode="auto">
          <a:xfrm>
            <a:off x="1047600" y="3476519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8383083" name=""/>
          <p:cNvSpPr txBox="1"/>
          <p:nvPr/>
        </p:nvSpPr>
        <p:spPr bwMode="auto">
          <a:xfrm>
            <a:off x="1300320" y="2838600"/>
            <a:ext cx="5066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This text appears when the page loads.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25011319" name="" descr=""/>
          <p:cNvPicPr/>
          <p:nvPr/>
        </p:nvPicPr>
        <p:blipFill rotWithShape="1">
          <a:blip r:embed="rId3"/>
          <a:stretch/>
        </p:blipFill>
        <p:spPr bwMode="auto">
          <a:xfrm>
            <a:off x="752400" y="3876840"/>
            <a:ext cx="484776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1806793" name=""/>
          <p:cNvSpPr txBox="1"/>
          <p:nvPr/>
        </p:nvSpPr>
        <p:spPr bwMode="auto">
          <a:xfrm>
            <a:off x="1300320" y="3324240"/>
            <a:ext cx="5882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value is sent when the form is submitted.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17104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83808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514445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8066061" name=""/>
          <p:cNvSpPr/>
          <p:nvPr/>
        </p:nvSpPr>
        <p:spPr bwMode="auto">
          <a:xfrm>
            <a:off x="757080" y="2071440"/>
            <a:ext cx="10687320" cy="1400759"/>
          </a:xfrm>
          <a:custGeom>
            <a:avLst/>
            <a:gdLst/>
            <a:ahLst/>
            <a:cxnLst/>
            <a:rect l="0" t="0" r="r" b="b"/>
            <a:pathLst>
              <a:path w="29687" h="3891" fill="norm" stroke="1" extrusionOk="0">
                <a:moveTo>
                  <a:pt x="0" y="3745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8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5286421" name=""/>
          <p:cNvSpPr/>
          <p:nvPr/>
        </p:nvSpPr>
        <p:spPr bwMode="auto">
          <a:xfrm>
            <a:off x="757080" y="2071440"/>
            <a:ext cx="10687320" cy="1400759"/>
          </a:xfrm>
          <a:custGeom>
            <a:avLst/>
            <a:gdLst/>
            <a:ahLst/>
            <a:cxnLst/>
            <a:rect l="0" t="0" r="r" b="b"/>
            <a:pathLst>
              <a:path w="29687" h="3891" fill="norm" stroke="1" extrusionOk="0">
                <a:moveTo>
                  <a:pt x="0" y="3745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8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4523332" name=""/>
          <p:cNvSpPr/>
          <p:nvPr/>
        </p:nvSpPr>
        <p:spPr bwMode="auto">
          <a:xfrm>
            <a:off x="1495080" y="819000"/>
            <a:ext cx="1010160" cy="400320"/>
          </a:xfrm>
          <a:custGeom>
            <a:avLst/>
            <a:gdLst/>
            <a:ahLst/>
            <a:cxnLst/>
            <a:rect l="0" t="0" r="r" b="b"/>
            <a:pathLst>
              <a:path w="2806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2"/>
                  <a:pt x="72" y="27"/>
                </a:cubicBezTo>
                <a:cubicBezTo>
                  <a:pt x="81" y="21"/>
                  <a:pt x="90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lnTo>
                  <a:pt x="2647" y="0"/>
                </a:lnTo>
                <a:cubicBezTo>
                  <a:pt x="2658" y="0"/>
                  <a:pt x="2668" y="1"/>
                  <a:pt x="2678" y="3"/>
                </a:cubicBezTo>
                <a:cubicBezTo>
                  <a:pt x="2688" y="5"/>
                  <a:pt x="2698" y="8"/>
                  <a:pt x="2708" y="12"/>
                </a:cubicBezTo>
                <a:cubicBezTo>
                  <a:pt x="2718" y="16"/>
                  <a:pt x="2727" y="21"/>
                  <a:pt x="2735" y="27"/>
                </a:cubicBezTo>
                <a:cubicBezTo>
                  <a:pt x="2744" y="32"/>
                  <a:pt x="2752" y="39"/>
                  <a:pt x="2760" y="46"/>
                </a:cubicBezTo>
                <a:cubicBezTo>
                  <a:pt x="2767" y="54"/>
                  <a:pt x="2773" y="62"/>
                  <a:pt x="2779" y="70"/>
                </a:cubicBezTo>
                <a:cubicBezTo>
                  <a:pt x="2785" y="79"/>
                  <a:pt x="2790" y="88"/>
                  <a:pt x="2794" y="98"/>
                </a:cubicBezTo>
                <a:cubicBezTo>
                  <a:pt x="2798" y="108"/>
                  <a:pt x="2801" y="117"/>
                  <a:pt x="2803" y="128"/>
                </a:cubicBezTo>
                <a:cubicBezTo>
                  <a:pt x="2805" y="138"/>
                  <a:pt x="2806" y="148"/>
                  <a:pt x="2806" y="159"/>
                </a:cubicBezTo>
                <a:lnTo>
                  <a:pt x="2806" y="953"/>
                </a:lnTo>
                <a:cubicBezTo>
                  <a:pt x="2806" y="964"/>
                  <a:pt x="2805" y="974"/>
                  <a:pt x="2803" y="984"/>
                </a:cubicBezTo>
                <a:cubicBezTo>
                  <a:pt x="2801" y="995"/>
                  <a:pt x="2798" y="1005"/>
                  <a:pt x="2794" y="1014"/>
                </a:cubicBezTo>
                <a:cubicBezTo>
                  <a:pt x="2790" y="1024"/>
                  <a:pt x="2785" y="1033"/>
                  <a:pt x="2779" y="1042"/>
                </a:cubicBezTo>
                <a:cubicBezTo>
                  <a:pt x="2773" y="1050"/>
                  <a:pt x="2767" y="1058"/>
                  <a:pt x="2760" y="1066"/>
                </a:cubicBezTo>
                <a:cubicBezTo>
                  <a:pt x="2752" y="1073"/>
                  <a:pt x="2744" y="1080"/>
                  <a:pt x="2735" y="1085"/>
                </a:cubicBezTo>
                <a:cubicBezTo>
                  <a:pt x="2727" y="1091"/>
                  <a:pt x="2718" y="1096"/>
                  <a:pt x="2708" y="1100"/>
                </a:cubicBezTo>
                <a:cubicBezTo>
                  <a:pt x="2698" y="1104"/>
                  <a:pt x="2688" y="1107"/>
                  <a:pt x="2678" y="1109"/>
                </a:cubicBezTo>
                <a:cubicBezTo>
                  <a:pt x="2668" y="1111"/>
                  <a:pt x="2658" y="1112"/>
                  <a:pt x="2647" y="1112"/>
                </a:cubicBezTo>
                <a:lnTo>
                  <a:pt x="160" y="1112"/>
                </a:lnTo>
                <a:cubicBezTo>
                  <a:pt x="150" y="1112"/>
                  <a:pt x="139" y="1111"/>
                  <a:pt x="129" y="1109"/>
                </a:cubicBezTo>
                <a:cubicBezTo>
                  <a:pt x="119" y="1107"/>
                  <a:pt x="109" y="1104"/>
                  <a:pt x="99" y="1100"/>
                </a:cubicBezTo>
                <a:cubicBezTo>
                  <a:pt x="90" y="1096"/>
                  <a:pt x="81" y="1091"/>
                  <a:pt x="72" y="1085"/>
                </a:cubicBezTo>
                <a:cubicBezTo>
                  <a:pt x="63" y="1080"/>
                  <a:pt x="55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097038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7531574" name=""/>
          <p:cNvSpPr txBox="1"/>
          <p:nvPr/>
        </p:nvSpPr>
        <p:spPr bwMode="auto">
          <a:xfrm>
            <a:off x="1567440" y="815400"/>
            <a:ext cx="864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name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732645" name=""/>
          <p:cNvSpPr txBox="1"/>
          <p:nvPr/>
        </p:nvSpPr>
        <p:spPr bwMode="auto">
          <a:xfrm>
            <a:off x="2500920" y="730440"/>
            <a:ext cx="1755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443303" name=""/>
          <p:cNvSpPr txBox="1"/>
          <p:nvPr/>
        </p:nvSpPr>
        <p:spPr bwMode="auto">
          <a:xfrm>
            <a:off x="747720" y="1523880"/>
            <a:ext cx="9386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Deﬁnes a key under which the input's value is sent in a form submission.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6337591" name=""/>
          <p:cNvSpPr txBox="1"/>
          <p:nvPr/>
        </p:nvSpPr>
        <p:spPr bwMode="auto">
          <a:xfrm>
            <a:off x="914400" y="22334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4294741" name=""/>
          <p:cNvSpPr txBox="1"/>
          <p:nvPr/>
        </p:nvSpPr>
        <p:spPr bwMode="auto">
          <a:xfrm>
            <a:off x="914400" y="2499840"/>
            <a:ext cx="7464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"username"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"ahmad"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798087" name=""/>
          <p:cNvSpPr txBox="1"/>
          <p:nvPr/>
        </p:nvSpPr>
        <p:spPr bwMode="auto">
          <a:xfrm>
            <a:off x="914400" y="2776320"/>
            <a:ext cx="3521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"submit"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785577" name=""/>
          <p:cNvSpPr/>
          <p:nvPr/>
        </p:nvSpPr>
        <p:spPr bwMode="auto">
          <a:xfrm>
            <a:off x="927030" y="4403008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3401746" name=""/>
          <p:cNvSpPr txBox="1"/>
          <p:nvPr/>
        </p:nvSpPr>
        <p:spPr bwMode="auto">
          <a:xfrm>
            <a:off x="914400" y="3043080"/>
            <a:ext cx="986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9929536" name=""/>
          <p:cNvSpPr/>
          <p:nvPr/>
        </p:nvSpPr>
        <p:spPr bwMode="auto">
          <a:xfrm>
            <a:off x="927030" y="3803881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0091114" name=""/>
          <p:cNvSpPr txBox="1"/>
          <p:nvPr/>
        </p:nvSpPr>
        <p:spPr bwMode="auto">
          <a:xfrm>
            <a:off x="1179750" y="4251088"/>
            <a:ext cx="4648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Essential for server-side processing.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4149122" name=""/>
          <p:cNvSpPr/>
          <p:nvPr/>
        </p:nvSpPr>
        <p:spPr bwMode="auto">
          <a:xfrm>
            <a:off x="2288910" y="3699120"/>
            <a:ext cx="753120" cy="362160"/>
          </a:xfrm>
          <a:custGeom>
            <a:avLst/>
            <a:gdLst/>
            <a:ahLst/>
            <a:cxnLst/>
            <a:rect l="0" t="0" r="r" b="b"/>
            <a:pathLst>
              <a:path w="2092" h="1006" fill="norm" stroke="1" extrusionOk="0">
                <a:moveTo>
                  <a:pt x="0" y="846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933" y="0"/>
                </a:lnTo>
                <a:cubicBezTo>
                  <a:pt x="1943" y="0"/>
                  <a:pt x="1954" y="1"/>
                  <a:pt x="1964" y="3"/>
                </a:cubicBezTo>
                <a:cubicBezTo>
                  <a:pt x="1974" y="5"/>
                  <a:pt x="1984" y="8"/>
                  <a:pt x="1994" y="12"/>
                </a:cubicBezTo>
                <a:cubicBezTo>
                  <a:pt x="2003" y="16"/>
                  <a:pt x="2012" y="21"/>
                  <a:pt x="2021" y="26"/>
                </a:cubicBezTo>
                <a:cubicBezTo>
                  <a:pt x="2030" y="32"/>
                  <a:pt x="2038" y="39"/>
                  <a:pt x="2045" y="46"/>
                </a:cubicBezTo>
                <a:cubicBezTo>
                  <a:pt x="2053" y="54"/>
                  <a:pt x="2059" y="62"/>
                  <a:pt x="2065" y="70"/>
                </a:cubicBezTo>
                <a:cubicBezTo>
                  <a:pt x="2071" y="79"/>
                  <a:pt x="2076" y="88"/>
                  <a:pt x="2080" y="98"/>
                </a:cubicBezTo>
                <a:cubicBezTo>
                  <a:pt x="2084" y="107"/>
                  <a:pt x="2087" y="117"/>
                  <a:pt x="2089" y="127"/>
                </a:cubicBezTo>
                <a:cubicBezTo>
                  <a:pt x="2091" y="138"/>
                  <a:pt x="2092" y="148"/>
                  <a:pt x="2092" y="158"/>
                </a:cubicBezTo>
                <a:lnTo>
                  <a:pt x="2092" y="846"/>
                </a:lnTo>
                <a:cubicBezTo>
                  <a:pt x="2092" y="857"/>
                  <a:pt x="2091" y="867"/>
                  <a:pt x="2089" y="877"/>
                </a:cubicBezTo>
                <a:cubicBezTo>
                  <a:pt x="2087" y="888"/>
                  <a:pt x="2084" y="897"/>
                  <a:pt x="2080" y="907"/>
                </a:cubicBezTo>
                <a:cubicBezTo>
                  <a:pt x="2076" y="917"/>
                  <a:pt x="2071" y="926"/>
                  <a:pt x="2065" y="935"/>
                </a:cubicBezTo>
                <a:cubicBezTo>
                  <a:pt x="2059" y="943"/>
                  <a:pt x="2053" y="952"/>
                  <a:pt x="2045" y="960"/>
                </a:cubicBezTo>
                <a:cubicBezTo>
                  <a:pt x="2038" y="967"/>
                  <a:pt x="2030" y="974"/>
                  <a:pt x="2021" y="979"/>
                </a:cubicBezTo>
                <a:cubicBezTo>
                  <a:pt x="2012" y="985"/>
                  <a:pt x="2003" y="990"/>
                  <a:pt x="1994" y="994"/>
                </a:cubicBezTo>
                <a:cubicBezTo>
                  <a:pt x="1984" y="998"/>
                  <a:pt x="1974" y="1001"/>
                  <a:pt x="1964" y="1003"/>
                </a:cubicBezTo>
                <a:cubicBezTo>
                  <a:pt x="1954" y="1005"/>
                  <a:pt x="1943" y="1006"/>
                  <a:pt x="1933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40" y="952"/>
                  <a:pt x="33" y="943"/>
                  <a:pt x="27" y="935"/>
                </a:cubicBezTo>
                <a:cubicBezTo>
                  <a:pt x="21" y="926"/>
                  <a:pt x="17" y="917"/>
                  <a:pt x="13" y="907"/>
                </a:cubicBezTo>
                <a:cubicBezTo>
                  <a:pt x="9" y="897"/>
                  <a:pt x="6" y="888"/>
                  <a:pt x="4" y="877"/>
                </a:cubicBezTo>
                <a:cubicBezTo>
                  <a:pt x="1" y="867"/>
                  <a:pt x="0" y="857"/>
                  <a:pt x="0" y="84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8653526" name=""/>
          <p:cNvSpPr txBox="1"/>
          <p:nvPr/>
        </p:nvSpPr>
        <p:spPr bwMode="auto">
          <a:xfrm>
            <a:off x="1179750" y="3651601"/>
            <a:ext cx="11070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Without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249689" name=""/>
          <p:cNvSpPr txBox="1"/>
          <p:nvPr/>
        </p:nvSpPr>
        <p:spPr bwMode="auto">
          <a:xfrm>
            <a:off x="2381430" y="3750601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name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22016005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6353520" y="4169568"/>
            <a:ext cx="5597460" cy="25063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0293830" name=""/>
          <p:cNvSpPr txBox="1"/>
          <p:nvPr/>
        </p:nvSpPr>
        <p:spPr bwMode="auto">
          <a:xfrm>
            <a:off x="3038790" y="3651601"/>
            <a:ext cx="6295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the input data won't be included in the request.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58935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950820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97491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802520" name=""/>
          <p:cNvSpPr/>
          <p:nvPr/>
        </p:nvSpPr>
        <p:spPr bwMode="auto">
          <a:xfrm flipH="0" flipV="0">
            <a:off x="757080" y="2734572"/>
            <a:ext cx="5338919" cy="1667160"/>
          </a:xfrm>
          <a:custGeom>
            <a:avLst/>
            <a:gdLst/>
            <a:ahLst/>
            <a:cxnLst/>
            <a:rect l="0" t="0" r="r" b="b"/>
            <a:pathLst>
              <a:path w="29687" h="4631" fill="norm" stroke="1" extrusionOk="0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6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3753308" name=""/>
          <p:cNvSpPr/>
          <p:nvPr/>
        </p:nvSpPr>
        <p:spPr bwMode="auto">
          <a:xfrm flipH="0" flipV="0">
            <a:off x="757080" y="2734572"/>
            <a:ext cx="5338980" cy="1667160"/>
          </a:xfrm>
          <a:custGeom>
            <a:avLst/>
            <a:gdLst/>
            <a:ahLst/>
            <a:cxnLst/>
            <a:rect l="0" t="0" r="r" b="b"/>
            <a:pathLst>
              <a:path w="29687" h="4631" fill="norm" stroke="1" extrusionOk="0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6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6408137" name=""/>
          <p:cNvSpPr/>
          <p:nvPr/>
        </p:nvSpPr>
        <p:spPr bwMode="auto">
          <a:xfrm>
            <a:off x="1495080" y="819000"/>
            <a:ext cx="1867320" cy="400320"/>
          </a:xfrm>
          <a:custGeom>
            <a:avLst/>
            <a:gdLst/>
            <a:ahLst/>
            <a:cxnLst/>
            <a:rect l="0" t="0" r="r" b="b"/>
            <a:pathLst>
              <a:path w="518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29" y="0"/>
                </a:lnTo>
                <a:cubicBezTo>
                  <a:pt x="5039" y="0"/>
                  <a:pt x="5049" y="1"/>
                  <a:pt x="5060" y="3"/>
                </a:cubicBezTo>
                <a:cubicBezTo>
                  <a:pt x="5070" y="5"/>
                  <a:pt x="5080" y="8"/>
                  <a:pt x="5089" y="12"/>
                </a:cubicBezTo>
                <a:cubicBezTo>
                  <a:pt x="5099" y="16"/>
                  <a:pt x="5108" y="21"/>
                  <a:pt x="5117" y="27"/>
                </a:cubicBezTo>
                <a:cubicBezTo>
                  <a:pt x="5125" y="32"/>
                  <a:pt x="5133" y="39"/>
                  <a:pt x="5141" y="46"/>
                </a:cubicBezTo>
                <a:cubicBezTo>
                  <a:pt x="5148" y="54"/>
                  <a:pt x="5155" y="62"/>
                  <a:pt x="5161" y="70"/>
                </a:cubicBezTo>
                <a:cubicBezTo>
                  <a:pt x="5166" y="79"/>
                  <a:pt x="5171" y="88"/>
                  <a:pt x="5175" y="98"/>
                </a:cubicBezTo>
                <a:cubicBezTo>
                  <a:pt x="5179" y="108"/>
                  <a:pt x="5182" y="117"/>
                  <a:pt x="5184" y="128"/>
                </a:cubicBezTo>
                <a:cubicBezTo>
                  <a:pt x="5186" y="138"/>
                  <a:pt x="5187" y="148"/>
                  <a:pt x="5187" y="159"/>
                </a:cubicBezTo>
                <a:lnTo>
                  <a:pt x="5187" y="953"/>
                </a:lnTo>
                <a:cubicBezTo>
                  <a:pt x="5187" y="964"/>
                  <a:pt x="5186" y="974"/>
                  <a:pt x="5184" y="984"/>
                </a:cubicBezTo>
                <a:cubicBezTo>
                  <a:pt x="5182" y="995"/>
                  <a:pt x="5179" y="1005"/>
                  <a:pt x="5175" y="1014"/>
                </a:cubicBezTo>
                <a:cubicBezTo>
                  <a:pt x="5171" y="1024"/>
                  <a:pt x="5166" y="1033"/>
                  <a:pt x="5161" y="1042"/>
                </a:cubicBezTo>
                <a:cubicBezTo>
                  <a:pt x="5155" y="1050"/>
                  <a:pt x="5148" y="1058"/>
                  <a:pt x="5141" y="1066"/>
                </a:cubicBezTo>
                <a:cubicBezTo>
                  <a:pt x="5133" y="1073"/>
                  <a:pt x="5125" y="1080"/>
                  <a:pt x="5117" y="1085"/>
                </a:cubicBezTo>
                <a:cubicBezTo>
                  <a:pt x="5108" y="1091"/>
                  <a:pt x="5099" y="1096"/>
                  <a:pt x="5089" y="1100"/>
                </a:cubicBezTo>
                <a:cubicBezTo>
                  <a:pt x="5080" y="1104"/>
                  <a:pt x="5070" y="1107"/>
                  <a:pt x="5060" y="1109"/>
                </a:cubicBezTo>
                <a:cubicBezTo>
                  <a:pt x="5049" y="1111"/>
                  <a:pt x="5039" y="1112"/>
                  <a:pt x="502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7836503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2148994" name=""/>
          <p:cNvSpPr txBox="1"/>
          <p:nvPr/>
        </p:nvSpPr>
        <p:spPr bwMode="auto">
          <a:xfrm>
            <a:off x="1567440" y="815400"/>
            <a:ext cx="1727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required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202687" name=""/>
          <p:cNvSpPr txBox="1"/>
          <p:nvPr/>
        </p:nvSpPr>
        <p:spPr bwMode="auto">
          <a:xfrm>
            <a:off x="3362760" y="730440"/>
            <a:ext cx="1755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464704" name=""/>
          <p:cNvSpPr txBox="1"/>
          <p:nvPr/>
        </p:nvSpPr>
        <p:spPr bwMode="auto">
          <a:xfrm>
            <a:off x="747720" y="1523880"/>
            <a:ext cx="6672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Makes an input ﬁeld mandatory before submission.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998730" name=""/>
          <p:cNvSpPr txBox="1"/>
          <p:nvPr/>
        </p:nvSpPr>
        <p:spPr bwMode="auto">
          <a:xfrm>
            <a:off x="914400" y="2896572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757588" name=""/>
          <p:cNvSpPr txBox="1"/>
          <p:nvPr/>
        </p:nvSpPr>
        <p:spPr bwMode="auto">
          <a:xfrm>
            <a:off x="914400" y="3162972"/>
            <a:ext cx="3240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&gt;Email:&lt;/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837065" name=""/>
          <p:cNvSpPr txBox="1"/>
          <p:nvPr/>
        </p:nvSpPr>
        <p:spPr bwMode="auto">
          <a:xfrm>
            <a:off x="914400" y="3439452"/>
            <a:ext cx="4648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"email"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required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0208983" name=""/>
          <p:cNvSpPr txBox="1"/>
          <p:nvPr/>
        </p:nvSpPr>
        <p:spPr bwMode="auto">
          <a:xfrm>
            <a:off x="914400" y="3706212"/>
            <a:ext cx="3521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"submit"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1533338" name=""/>
          <p:cNvSpPr/>
          <p:nvPr/>
        </p:nvSpPr>
        <p:spPr bwMode="auto">
          <a:xfrm>
            <a:off x="1047600" y="5815179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4534622" name=""/>
          <p:cNvSpPr txBox="1"/>
          <p:nvPr/>
        </p:nvSpPr>
        <p:spPr bwMode="auto">
          <a:xfrm>
            <a:off x="914400" y="3972612"/>
            <a:ext cx="986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24404" name=""/>
          <p:cNvSpPr/>
          <p:nvPr/>
        </p:nvSpPr>
        <p:spPr bwMode="auto">
          <a:xfrm>
            <a:off x="1047600" y="6301179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49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122368" name=""/>
          <p:cNvSpPr txBox="1"/>
          <p:nvPr/>
        </p:nvSpPr>
        <p:spPr bwMode="auto">
          <a:xfrm>
            <a:off x="1300319" y="5662899"/>
            <a:ext cx="6917828" cy="3280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browser prevents submission if the ﬁeld is empty.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96404168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6439651" y="2019569"/>
            <a:ext cx="5420528" cy="327292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3451818" name=""/>
          <p:cNvSpPr txBox="1"/>
          <p:nvPr/>
        </p:nvSpPr>
        <p:spPr bwMode="auto">
          <a:xfrm>
            <a:off x="1300319" y="6148899"/>
            <a:ext cx="6370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Provides basic form validation without JavaScript.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653521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580313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232346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721143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286079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536551" name=""/>
          <p:cNvSpPr/>
          <p:nvPr/>
        </p:nvSpPr>
        <p:spPr bwMode="auto">
          <a:xfrm>
            <a:off x="1495080" y="819000"/>
            <a:ext cx="2514960" cy="400320"/>
          </a:xfrm>
          <a:custGeom>
            <a:avLst/>
            <a:gdLst/>
            <a:ahLst/>
            <a:cxnLst/>
            <a:rect l="0" t="0" r="r" b="b"/>
            <a:pathLst>
              <a:path w="6986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828" y="0"/>
                </a:lnTo>
                <a:cubicBezTo>
                  <a:pt x="6838" y="0"/>
                  <a:pt x="6848" y="1"/>
                  <a:pt x="6859" y="3"/>
                </a:cubicBezTo>
                <a:cubicBezTo>
                  <a:pt x="6869" y="5"/>
                  <a:pt x="6879" y="8"/>
                  <a:pt x="6888" y="12"/>
                </a:cubicBezTo>
                <a:cubicBezTo>
                  <a:pt x="6898" y="16"/>
                  <a:pt x="6907" y="21"/>
                  <a:pt x="6916" y="27"/>
                </a:cubicBezTo>
                <a:cubicBezTo>
                  <a:pt x="6925" y="32"/>
                  <a:pt x="6933" y="39"/>
                  <a:pt x="6940" y="46"/>
                </a:cubicBezTo>
                <a:cubicBezTo>
                  <a:pt x="6947" y="54"/>
                  <a:pt x="6954" y="62"/>
                  <a:pt x="6960" y="70"/>
                </a:cubicBezTo>
                <a:cubicBezTo>
                  <a:pt x="6965" y="79"/>
                  <a:pt x="6970" y="88"/>
                  <a:pt x="6974" y="98"/>
                </a:cubicBezTo>
                <a:cubicBezTo>
                  <a:pt x="6978" y="108"/>
                  <a:pt x="6981" y="117"/>
                  <a:pt x="6983" y="128"/>
                </a:cubicBezTo>
                <a:cubicBezTo>
                  <a:pt x="6985" y="138"/>
                  <a:pt x="6986" y="148"/>
                  <a:pt x="6986" y="159"/>
                </a:cubicBezTo>
                <a:lnTo>
                  <a:pt x="6986" y="953"/>
                </a:lnTo>
                <a:cubicBezTo>
                  <a:pt x="6986" y="964"/>
                  <a:pt x="6985" y="974"/>
                  <a:pt x="6983" y="984"/>
                </a:cubicBezTo>
                <a:cubicBezTo>
                  <a:pt x="6981" y="995"/>
                  <a:pt x="6978" y="1005"/>
                  <a:pt x="6974" y="1014"/>
                </a:cubicBezTo>
                <a:cubicBezTo>
                  <a:pt x="6970" y="1024"/>
                  <a:pt x="6965" y="1033"/>
                  <a:pt x="6960" y="1042"/>
                </a:cubicBezTo>
                <a:cubicBezTo>
                  <a:pt x="6954" y="1050"/>
                  <a:pt x="6947" y="1058"/>
                  <a:pt x="6940" y="1066"/>
                </a:cubicBezTo>
                <a:cubicBezTo>
                  <a:pt x="6933" y="1073"/>
                  <a:pt x="6925" y="1080"/>
                  <a:pt x="6916" y="1085"/>
                </a:cubicBezTo>
                <a:cubicBezTo>
                  <a:pt x="6907" y="1091"/>
                  <a:pt x="6898" y="1096"/>
                  <a:pt x="6888" y="1100"/>
                </a:cubicBezTo>
                <a:cubicBezTo>
                  <a:pt x="6879" y="1104"/>
                  <a:pt x="6869" y="1107"/>
                  <a:pt x="6859" y="1109"/>
                </a:cubicBezTo>
                <a:cubicBezTo>
                  <a:pt x="6848" y="1111"/>
                  <a:pt x="6838" y="1112"/>
                  <a:pt x="6828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3711042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163637" name=""/>
          <p:cNvSpPr txBox="1"/>
          <p:nvPr/>
        </p:nvSpPr>
        <p:spPr bwMode="auto">
          <a:xfrm>
            <a:off x="1567440" y="815400"/>
            <a:ext cx="237492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placeholder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4874975" name=""/>
          <p:cNvSpPr txBox="1"/>
          <p:nvPr/>
        </p:nvSpPr>
        <p:spPr bwMode="auto">
          <a:xfrm>
            <a:off x="4008960" y="730440"/>
            <a:ext cx="1755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559256" name=""/>
          <p:cNvSpPr txBox="1"/>
          <p:nvPr/>
        </p:nvSpPr>
        <p:spPr bwMode="auto">
          <a:xfrm>
            <a:off x="747720" y="1523880"/>
            <a:ext cx="90604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Displays hint text inside the input ﬁeld until the user types something.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297032" name=""/>
          <p:cNvSpPr/>
          <p:nvPr/>
        </p:nvSpPr>
        <p:spPr bwMode="auto">
          <a:xfrm>
            <a:off x="1047600" y="2990519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40"/>
                </a:cubicBezTo>
                <a:cubicBezTo>
                  <a:pt x="51" y="28"/>
                  <a:pt x="65" y="18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947501" name=""/>
          <p:cNvSpPr txBox="1"/>
          <p:nvPr/>
        </p:nvSpPr>
        <p:spPr bwMode="auto">
          <a:xfrm>
            <a:off x="914400" y="2233440"/>
            <a:ext cx="7183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placeholder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"Enter your name"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629433" name=""/>
          <p:cNvSpPr/>
          <p:nvPr/>
        </p:nvSpPr>
        <p:spPr bwMode="auto">
          <a:xfrm>
            <a:off x="1047600" y="3476519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909649" name=""/>
          <p:cNvSpPr txBox="1"/>
          <p:nvPr/>
        </p:nvSpPr>
        <p:spPr bwMode="auto">
          <a:xfrm>
            <a:off x="1300320" y="2838600"/>
            <a:ext cx="7205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Placeholder text disappears once the user starts typing.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01705251" name="" descr=""/>
          <p:cNvPicPr/>
          <p:nvPr/>
        </p:nvPicPr>
        <p:blipFill rotWithShape="1">
          <a:blip r:embed="rId3"/>
          <a:stretch/>
        </p:blipFill>
        <p:spPr bwMode="auto">
          <a:xfrm>
            <a:off x="3582719" y="3876840"/>
            <a:ext cx="484776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5203992" name=""/>
          <p:cNvSpPr txBox="1"/>
          <p:nvPr/>
        </p:nvSpPr>
        <p:spPr bwMode="auto">
          <a:xfrm>
            <a:off x="1300320" y="3324240"/>
            <a:ext cx="7130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It should </a:t>
            </a:r>
            <a:r>
              <a:rPr lang="en-US" sz="2150" b="1" u="none" strike="noStrike">
                <a:solidFill>
                  <a:srgbClr val="1F2328"/>
                </a:solidFill>
                <a:latin typeface="NotoSans"/>
                <a:ea typeface="NotoSans"/>
              </a:rPr>
              <a:t>not </a:t>
            </a: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replace the label for accessibility reasons.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598809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70223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79794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4308943" name=""/>
          <p:cNvSpPr/>
          <p:nvPr/>
        </p:nvSpPr>
        <p:spPr bwMode="auto">
          <a:xfrm>
            <a:off x="757080" y="2071440"/>
            <a:ext cx="10687320" cy="1400759"/>
          </a:xfrm>
          <a:custGeom>
            <a:avLst/>
            <a:gdLst/>
            <a:ahLst/>
            <a:cxnLst/>
            <a:rect l="0" t="0" r="r" b="b"/>
            <a:pathLst>
              <a:path w="29687" h="3891" fill="norm" stroke="1" extrusionOk="0">
                <a:moveTo>
                  <a:pt x="0" y="3745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8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3258542" name=""/>
          <p:cNvSpPr/>
          <p:nvPr/>
        </p:nvSpPr>
        <p:spPr bwMode="auto">
          <a:xfrm>
            <a:off x="757080" y="2071440"/>
            <a:ext cx="10687320" cy="1400759"/>
          </a:xfrm>
          <a:custGeom>
            <a:avLst/>
            <a:gdLst/>
            <a:ahLst/>
            <a:cxnLst/>
            <a:rect l="0" t="0" r="r" b="b"/>
            <a:pathLst>
              <a:path w="29687" h="3891" fill="norm" stroke="1" extrusionOk="0">
                <a:moveTo>
                  <a:pt x="0" y="3745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8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7695914" name=""/>
          <p:cNvSpPr/>
          <p:nvPr/>
        </p:nvSpPr>
        <p:spPr bwMode="auto">
          <a:xfrm>
            <a:off x="2866680" y="819000"/>
            <a:ext cx="1867320" cy="400320"/>
          </a:xfrm>
          <a:custGeom>
            <a:avLst/>
            <a:gdLst/>
            <a:ahLst/>
            <a:cxnLst/>
            <a:rect l="0" t="0" r="r" b="b"/>
            <a:pathLst>
              <a:path w="518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29" y="0"/>
                </a:lnTo>
                <a:cubicBezTo>
                  <a:pt x="5039" y="0"/>
                  <a:pt x="5049" y="1"/>
                  <a:pt x="5060" y="3"/>
                </a:cubicBezTo>
                <a:cubicBezTo>
                  <a:pt x="5070" y="5"/>
                  <a:pt x="5080" y="8"/>
                  <a:pt x="5089" y="12"/>
                </a:cubicBezTo>
                <a:cubicBezTo>
                  <a:pt x="5099" y="16"/>
                  <a:pt x="5108" y="21"/>
                  <a:pt x="5117" y="27"/>
                </a:cubicBezTo>
                <a:cubicBezTo>
                  <a:pt x="5125" y="32"/>
                  <a:pt x="5133" y="39"/>
                  <a:pt x="5141" y="46"/>
                </a:cubicBezTo>
                <a:cubicBezTo>
                  <a:pt x="5148" y="54"/>
                  <a:pt x="5155" y="62"/>
                  <a:pt x="5161" y="70"/>
                </a:cubicBezTo>
                <a:cubicBezTo>
                  <a:pt x="5166" y="79"/>
                  <a:pt x="5171" y="88"/>
                  <a:pt x="5175" y="98"/>
                </a:cubicBezTo>
                <a:cubicBezTo>
                  <a:pt x="5179" y="108"/>
                  <a:pt x="5182" y="117"/>
                  <a:pt x="5184" y="128"/>
                </a:cubicBezTo>
                <a:cubicBezTo>
                  <a:pt x="5186" y="138"/>
                  <a:pt x="5187" y="148"/>
                  <a:pt x="5187" y="159"/>
                </a:cubicBezTo>
                <a:lnTo>
                  <a:pt x="5187" y="953"/>
                </a:lnTo>
                <a:cubicBezTo>
                  <a:pt x="5187" y="964"/>
                  <a:pt x="5186" y="974"/>
                  <a:pt x="5184" y="984"/>
                </a:cubicBezTo>
                <a:cubicBezTo>
                  <a:pt x="5182" y="995"/>
                  <a:pt x="5179" y="1005"/>
                  <a:pt x="5175" y="1014"/>
                </a:cubicBezTo>
                <a:cubicBezTo>
                  <a:pt x="5171" y="1024"/>
                  <a:pt x="5166" y="1033"/>
                  <a:pt x="5161" y="1042"/>
                </a:cubicBezTo>
                <a:cubicBezTo>
                  <a:pt x="5155" y="1050"/>
                  <a:pt x="5148" y="1058"/>
                  <a:pt x="5141" y="1066"/>
                </a:cubicBezTo>
                <a:cubicBezTo>
                  <a:pt x="5133" y="1073"/>
                  <a:pt x="5125" y="1080"/>
                  <a:pt x="5117" y="1085"/>
                </a:cubicBezTo>
                <a:cubicBezTo>
                  <a:pt x="5108" y="1091"/>
                  <a:pt x="5099" y="1096"/>
                  <a:pt x="5089" y="1100"/>
                </a:cubicBezTo>
                <a:cubicBezTo>
                  <a:pt x="5080" y="1104"/>
                  <a:pt x="5070" y="1107"/>
                  <a:pt x="5060" y="1109"/>
                </a:cubicBezTo>
                <a:cubicBezTo>
                  <a:pt x="5049" y="1111"/>
                  <a:pt x="5039" y="1112"/>
                  <a:pt x="502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5388965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294183" name=""/>
          <p:cNvSpPr txBox="1"/>
          <p:nvPr/>
        </p:nvSpPr>
        <p:spPr bwMode="auto">
          <a:xfrm>
            <a:off x="2942280" y="815400"/>
            <a:ext cx="1727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password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0412322" name=""/>
          <p:cNvSpPr txBox="1"/>
          <p:nvPr/>
        </p:nvSpPr>
        <p:spPr bwMode="auto">
          <a:xfrm>
            <a:off x="747720" y="1523880"/>
            <a:ext cx="6996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Used to enter hidden or sensitive data like passwords.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7025014" name=""/>
          <p:cNvSpPr txBox="1"/>
          <p:nvPr/>
        </p:nvSpPr>
        <p:spPr bwMode="auto">
          <a:xfrm>
            <a:off x="914400" y="22334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221003" name=""/>
          <p:cNvSpPr txBox="1"/>
          <p:nvPr/>
        </p:nvSpPr>
        <p:spPr bwMode="auto">
          <a:xfrm>
            <a:off x="914400" y="2499840"/>
            <a:ext cx="3662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&gt;Password:&lt;/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4414740" name=""/>
          <p:cNvSpPr txBox="1"/>
          <p:nvPr/>
        </p:nvSpPr>
        <p:spPr bwMode="auto">
          <a:xfrm>
            <a:off x="914400" y="2776320"/>
            <a:ext cx="7324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"password"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"password"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required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2687436" name=""/>
          <p:cNvSpPr/>
          <p:nvPr/>
        </p:nvSpPr>
        <p:spPr bwMode="auto">
          <a:xfrm>
            <a:off x="1047600" y="380016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361640" name=""/>
          <p:cNvSpPr txBox="1"/>
          <p:nvPr/>
        </p:nvSpPr>
        <p:spPr bwMode="auto">
          <a:xfrm>
            <a:off x="914400" y="3043080"/>
            <a:ext cx="986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431921" name=""/>
          <p:cNvSpPr/>
          <p:nvPr/>
        </p:nvSpPr>
        <p:spPr bwMode="auto">
          <a:xfrm>
            <a:off x="1047600" y="428616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8624125" name=""/>
          <p:cNvSpPr txBox="1"/>
          <p:nvPr/>
        </p:nvSpPr>
        <p:spPr bwMode="auto">
          <a:xfrm>
            <a:off x="1300320" y="3648240"/>
            <a:ext cx="55267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Characters are visually masked for privacy.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61490839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3292784" y="4509000"/>
            <a:ext cx="4549969" cy="229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9222922" name=""/>
          <p:cNvSpPr txBox="1"/>
          <p:nvPr/>
        </p:nvSpPr>
        <p:spPr bwMode="auto">
          <a:xfrm>
            <a:off x="1300320" y="4133880"/>
            <a:ext cx="8647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value is still accessible to the browser and submitted normally.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28675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620843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969889" name=""/>
          <p:cNvSpPr/>
          <p:nvPr/>
        </p:nvSpPr>
        <p:spPr bwMode="auto">
          <a:xfrm flipH="0" flipV="0">
            <a:off x="-301424" y="0"/>
            <a:ext cx="12493544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253322" name=""/>
          <p:cNvSpPr/>
          <p:nvPr/>
        </p:nvSpPr>
        <p:spPr bwMode="auto">
          <a:xfrm flipH="0" flipV="0">
            <a:off x="455655" y="2490480"/>
            <a:ext cx="7177635" cy="1400759"/>
          </a:xfrm>
          <a:custGeom>
            <a:avLst/>
            <a:gdLst/>
            <a:ahLst/>
            <a:cxnLst/>
            <a:rect l="0" t="0" r="r" b="b"/>
            <a:pathLst>
              <a:path w="29687" h="3891" fill="norm" stroke="1" extrusionOk="0">
                <a:moveTo>
                  <a:pt x="0" y="37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4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2"/>
                  <a:pt x="29606" y="3876"/>
                  <a:pt x="29597" y="3880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80"/>
                </a:cubicBezTo>
                <a:cubicBezTo>
                  <a:pt x="81" y="3876"/>
                  <a:pt x="73" y="3872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4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327990" name=""/>
          <p:cNvSpPr/>
          <p:nvPr/>
        </p:nvSpPr>
        <p:spPr bwMode="auto">
          <a:xfrm flipH="0" flipV="0">
            <a:off x="455655" y="2490480"/>
            <a:ext cx="7177635" cy="1400759"/>
          </a:xfrm>
          <a:custGeom>
            <a:avLst/>
            <a:gdLst/>
            <a:ahLst/>
            <a:cxnLst/>
            <a:rect l="0" t="0" r="r" b="b"/>
            <a:pathLst>
              <a:path w="29687" h="3891" fill="norm" stroke="1" extrusionOk="0">
                <a:moveTo>
                  <a:pt x="0" y="37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4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2"/>
                  <a:pt x="29606" y="3876"/>
                  <a:pt x="29597" y="3880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80"/>
                </a:cubicBezTo>
                <a:cubicBezTo>
                  <a:pt x="81" y="3876"/>
                  <a:pt x="73" y="3872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4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152218" name=""/>
          <p:cNvSpPr/>
          <p:nvPr/>
        </p:nvSpPr>
        <p:spPr bwMode="auto">
          <a:xfrm>
            <a:off x="2866680" y="819000"/>
            <a:ext cx="1438920" cy="400320"/>
          </a:xfrm>
          <a:custGeom>
            <a:avLst/>
            <a:gdLst/>
            <a:ahLst/>
            <a:cxnLst/>
            <a:rect l="0" t="0" r="r" b="b"/>
            <a:pathLst>
              <a:path w="399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838" y="0"/>
                </a:lnTo>
                <a:cubicBezTo>
                  <a:pt x="3848" y="0"/>
                  <a:pt x="3859" y="1"/>
                  <a:pt x="3869" y="3"/>
                </a:cubicBezTo>
                <a:cubicBezTo>
                  <a:pt x="3879" y="5"/>
                  <a:pt x="3889" y="8"/>
                  <a:pt x="3899" y="12"/>
                </a:cubicBezTo>
                <a:cubicBezTo>
                  <a:pt x="3908" y="16"/>
                  <a:pt x="3917" y="21"/>
                  <a:pt x="3926" y="27"/>
                </a:cubicBezTo>
                <a:cubicBezTo>
                  <a:pt x="3935" y="32"/>
                  <a:pt x="3943" y="39"/>
                  <a:pt x="3950" y="46"/>
                </a:cubicBezTo>
                <a:cubicBezTo>
                  <a:pt x="3958" y="54"/>
                  <a:pt x="3964" y="62"/>
                  <a:pt x="3970" y="70"/>
                </a:cubicBezTo>
                <a:cubicBezTo>
                  <a:pt x="3976" y="79"/>
                  <a:pt x="3981" y="88"/>
                  <a:pt x="3985" y="98"/>
                </a:cubicBezTo>
                <a:cubicBezTo>
                  <a:pt x="3989" y="108"/>
                  <a:pt x="3992" y="117"/>
                  <a:pt x="3994" y="128"/>
                </a:cubicBezTo>
                <a:cubicBezTo>
                  <a:pt x="3996" y="138"/>
                  <a:pt x="3997" y="148"/>
                  <a:pt x="3997" y="159"/>
                </a:cubicBezTo>
                <a:lnTo>
                  <a:pt x="3997" y="953"/>
                </a:lnTo>
                <a:cubicBezTo>
                  <a:pt x="3997" y="964"/>
                  <a:pt x="3996" y="974"/>
                  <a:pt x="3994" y="984"/>
                </a:cubicBezTo>
                <a:cubicBezTo>
                  <a:pt x="3992" y="995"/>
                  <a:pt x="3989" y="1005"/>
                  <a:pt x="3985" y="1014"/>
                </a:cubicBezTo>
                <a:cubicBezTo>
                  <a:pt x="3981" y="1024"/>
                  <a:pt x="3976" y="1033"/>
                  <a:pt x="3970" y="1042"/>
                </a:cubicBezTo>
                <a:cubicBezTo>
                  <a:pt x="3964" y="1050"/>
                  <a:pt x="3958" y="1058"/>
                  <a:pt x="3950" y="1066"/>
                </a:cubicBezTo>
                <a:cubicBezTo>
                  <a:pt x="3943" y="1073"/>
                  <a:pt x="3935" y="1080"/>
                  <a:pt x="3926" y="1085"/>
                </a:cubicBezTo>
                <a:cubicBezTo>
                  <a:pt x="3917" y="1091"/>
                  <a:pt x="3908" y="1096"/>
                  <a:pt x="3899" y="1100"/>
                </a:cubicBezTo>
                <a:cubicBezTo>
                  <a:pt x="3889" y="1104"/>
                  <a:pt x="3879" y="1107"/>
                  <a:pt x="3869" y="1109"/>
                </a:cubicBezTo>
                <a:cubicBezTo>
                  <a:pt x="3859" y="1111"/>
                  <a:pt x="3848" y="1112"/>
                  <a:pt x="3838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4914426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245507" name=""/>
          <p:cNvSpPr txBox="1"/>
          <p:nvPr/>
        </p:nvSpPr>
        <p:spPr bwMode="auto">
          <a:xfrm>
            <a:off x="2942280" y="815400"/>
            <a:ext cx="129564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hidden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093423" name=""/>
          <p:cNvSpPr txBox="1"/>
          <p:nvPr/>
        </p:nvSpPr>
        <p:spPr bwMode="auto">
          <a:xfrm>
            <a:off x="747720" y="1523880"/>
            <a:ext cx="6009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Used to store data that users don't see or edit.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840179" name=""/>
          <p:cNvSpPr txBox="1"/>
          <p:nvPr/>
        </p:nvSpPr>
        <p:spPr bwMode="auto">
          <a:xfrm>
            <a:off x="747720" y="1933560"/>
            <a:ext cx="7039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Commonly used for IDs, tokens, or metadata in forms.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8434886" name=""/>
          <p:cNvSpPr txBox="1"/>
          <p:nvPr/>
        </p:nvSpPr>
        <p:spPr bwMode="auto">
          <a:xfrm>
            <a:off x="612975" y="2652480"/>
            <a:ext cx="3380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action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"/profile"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265851" name=""/>
          <p:cNvSpPr txBox="1"/>
          <p:nvPr/>
        </p:nvSpPr>
        <p:spPr bwMode="auto">
          <a:xfrm>
            <a:off x="612975" y="2919240"/>
            <a:ext cx="6909325" cy="2822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"hidden"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"user_id"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"42"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4111894" name=""/>
          <p:cNvSpPr txBox="1"/>
          <p:nvPr/>
        </p:nvSpPr>
        <p:spPr bwMode="auto">
          <a:xfrm>
            <a:off x="612975" y="3195360"/>
            <a:ext cx="647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"submit"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"View Profile"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312852" name=""/>
          <p:cNvSpPr/>
          <p:nvPr/>
        </p:nvSpPr>
        <p:spPr bwMode="auto">
          <a:xfrm>
            <a:off x="1047600" y="421956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9351421" name=""/>
          <p:cNvSpPr txBox="1"/>
          <p:nvPr/>
        </p:nvSpPr>
        <p:spPr bwMode="auto">
          <a:xfrm>
            <a:off x="612975" y="3462120"/>
            <a:ext cx="986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15108257" name="" descr=""/>
          <p:cNvPicPr/>
          <p:nvPr/>
        </p:nvPicPr>
        <p:blipFill rotWithShape="1">
          <a:blip r:embed="rId3"/>
          <a:srcRect l="13150" t="7797" r="15067" b="13293"/>
          <a:stretch/>
        </p:blipFill>
        <p:spPr bwMode="auto">
          <a:xfrm flipH="0" flipV="0">
            <a:off x="7787520" y="193020"/>
            <a:ext cx="4348136" cy="341195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6707299" name=""/>
          <p:cNvSpPr txBox="1"/>
          <p:nvPr/>
        </p:nvSpPr>
        <p:spPr bwMode="auto">
          <a:xfrm>
            <a:off x="1300320" y="4067280"/>
            <a:ext cx="85435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Hidden inputs are not visible but included in the form submission.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057139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055640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32119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472504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2154419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9313874" name=""/>
          <p:cNvSpPr/>
          <p:nvPr/>
        </p:nvSpPr>
        <p:spPr bwMode="auto">
          <a:xfrm>
            <a:off x="2866680" y="819000"/>
            <a:ext cx="1229400" cy="400320"/>
          </a:xfrm>
          <a:custGeom>
            <a:avLst/>
            <a:gdLst/>
            <a:ahLst/>
            <a:cxnLst/>
            <a:rect l="0" t="0" r="r" b="b"/>
            <a:pathLst>
              <a:path w="3415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256" y="0"/>
                </a:lnTo>
                <a:cubicBezTo>
                  <a:pt x="3266" y="0"/>
                  <a:pt x="3277" y="1"/>
                  <a:pt x="3287" y="3"/>
                </a:cubicBezTo>
                <a:cubicBezTo>
                  <a:pt x="3297" y="5"/>
                  <a:pt x="3307" y="8"/>
                  <a:pt x="3317" y="12"/>
                </a:cubicBezTo>
                <a:cubicBezTo>
                  <a:pt x="3326" y="16"/>
                  <a:pt x="3335" y="21"/>
                  <a:pt x="3344" y="27"/>
                </a:cubicBezTo>
                <a:cubicBezTo>
                  <a:pt x="3353" y="32"/>
                  <a:pt x="3361" y="39"/>
                  <a:pt x="3368" y="46"/>
                </a:cubicBezTo>
                <a:cubicBezTo>
                  <a:pt x="3375" y="54"/>
                  <a:pt x="3382" y="62"/>
                  <a:pt x="3388" y="70"/>
                </a:cubicBezTo>
                <a:cubicBezTo>
                  <a:pt x="3394" y="79"/>
                  <a:pt x="3399" y="88"/>
                  <a:pt x="3402" y="98"/>
                </a:cubicBezTo>
                <a:cubicBezTo>
                  <a:pt x="3406" y="108"/>
                  <a:pt x="3409" y="117"/>
                  <a:pt x="3412" y="128"/>
                </a:cubicBezTo>
                <a:cubicBezTo>
                  <a:pt x="3414" y="138"/>
                  <a:pt x="3415" y="148"/>
                  <a:pt x="3415" y="159"/>
                </a:cubicBezTo>
                <a:lnTo>
                  <a:pt x="3415" y="953"/>
                </a:lnTo>
                <a:cubicBezTo>
                  <a:pt x="3415" y="964"/>
                  <a:pt x="3414" y="974"/>
                  <a:pt x="3412" y="984"/>
                </a:cubicBezTo>
                <a:cubicBezTo>
                  <a:pt x="3409" y="995"/>
                  <a:pt x="3406" y="1005"/>
                  <a:pt x="3402" y="1014"/>
                </a:cubicBezTo>
                <a:cubicBezTo>
                  <a:pt x="3399" y="1024"/>
                  <a:pt x="3394" y="1033"/>
                  <a:pt x="3388" y="1042"/>
                </a:cubicBezTo>
                <a:cubicBezTo>
                  <a:pt x="3382" y="1050"/>
                  <a:pt x="3375" y="1058"/>
                  <a:pt x="3368" y="1066"/>
                </a:cubicBezTo>
                <a:cubicBezTo>
                  <a:pt x="3361" y="1073"/>
                  <a:pt x="3353" y="1080"/>
                  <a:pt x="3344" y="1085"/>
                </a:cubicBezTo>
                <a:cubicBezTo>
                  <a:pt x="3335" y="1091"/>
                  <a:pt x="3326" y="1096"/>
                  <a:pt x="3317" y="1100"/>
                </a:cubicBezTo>
                <a:cubicBezTo>
                  <a:pt x="3307" y="1104"/>
                  <a:pt x="3297" y="1107"/>
                  <a:pt x="3287" y="1109"/>
                </a:cubicBezTo>
                <a:cubicBezTo>
                  <a:pt x="3277" y="1111"/>
                  <a:pt x="3266" y="1112"/>
                  <a:pt x="3256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6340737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6680772" name=""/>
          <p:cNvSpPr txBox="1"/>
          <p:nvPr/>
        </p:nvSpPr>
        <p:spPr bwMode="auto">
          <a:xfrm>
            <a:off x="2942280" y="815400"/>
            <a:ext cx="1080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color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887260" name=""/>
          <p:cNvSpPr txBox="1"/>
          <p:nvPr/>
        </p:nvSpPr>
        <p:spPr bwMode="auto">
          <a:xfrm>
            <a:off x="747720" y="1523880"/>
            <a:ext cx="5534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Provides a color picker for selecting colors.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207528" name=""/>
          <p:cNvSpPr txBox="1"/>
          <p:nvPr/>
        </p:nvSpPr>
        <p:spPr bwMode="auto">
          <a:xfrm>
            <a:off x="914400" y="2233440"/>
            <a:ext cx="4225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&gt;Choose a color:&lt;/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5298677" name=""/>
          <p:cNvSpPr/>
          <p:nvPr/>
        </p:nvSpPr>
        <p:spPr bwMode="auto">
          <a:xfrm>
            <a:off x="1047600" y="32572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8160024" name=""/>
          <p:cNvSpPr txBox="1"/>
          <p:nvPr/>
        </p:nvSpPr>
        <p:spPr bwMode="auto">
          <a:xfrm>
            <a:off x="914400" y="2499840"/>
            <a:ext cx="7887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"color"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"themeColor"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"#1e90ff"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3898602" name=""/>
          <p:cNvSpPr/>
          <p:nvPr/>
        </p:nvSpPr>
        <p:spPr bwMode="auto">
          <a:xfrm>
            <a:off x="5095800" y="3162240"/>
            <a:ext cx="1171800" cy="352800"/>
          </a:xfrm>
          <a:custGeom>
            <a:avLst/>
            <a:gdLst/>
            <a:ahLst/>
            <a:cxnLst/>
            <a:rect l="0" t="0" r="r" b="b"/>
            <a:pathLst>
              <a:path w="3255" h="980" fill="norm" stroke="1" extrusionOk="0">
                <a:moveTo>
                  <a:pt x="0" y="82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096" y="0"/>
                </a:lnTo>
                <a:cubicBezTo>
                  <a:pt x="3107" y="0"/>
                  <a:pt x="3117" y="1"/>
                  <a:pt x="3127" y="3"/>
                </a:cubicBezTo>
                <a:cubicBezTo>
                  <a:pt x="3138" y="5"/>
                  <a:pt x="3147" y="8"/>
                  <a:pt x="3157" y="12"/>
                </a:cubicBezTo>
                <a:cubicBezTo>
                  <a:pt x="3167" y="16"/>
                  <a:pt x="3176" y="21"/>
                  <a:pt x="3185" y="26"/>
                </a:cubicBezTo>
                <a:cubicBezTo>
                  <a:pt x="3193" y="32"/>
                  <a:pt x="3201" y="39"/>
                  <a:pt x="3209" y="46"/>
                </a:cubicBezTo>
                <a:cubicBezTo>
                  <a:pt x="3216" y="54"/>
                  <a:pt x="3223" y="62"/>
                  <a:pt x="3228" y="70"/>
                </a:cubicBezTo>
                <a:cubicBezTo>
                  <a:pt x="3234" y="79"/>
                  <a:pt x="3239" y="88"/>
                  <a:pt x="3243" y="98"/>
                </a:cubicBezTo>
                <a:cubicBezTo>
                  <a:pt x="3247" y="107"/>
                  <a:pt x="3250" y="117"/>
                  <a:pt x="3252" y="127"/>
                </a:cubicBezTo>
                <a:cubicBezTo>
                  <a:pt x="3254" y="138"/>
                  <a:pt x="3255" y="148"/>
                  <a:pt x="3255" y="158"/>
                </a:cubicBezTo>
                <a:lnTo>
                  <a:pt x="3255" y="821"/>
                </a:lnTo>
                <a:cubicBezTo>
                  <a:pt x="3255" y="831"/>
                  <a:pt x="3254" y="842"/>
                  <a:pt x="3252" y="852"/>
                </a:cubicBezTo>
                <a:cubicBezTo>
                  <a:pt x="3250" y="862"/>
                  <a:pt x="3247" y="872"/>
                  <a:pt x="3243" y="882"/>
                </a:cubicBezTo>
                <a:cubicBezTo>
                  <a:pt x="3239" y="891"/>
                  <a:pt x="3234" y="900"/>
                  <a:pt x="3228" y="909"/>
                </a:cubicBezTo>
                <a:cubicBezTo>
                  <a:pt x="3223" y="918"/>
                  <a:pt x="3216" y="926"/>
                  <a:pt x="3209" y="933"/>
                </a:cubicBezTo>
                <a:cubicBezTo>
                  <a:pt x="3201" y="940"/>
                  <a:pt x="3193" y="947"/>
                  <a:pt x="3185" y="953"/>
                </a:cubicBezTo>
                <a:cubicBezTo>
                  <a:pt x="3176" y="959"/>
                  <a:pt x="3167" y="964"/>
                  <a:pt x="3157" y="968"/>
                </a:cubicBezTo>
                <a:cubicBezTo>
                  <a:pt x="3147" y="972"/>
                  <a:pt x="3138" y="975"/>
                  <a:pt x="3127" y="977"/>
                </a:cubicBezTo>
                <a:cubicBezTo>
                  <a:pt x="3117" y="979"/>
                  <a:pt x="3107" y="980"/>
                  <a:pt x="3096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0"/>
                  <a:pt x="46" y="933"/>
                </a:cubicBezTo>
                <a:cubicBezTo>
                  <a:pt x="39" y="926"/>
                  <a:pt x="32" y="918"/>
                  <a:pt x="26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2056779" name=""/>
          <p:cNvSpPr txBox="1"/>
          <p:nvPr/>
        </p:nvSpPr>
        <p:spPr bwMode="auto">
          <a:xfrm>
            <a:off x="1300320" y="3105000"/>
            <a:ext cx="3792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Returns a hex color code like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35000" name=""/>
          <p:cNvSpPr txBox="1"/>
          <p:nvPr/>
        </p:nvSpPr>
        <p:spPr bwMode="auto">
          <a:xfrm>
            <a:off x="5185440" y="321372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#1e90ff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100704" name=""/>
          <p:cNvSpPr/>
          <p:nvPr/>
        </p:nvSpPr>
        <p:spPr bwMode="auto">
          <a:xfrm>
            <a:off x="1047600" y="376236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49"/>
                  <a:pt x="262" y="166"/>
                  <a:pt x="255" y="182"/>
                </a:cubicBezTo>
                <a:cubicBezTo>
                  <a:pt x="249" y="199"/>
                  <a:pt x="239" y="213"/>
                  <a:pt x="227" y="225"/>
                </a:cubicBezTo>
                <a:cubicBezTo>
                  <a:pt x="214" y="238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8"/>
                  <a:pt x="39" y="225"/>
                </a:cubicBezTo>
                <a:cubicBezTo>
                  <a:pt x="26" y="213"/>
                  <a:pt x="17" y="199"/>
                  <a:pt x="10" y="182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1792108" name=""/>
          <p:cNvSpPr txBox="1"/>
          <p:nvPr/>
        </p:nvSpPr>
        <p:spPr bwMode="auto">
          <a:xfrm>
            <a:off x="6265440" y="310500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32212772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6541199" y="3105000"/>
            <a:ext cx="5586287" cy="356694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5117948" name=""/>
          <p:cNvSpPr txBox="1"/>
          <p:nvPr/>
        </p:nvSpPr>
        <p:spPr bwMode="auto">
          <a:xfrm>
            <a:off x="1300320" y="3610080"/>
            <a:ext cx="49305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Supported by most modern browsers.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758284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39946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015179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2235119" name=""/>
          <p:cNvSpPr/>
          <p:nvPr/>
        </p:nvSpPr>
        <p:spPr bwMode="auto">
          <a:xfrm>
            <a:off x="757080" y="2071440"/>
            <a:ext cx="10687320" cy="1667160"/>
          </a:xfrm>
          <a:custGeom>
            <a:avLst/>
            <a:gdLst/>
            <a:ahLst/>
            <a:cxnLst/>
            <a:rect l="0" t="0" r="r" b="b"/>
            <a:pathLst>
              <a:path w="29687" h="4631" fill="norm" stroke="1" extrusionOk="0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6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765365" name=""/>
          <p:cNvSpPr/>
          <p:nvPr/>
        </p:nvSpPr>
        <p:spPr bwMode="auto">
          <a:xfrm>
            <a:off x="757080" y="2071440"/>
            <a:ext cx="10687320" cy="1667160"/>
          </a:xfrm>
          <a:custGeom>
            <a:avLst/>
            <a:gdLst/>
            <a:ahLst/>
            <a:cxnLst/>
            <a:rect l="0" t="0" r="r" b="b"/>
            <a:pathLst>
              <a:path w="29687" h="4631" fill="norm" stroke="1" extrusionOk="0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6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100008" name=""/>
          <p:cNvSpPr/>
          <p:nvPr/>
        </p:nvSpPr>
        <p:spPr bwMode="auto">
          <a:xfrm>
            <a:off x="2866680" y="819000"/>
            <a:ext cx="1229400" cy="400320"/>
          </a:xfrm>
          <a:custGeom>
            <a:avLst/>
            <a:gdLst/>
            <a:ahLst/>
            <a:cxnLst/>
            <a:rect l="0" t="0" r="r" b="b"/>
            <a:pathLst>
              <a:path w="3415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256" y="0"/>
                </a:lnTo>
                <a:cubicBezTo>
                  <a:pt x="3266" y="0"/>
                  <a:pt x="3277" y="1"/>
                  <a:pt x="3287" y="3"/>
                </a:cubicBezTo>
                <a:cubicBezTo>
                  <a:pt x="3297" y="5"/>
                  <a:pt x="3307" y="8"/>
                  <a:pt x="3317" y="12"/>
                </a:cubicBezTo>
                <a:cubicBezTo>
                  <a:pt x="3326" y="16"/>
                  <a:pt x="3335" y="21"/>
                  <a:pt x="3344" y="27"/>
                </a:cubicBezTo>
                <a:cubicBezTo>
                  <a:pt x="3353" y="32"/>
                  <a:pt x="3361" y="39"/>
                  <a:pt x="3368" y="46"/>
                </a:cubicBezTo>
                <a:cubicBezTo>
                  <a:pt x="3375" y="54"/>
                  <a:pt x="3382" y="62"/>
                  <a:pt x="3388" y="70"/>
                </a:cubicBezTo>
                <a:cubicBezTo>
                  <a:pt x="3394" y="79"/>
                  <a:pt x="3399" y="88"/>
                  <a:pt x="3402" y="98"/>
                </a:cubicBezTo>
                <a:cubicBezTo>
                  <a:pt x="3406" y="108"/>
                  <a:pt x="3409" y="117"/>
                  <a:pt x="3412" y="128"/>
                </a:cubicBezTo>
                <a:cubicBezTo>
                  <a:pt x="3414" y="138"/>
                  <a:pt x="3415" y="148"/>
                  <a:pt x="3415" y="159"/>
                </a:cubicBezTo>
                <a:lnTo>
                  <a:pt x="3415" y="953"/>
                </a:lnTo>
                <a:cubicBezTo>
                  <a:pt x="3415" y="964"/>
                  <a:pt x="3414" y="974"/>
                  <a:pt x="3412" y="984"/>
                </a:cubicBezTo>
                <a:cubicBezTo>
                  <a:pt x="3409" y="995"/>
                  <a:pt x="3406" y="1005"/>
                  <a:pt x="3402" y="1014"/>
                </a:cubicBezTo>
                <a:cubicBezTo>
                  <a:pt x="3399" y="1024"/>
                  <a:pt x="3394" y="1033"/>
                  <a:pt x="3388" y="1042"/>
                </a:cubicBezTo>
                <a:cubicBezTo>
                  <a:pt x="3382" y="1050"/>
                  <a:pt x="3375" y="1058"/>
                  <a:pt x="3368" y="1066"/>
                </a:cubicBezTo>
                <a:cubicBezTo>
                  <a:pt x="3361" y="1073"/>
                  <a:pt x="3353" y="1080"/>
                  <a:pt x="3344" y="1085"/>
                </a:cubicBezTo>
                <a:cubicBezTo>
                  <a:pt x="3335" y="1091"/>
                  <a:pt x="3326" y="1096"/>
                  <a:pt x="3317" y="1100"/>
                </a:cubicBezTo>
                <a:cubicBezTo>
                  <a:pt x="3307" y="1104"/>
                  <a:pt x="3297" y="1107"/>
                  <a:pt x="3287" y="1109"/>
                </a:cubicBezTo>
                <a:cubicBezTo>
                  <a:pt x="3277" y="1111"/>
                  <a:pt x="3266" y="1112"/>
                  <a:pt x="3256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4614558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6259254" name=""/>
          <p:cNvSpPr txBox="1"/>
          <p:nvPr/>
        </p:nvSpPr>
        <p:spPr bwMode="auto">
          <a:xfrm>
            <a:off x="2942280" y="815400"/>
            <a:ext cx="1080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reset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1163977" name=""/>
          <p:cNvSpPr txBox="1"/>
          <p:nvPr/>
        </p:nvSpPr>
        <p:spPr bwMode="auto">
          <a:xfrm>
            <a:off x="747720" y="1523880"/>
            <a:ext cx="6118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Resets all inputs in a form to their initial values.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9705694" name=""/>
          <p:cNvSpPr txBox="1"/>
          <p:nvPr/>
        </p:nvSpPr>
        <p:spPr bwMode="auto">
          <a:xfrm>
            <a:off x="914400" y="22334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127280" name=""/>
          <p:cNvSpPr txBox="1"/>
          <p:nvPr/>
        </p:nvSpPr>
        <p:spPr bwMode="auto">
          <a:xfrm>
            <a:off x="914400" y="2499840"/>
            <a:ext cx="7323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"username"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"John"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79850" name=""/>
          <p:cNvSpPr txBox="1"/>
          <p:nvPr/>
        </p:nvSpPr>
        <p:spPr bwMode="auto">
          <a:xfrm>
            <a:off x="914400" y="2776320"/>
            <a:ext cx="56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"color"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"#ff0000"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9040337" name=""/>
          <p:cNvSpPr txBox="1"/>
          <p:nvPr/>
        </p:nvSpPr>
        <p:spPr bwMode="auto">
          <a:xfrm>
            <a:off x="914400" y="3043080"/>
            <a:ext cx="605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"reset"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"Reset Form"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4006165" name=""/>
          <p:cNvSpPr/>
          <p:nvPr/>
        </p:nvSpPr>
        <p:spPr bwMode="auto">
          <a:xfrm>
            <a:off x="1047600" y="406692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2133548" name=""/>
          <p:cNvSpPr txBox="1"/>
          <p:nvPr/>
        </p:nvSpPr>
        <p:spPr bwMode="auto">
          <a:xfrm>
            <a:off x="914400" y="3309480"/>
            <a:ext cx="986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form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3533692" name=""/>
          <p:cNvSpPr/>
          <p:nvPr/>
        </p:nvSpPr>
        <p:spPr bwMode="auto">
          <a:xfrm>
            <a:off x="1047600" y="455292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49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7825713" name=""/>
          <p:cNvSpPr txBox="1"/>
          <p:nvPr/>
        </p:nvSpPr>
        <p:spPr bwMode="auto">
          <a:xfrm>
            <a:off x="1300320" y="3914640"/>
            <a:ext cx="7268039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It doesn't clear the form completely; it restores defaults.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77445727" name="" descr=""/>
          <p:cNvPicPr/>
          <p:nvPr/>
        </p:nvPicPr>
        <p:blipFill rotWithShape="1">
          <a:blip r:embed="rId3"/>
          <a:srcRect l="4919" t="8130" r="4918" b="8129"/>
          <a:stretch/>
        </p:blipFill>
        <p:spPr bwMode="auto">
          <a:xfrm flipH="0" flipV="0">
            <a:off x="6548760" y="4289760"/>
            <a:ext cx="5125317" cy="252525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397694" name=""/>
          <p:cNvSpPr txBox="1"/>
          <p:nvPr/>
        </p:nvSpPr>
        <p:spPr bwMode="auto">
          <a:xfrm>
            <a:off x="1300320" y="4400640"/>
            <a:ext cx="4990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Often used alongside a submit button.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23919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8756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2495309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133563" name=""/>
          <p:cNvSpPr/>
          <p:nvPr/>
        </p:nvSpPr>
        <p:spPr bwMode="auto">
          <a:xfrm>
            <a:off x="757080" y="2071440"/>
            <a:ext cx="10687320" cy="581400"/>
          </a:xfrm>
          <a:custGeom>
            <a:avLst/>
            <a:gdLst/>
            <a:ahLst/>
            <a:cxnLst/>
            <a:rect l="0" t="0" r="r" b="b"/>
            <a:pathLst>
              <a:path w="29687" h="1615" fill="norm" stroke="1" extrusionOk="0">
                <a:moveTo>
                  <a:pt x="0" y="146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69"/>
                </a:lnTo>
                <a:cubicBezTo>
                  <a:pt x="29687" y="1478"/>
                  <a:pt x="29686" y="1488"/>
                  <a:pt x="29684" y="1497"/>
                </a:cubicBezTo>
                <a:cubicBezTo>
                  <a:pt x="29683" y="1507"/>
                  <a:pt x="29680" y="1516"/>
                  <a:pt x="29676" y="1525"/>
                </a:cubicBezTo>
                <a:cubicBezTo>
                  <a:pt x="29672" y="1534"/>
                  <a:pt x="29668" y="1543"/>
                  <a:pt x="29663" y="1550"/>
                </a:cubicBezTo>
                <a:cubicBezTo>
                  <a:pt x="29657" y="1558"/>
                  <a:pt x="29651" y="1566"/>
                  <a:pt x="29645" y="1573"/>
                </a:cubicBezTo>
                <a:cubicBezTo>
                  <a:pt x="29638" y="1579"/>
                  <a:pt x="29630" y="1585"/>
                  <a:pt x="29623" y="1591"/>
                </a:cubicBezTo>
                <a:cubicBezTo>
                  <a:pt x="29615" y="1596"/>
                  <a:pt x="29606" y="1600"/>
                  <a:pt x="29597" y="1604"/>
                </a:cubicBezTo>
                <a:cubicBezTo>
                  <a:pt x="29589" y="1608"/>
                  <a:pt x="29579" y="1610"/>
                  <a:pt x="29570" y="1612"/>
                </a:cubicBezTo>
                <a:cubicBezTo>
                  <a:pt x="29561" y="1614"/>
                  <a:pt x="29551" y="1615"/>
                  <a:pt x="29542" y="1615"/>
                </a:cubicBezTo>
                <a:lnTo>
                  <a:pt x="145" y="1615"/>
                </a:lnTo>
                <a:cubicBezTo>
                  <a:pt x="136" y="1615"/>
                  <a:pt x="126" y="1614"/>
                  <a:pt x="117" y="1612"/>
                </a:cubicBezTo>
                <a:cubicBezTo>
                  <a:pt x="108" y="1610"/>
                  <a:pt x="99" y="1608"/>
                  <a:pt x="90" y="1604"/>
                </a:cubicBezTo>
                <a:cubicBezTo>
                  <a:pt x="81" y="1600"/>
                  <a:pt x="73" y="1596"/>
                  <a:pt x="65" y="1591"/>
                </a:cubicBezTo>
                <a:cubicBezTo>
                  <a:pt x="57" y="1585"/>
                  <a:pt x="49" y="1579"/>
                  <a:pt x="43" y="1573"/>
                </a:cubicBezTo>
                <a:cubicBezTo>
                  <a:pt x="36" y="1566"/>
                  <a:pt x="30" y="1558"/>
                  <a:pt x="24" y="1550"/>
                </a:cubicBezTo>
                <a:cubicBezTo>
                  <a:pt x="19" y="1543"/>
                  <a:pt x="15" y="1534"/>
                  <a:pt x="11" y="1525"/>
                </a:cubicBezTo>
                <a:cubicBezTo>
                  <a:pt x="7" y="1516"/>
                  <a:pt x="5" y="1507"/>
                  <a:pt x="3" y="1497"/>
                </a:cubicBezTo>
                <a:cubicBezTo>
                  <a:pt x="1" y="1488"/>
                  <a:pt x="0" y="1478"/>
                  <a:pt x="0" y="146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498040" name=""/>
          <p:cNvSpPr/>
          <p:nvPr/>
        </p:nvSpPr>
        <p:spPr bwMode="auto">
          <a:xfrm>
            <a:off x="757080" y="2071440"/>
            <a:ext cx="10687320" cy="581400"/>
          </a:xfrm>
          <a:custGeom>
            <a:avLst/>
            <a:gdLst/>
            <a:ahLst/>
            <a:cxnLst/>
            <a:rect l="0" t="0" r="r" b="b"/>
            <a:pathLst>
              <a:path w="29687" h="1615" fill="norm" stroke="1" extrusionOk="0">
                <a:moveTo>
                  <a:pt x="0" y="146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69"/>
                </a:lnTo>
                <a:cubicBezTo>
                  <a:pt x="29687" y="1478"/>
                  <a:pt x="29686" y="1488"/>
                  <a:pt x="29684" y="1497"/>
                </a:cubicBezTo>
                <a:cubicBezTo>
                  <a:pt x="29683" y="1507"/>
                  <a:pt x="29680" y="1516"/>
                  <a:pt x="29676" y="1525"/>
                </a:cubicBezTo>
                <a:cubicBezTo>
                  <a:pt x="29672" y="1534"/>
                  <a:pt x="29668" y="1543"/>
                  <a:pt x="29663" y="1550"/>
                </a:cubicBezTo>
                <a:cubicBezTo>
                  <a:pt x="29657" y="1558"/>
                  <a:pt x="29651" y="1566"/>
                  <a:pt x="29645" y="1573"/>
                </a:cubicBezTo>
                <a:cubicBezTo>
                  <a:pt x="29638" y="1579"/>
                  <a:pt x="29630" y="1585"/>
                  <a:pt x="29623" y="1591"/>
                </a:cubicBezTo>
                <a:cubicBezTo>
                  <a:pt x="29615" y="1596"/>
                  <a:pt x="29606" y="1600"/>
                  <a:pt x="29597" y="1604"/>
                </a:cubicBezTo>
                <a:cubicBezTo>
                  <a:pt x="29589" y="1608"/>
                  <a:pt x="29579" y="1610"/>
                  <a:pt x="29570" y="1612"/>
                </a:cubicBezTo>
                <a:cubicBezTo>
                  <a:pt x="29561" y="1614"/>
                  <a:pt x="29551" y="1615"/>
                  <a:pt x="29542" y="1615"/>
                </a:cubicBezTo>
                <a:lnTo>
                  <a:pt x="145" y="1615"/>
                </a:lnTo>
                <a:cubicBezTo>
                  <a:pt x="136" y="1615"/>
                  <a:pt x="126" y="1614"/>
                  <a:pt x="117" y="1612"/>
                </a:cubicBezTo>
                <a:cubicBezTo>
                  <a:pt x="108" y="1610"/>
                  <a:pt x="99" y="1608"/>
                  <a:pt x="90" y="1604"/>
                </a:cubicBezTo>
                <a:cubicBezTo>
                  <a:pt x="81" y="1600"/>
                  <a:pt x="73" y="1596"/>
                  <a:pt x="65" y="1591"/>
                </a:cubicBezTo>
                <a:cubicBezTo>
                  <a:pt x="57" y="1585"/>
                  <a:pt x="49" y="1579"/>
                  <a:pt x="43" y="1573"/>
                </a:cubicBezTo>
                <a:cubicBezTo>
                  <a:pt x="36" y="1566"/>
                  <a:pt x="30" y="1558"/>
                  <a:pt x="24" y="1550"/>
                </a:cubicBezTo>
                <a:cubicBezTo>
                  <a:pt x="19" y="1543"/>
                  <a:pt x="15" y="1534"/>
                  <a:pt x="11" y="1525"/>
                </a:cubicBezTo>
                <a:cubicBezTo>
                  <a:pt x="7" y="1516"/>
                  <a:pt x="5" y="1507"/>
                  <a:pt x="3" y="1497"/>
                </a:cubicBezTo>
                <a:cubicBezTo>
                  <a:pt x="1" y="1488"/>
                  <a:pt x="0" y="1478"/>
                  <a:pt x="0" y="146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1454961" name=""/>
          <p:cNvSpPr/>
          <p:nvPr/>
        </p:nvSpPr>
        <p:spPr bwMode="auto">
          <a:xfrm>
            <a:off x="2866680" y="819000"/>
            <a:ext cx="1229400" cy="400320"/>
          </a:xfrm>
          <a:custGeom>
            <a:avLst/>
            <a:gdLst/>
            <a:ahLst/>
            <a:cxnLst/>
            <a:rect l="0" t="0" r="r" b="b"/>
            <a:pathLst>
              <a:path w="3415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256" y="0"/>
                </a:lnTo>
                <a:cubicBezTo>
                  <a:pt x="3266" y="0"/>
                  <a:pt x="3277" y="1"/>
                  <a:pt x="3287" y="3"/>
                </a:cubicBezTo>
                <a:cubicBezTo>
                  <a:pt x="3297" y="5"/>
                  <a:pt x="3307" y="8"/>
                  <a:pt x="3317" y="12"/>
                </a:cubicBezTo>
                <a:cubicBezTo>
                  <a:pt x="3326" y="16"/>
                  <a:pt x="3335" y="21"/>
                  <a:pt x="3344" y="27"/>
                </a:cubicBezTo>
                <a:cubicBezTo>
                  <a:pt x="3353" y="32"/>
                  <a:pt x="3361" y="39"/>
                  <a:pt x="3368" y="46"/>
                </a:cubicBezTo>
                <a:cubicBezTo>
                  <a:pt x="3375" y="54"/>
                  <a:pt x="3382" y="62"/>
                  <a:pt x="3388" y="70"/>
                </a:cubicBezTo>
                <a:cubicBezTo>
                  <a:pt x="3394" y="79"/>
                  <a:pt x="3399" y="88"/>
                  <a:pt x="3402" y="98"/>
                </a:cubicBezTo>
                <a:cubicBezTo>
                  <a:pt x="3406" y="108"/>
                  <a:pt x="3409" y="117"/>
                  <a:pt x="3412" y="128"/>
                </a:cubicBezTo>
                <a:cubicBezTo>
                  <a:pt x="3414" y="138"/>
                  <a:pt x="3415" y="148"/>
                  <a:pt x="3415" y="159"/>
                </a:cubicBezTo>
                <a:lnTo>
                  <a:pt x="3415" y="953"/>
                </a:lnTo>
                <a:cubicBezTo>
                  <a:pt x="3415" y="964"/>
                  <a:pt x="3414" y="974"/>
                  <a:pt x="3412" y="984"/>
                </a:cubicBezTo>
                <a:cubicBezTo>
                  <a:pt x="3409" y="995"/>
                  <a:pt x="3406" y="1005"/>
                  <a:pt x="3402" y="1014"/>
                </a:cubicBezTo>
                <a:cubicBezTo>
                  <a:pt x="3399" y="1024"/>
                  <a:pt x="3394" y="1033"/>
                  <a:pt x="3388" y="1042"/>
                </a:cubicBezTo>
                <a:cubicBezTo>
                  <a:pt x="3382" y="1050"/>
                  <a:pt x="3375" y="1058"/>
                  <a:pt x="3368" y="1066"/>
                </a:cubicBezTo>
                <a:cubicBezTo>
                  <a:pt x="3361" y="1073"/>
                  <a:pt x="3353" y="1080"/>
                  <a:pt x="3344" y="1085"/>
                </a:cubicBezTo>
                <a:cubicBezTo>
                  <a:pt x="3335" y="1091"/>
                  <a:pt x="3326" y="1096"/>
                  <a:pt x="3317" y="1100"/>
                </a:cubicBezTo>
                <a:cubicBezTo>
                  <a:pt x="3307" y="1104"/>
                  <a:pt x="3297" y="1107"/>
                  <a:pt x="3287" y="1109"/>
                </a:cubicBezTo>
                <a:cubicBezTo>
                  <a:pt x="3277" y="1111"/>
                  <a:pt x="3266" y="1112"/>
                  <a:pt x="3256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5736483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69470" name=""/>
          <p:cNvSpPr txBox="1"/>
          <p:nvPr/>
        </p:nvSpPr>
        <p:spPr bwMode="auto">
          <a:xfrm>
            <a:off x="2942280" y="815400"/>
            <a:ext cx="1080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range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1108018" name=""/>
          <p:cNvSpPr txBox="1"/>
          <p:nvPr/>
        </p:nvSpPr>
        <p:spPr bwMode="auto">
          <a:xfrm>
            <a:off x="747720" y="1523880"/>
            <a:ext cx="8544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Creates a slider control for numeric values within a deﬁned range.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714541" name=""/>
          <p:cNvSpPr txBox="1"/>
          <p:nvPr/>
        </p:nvSpPr>
        <p:spPr bwMode="auto">
          <a:xfrm>
            <a:off x="914400" y="2233080"/>
            <a:ext cx="3072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7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&gt;Volume:&lt;/</a:t>
            </a:r>
            <a:r>
              <a:rPr lang="en-US" sz="17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 </a:t>
            </a:r>
            <a:endParaRPr lang="en-US" sz="17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525334" name=""/>
          <p:cNvSpPr txBox="1"/>
          <p:nvPr/>
        </p:nvSpPr>
        <p:spPr bwMode="auto">
          <a:xfrm>
            <a:off x="3971160" y="2180880"/>
            <a:ext cx="756" cy="2670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endParaRPr lang="en-US" sz="17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698290" name=""/>
          <p:cNvSpPr txBox="1"/>
          <p:nvPr/>
        </p:nvSpPr>
        <p:spPr bwMode="auto">
          <a:xfrm>
            <a:off x="3802575" y="2233080"/>
            <a:ext cx="7079039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&lt;</a:t>
            </a:r>
            <a:r>
              <a:rPr lang="en-US" sz="17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"range"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min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"0"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max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"100"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"50"</a:t>
            </a:r>
            <a:r>
              <a:rPr lang="en-US" sz="17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 </a:t>
            </a:r>
            <a:endParaRPr lang="en-US" sz="17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48388" name=""/>
          <p:cNvSpPr/>
          <p:nvPr/>
        </p:nvSpPr>
        <p:spPr bwMode="auto">
          <a:xfrm>
            <a:off x="1047600" y="298116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40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40"/>
                </a:cubicBezTo>
                <a:cubicBezTo>
                  <a:pt x="239" y="52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8845698" name=""/>
          <p:cNvSpPr txBox="1"/>
          <p:nvPr/>
        </p:nvSpPr>
        <p:spPr bwMode="auto">
          <a:xfrm>
            <a:off x="10846695" y="2180880"/>
            <a:ext cx="756" cy="2670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endParaRPr lang="en-US" sz="17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7409551" name=""/>
          <p:cNvSpPr/>
          <p:nvPr/>
        </p:nvSpPr>
        <p:spPr bwMode="auto">
          <a:xfrm>
            <a:off x="1990440" y="2876400"/>
            <a:ext cx="610200" cy="362160"/>
          </a:xfrm>
          <a:custGeom>
            <a:avLst/>
            <a:gdLst/>
            <a:ahLst/>
            <a:cxnLst/>
            <a:rect l="0" t="0" r="r" b="b"/>
            <a:pathLst>
              <a:path w="1695" h="1006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536" y="0"/>
                </a:lnTo>
                <a:cubicBezTo>
                  <a:pt x="1546" y="0"/>
                  <a:pt x="1557" y="1"/>
                  <a:pt x="1567" y="3"/>
                </a:cubicBezTo>
                <a:cubicBezTo>
                  <a:pt x="1577" y="5"/>
                  <a:pt x="1587" y="8"/>
                  <a:pt x="1597" y="12"/>
                </a:cubicBezTo>
                <a:cubicBezTo>
                  <a:pt x="1606" y="16"/>
                  <a:pt x="1615" y="21"/>
                  <a:pt x="1624" y="27"/>
                </a:cubicBezTo>
                <a:cubicBezTo>
                  <a:pt x="1633" y="32"/>
                  <a:pt x="1641" y="39"/>
                  <a:pt x="1648" y="46"/>
                </a:cubicBezTo>
                <a:cubicBezTo>
                  <a:pt x="1655" y="54"/>
                  <a:pt x="1662" y="62"/>
                  <a:pt x="1668" y="70"/>
                </a:cubicBezTo>
                <a:cubicBezTo>
                  <a:pt x="1674" y="79"/>
                  <a:pt x="1679" y="88"/>
                  <a:pt x="1683" y="98"/>
                </a:cubicBezTo>
                <a:cubicBezTo>
                  <a:pt x="1687" y="108"/>
                  <a:pt x="1690" y="117"/>
                  <a:pt x="1692" y="128"/>
                </a:cubicBezTo>
                <a:cubicBezTo>
                  <a:pt x="1694" y="138"/>
                  <a:pt x="1695" y="148"/>
                  <a:pt x="1695" y="159"/>
                </a:cubicBezTo>
                <a:lnTo>
                  <a:pt x="1695" y="848"/>
                </a:lnTo>
                <a:cubicBezTo>
                  <a:pt x="1695" y="858"/>
                  <a:pt x="1694" y="868"/>
                  <a:pt x="1692" y="879"/>
                </a:cubicBezTo>
                <a:cubicBezTo>
                  <a:pt x="1690" y="889"/>
                  <a:pt x="1687" y="899"/>
                  <a:pt x="1683" y="908"/>
                </a:cubicBezTo>
                <a:cubicBezTo>
                  <a:pt x="1679" y="918"/>
                  <a:pt x="1674" y="927"/>
                  <a:pt x="1668" y="936"/>
                </a:cubicBezTo>
                <a:cubicBezTo>
                  <a:pt x="1662" y="944"/>
                  <a:pt x="1655" y="952"/>
                  <a:pt x="1648" y="960"/>
                </a:cubicBezTo>
                <a:cubicBezTo>
                  <a:pt x="1641" y="967"/>
                  <a:pt x="1633" y="974"/>
                  <a:pt x="1624" y="980"/>
                </a:cubicBezTo>
                <a:cubicBezTo>
                  <a:pt x="1615" y="985"/>
                  <a:pt x="1606" y="990"/>
                  <a:pt x="1597" y="994"/>
                </a:cubicBezTo>
                <a:cubicBezTo>
                  <a:pt x="1587" y="998"/>
                  <a:pt x="1577" y="1001"/>
                  <a:pt x="1567" y="1003"/>
                </a:cubicBezTo>
                <a:cubicBezTo>
                  <a:pt x="1557" y="1005"/>
                  <a:pt x="1546" y="1006"/>
                  <a:pt x="1536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428664" name=""/>
          <p:cNvSpPr txBox="1"/>
          <p:nvPr/>
        </p:nvSpPr>
        <p:spPr bwMode="auto">
          <a:xfrm>
            <a:off x="1300320" y="2828880"/>
            <a:ext cx="6940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Uses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875187" name=""/>
          <p:cNvSpPr txBox="1"/>
          <p:nvPr/>
        </p:nvSpPr>
        <p:spPr bwMode="auto">
          <a:xfrm>
            <a:off x="2088360" y="292788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min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152746" name=""/>
          <p:cNvSpPr/>
          <p:nvPr/>
        </p:nvSpPr>
        <p:spPr bwMode="auto">
          <a:xfrm>
            <a:off x="2752560" y="2876400"/>
            <a:ext cx="609840" cy="362160"/>
          </a:xfrm>
          <a:custGeom>
            <a:avLst/>
            <a:gdLst/>
            <a:ahLst/>
            <a:cxnLst/>
            <a:rect l="0" t="0" r="r" b="b"/>
            <a:pathLst>
              <a:path w="1694" h="1006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35" y="0"/>
                </a:lnTo>
                <a:cubicBezTo>
                  <a:pt x="1545" y="0"/>
                  <a:pt x="1555" y="1"/>
                  <a:pt x="1566" y="3"/>
                </a:cubicBezTo>
                <a:cubicBezTo>
                  <a:pt x="1576" y="5"/>
                  <a:pt x="1586" y="8"/>
                  <a:pt x="1595" y="12"/>
                </a:cubicBezTo>
                <a:cubicBezTo>
                  <a:pt x="1605" y="16"/>
                  <a:pt x="1614" y="21"/>
                  <a:pt x="1623" y="27"/>
                </a:cubicBezTo>
                <a:cubicBezTo>
                  <a:pt x="1631" y="32"/>
                  <a:pt x="1639" y="39"/>
                  <a:pt x="1647" y="46"/>
                </a:cubicBezTo>
                <a:cubicBezTo>
                  <a:pt x="1654" y="54"/>
                  <a:pt x="1661" y="62"/>
                  <a:pt x="1668" y="70"/>
                </a:cubicBezTo>
                <a:cubicBezTo>
                  <a:pt x="1673" y="79"/>
                  <a:pt x="1678" y="88"/>
                  <a:pt x="1682" y="98"/>
                </a:cubicBezTo>
                <a:cubicBezTo>
                  <a:pt x="1686" y="108"/>
                  <a:pt x="1689" y="117"/>
                  <a:pt x="1691" y="128"/>
                </a:cubicBezTo>
                <a:cubicBezTo>
                  <a:pt x="1693" y="138"/>
                  <a:pt x="1694" y="148"/>
                  <a:pt x="1694" y="159"/>
                </a:cubicBezTo>
                <a:lnTo>
                  <a:pt x="1694" y="848"/>
                </a:lnTo>
                <a:cubicBezTo>
                  <a:pt x="1694" y="858"/>
                  <a:pt x="1693" y="868"/>
                  <a:pt x="1691" y="879"/>
                </a:cubicBezTo>
                <a:cubicBezTo>
                  <a:pt x="1689" y="889"/>
                  <a:pt x="1686" y="899"/>
                  <a:pt x="1682" y="908"/>
                </a:cubicBezTo>
                <a:cubicBezTo>
                  <a:pt x="1678" y="918"/>
                  <a:pt x="1673" y="927"/>
                  <a:pt x="1668" y="936"/>
                </a:cubicBezTo>
                <a:cubicBezTo>
                  <a:pt x="1661" y="944"/>
                  <a:pt x="1654" y="952"/>
                  <a:pt x="1647" y="960"/>
                </a:cubicBezTo>
                <a:cubicBezTo>
                  <a:pt x="1639" y="967"/>
                  <a:pt x="1631" y="974"/>
                  <a:pt x="1623" y="980"/>
                </a:cubicBezTo>
                <a:cubicBezTo>
                  <a:pt x="1614" y="985"/>
                  <a:pt x="1605" y="990"/>
                  <a:pt x="1595" y="994"/>
                </a:cubicBezTo>
                <a:cubicBezTo>
                  <a:pt x="1586" y="998"/>
                  <a:pt x="1576" y="1001"/>
                  <a:pt x="1566" y="1003"/>
                </a:cubicBezTo>
                <a:cubicBezTo>
                  <a:pt x="1555" y="1005"/>
                  <a:pt x="1545" y="1006"/>
                  <a:pt x="1535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6029119" name=""/>
          <p:cNvSpPr txBox="1"/>
          <p:nvPr/>
        </p:nvSpPr>
        <p:spPr bwMode="auto">
          <a:xfrm>
            <a:off x="2604960" y="282888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593150" name=""/>
          <p:cNvSpPr txBox="1"/>
          <p:nvPr/>
        </p:nvSpPr>
        <p:spPr bwMode="auto">
          <a:xfrm>
            <a:off x="2844720" y="292788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max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193075" name=""/>
          <p:cNvSpPr/>
          <p:nvPr/>
        </p:nvSpPr>
        <p:spPr bwMode="auto">
          <a:xfrm>
            <a:off x="4076640" y="2876400"/>
            <a:ext cx="885960" cy="362160"/>
          </a:xfrm>
          <a:custGeom>
            <a:avLst/>
            <a:gdLst/>
            <a:ahLst/>
            <a:cxnLst/>
            <a:rect l="0" t="0" r="r" b="b"/>
            <a:pathLst>
              <a:path w="2461" h="1006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303" y="0"/>
                </a:lnTo>
                <a:cubicBezTo>
                  <a:pt x="2313" y="0"/>
                  <a:pt x="2323" y="1"/>
                  <a:pt x="2334" y="3"/>
                </a:cubicBezTo>
                <a:cubicBezTo>
                  <a:pt x="2344" y="5"/>
                  <a:pt x="2354" y="8"/>
                  <a:pt x="2363" y="12"/>
                </a:cubicBezTo>
                <a:cubicBezTo>
                  <a:pt x="2373" y="16"/>
                  <a:pt x="2382" y="21"/>
                  <a:pt x="2391" y="27"/>
                </a:cubicBezTo>
                <a:cubicBezTo>
                  <a:pt x="2399" y="32"/>
                  <a:pt x="2407" y="39"/>
                  <a:pt x="2415" y="46"/>
                </a:cubicBezTo>
                <a:cubicBezTo>
                  <a:pt x="2422" y="54"/>
                  <a:pt x="2429" y="62"/>
                  <a:pt x="2435" y="70"/>
                </a:cubicBezTo>
                <a:cubicBezTo>
                  <a:pt x="2440" y="79"/>
                  <a:pt x="2445" y="88"/>
                  <a:pt x="2449" y="98"/>
                </a:cubicBezTo>
                <a:cubicBezTo>
                  <a:pt x="2453" y="108"/>
                  <a:pt x="2456" y="117"/>
                  <a:pt x="2458" y="128"/>
                </a:cubicBezTo>
                <a:cubicBezTo>
                  <a:pt x="2460" y="138"/>
                  <a:pt x="2461" y="148"/>
                  <a:pt x="2461" y="159"/>
                </a:cubicBezTo>
                <a:lnTo>
                  <a:pt x="2461" y="848"/>
                </a:lnTo>
                <a:cubicBezTo>
                  <a:pt x="2461" y="858"/>
                  <a:pt x="2460" y="868"/>
                  <a:pt x="2458" y="879"/>
                </a:cubicBezTo>
                <a:cubicBezTo>
                  <a:pt x="2456" y="889"/>
                  <a:pt x="2453" y="899"/>
                  <a:pt x="2449" y="908"/>
                </a:cubicBezTo>
                <a:cubicBezTo>
                  <a:pt x="2445" y="918"/>
                  <a:pt x="2440" y="927"/>
                  <a:pt x="2435" y="936"/>
                </a:cubicBezTo>
                <a:cubicBezTo>
                  <a:pt x="2429" y="944"/>
                  <a:pt x="2422" y="952"/>
                  <a:pt x="2415" y="960"/>
                </a:cubicBezTo>
                <a:cubicBezTo>
                  <a:pt x="2407" y="967"/>
                  <a:pt x="2399" y="974"/>
                  <a:pt x="2391" y="980"/>
                </a:cubicBezTo>
                <a:cubicBezTo>
                  <a:pt x="2382" y="985"/>
                  <a:pt x="2373" y="990"/>
                  <a:pt x="2363" y="994"/>
                </a:cubicBezTo>
                <a:cubicBezTo>
                  <a:pt x="2354" y="998"/>
                  <a:pt x="2344" y="1001"/>
                  <a:pt x="2334" y="1003"/>
                </a:cubicBezTo>
                <a:cubicBezTo>
                  <a:pt x="2323" y="1005"/>
                  <a:pt x="2313" y="1006"/>
                  <a:pt x="2303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6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1614461" name=""/>
          <p:cNvSpPr txBox="1"/>
          <p:nvPr/>
        </p:nvSpPr>
        <p:spPr bwMode="auto">
          <a:xfrm>
            <a:off x="3361320" y="2828880"/>
            <a:ext cx="712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and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452624" name=""/>
          <p:cNvSpPr txBox="1"/>
          <p:nvPr/>
        </p:nvSpPr>
        <p:spPr bwMode="auto">
          <a:xfrm>
            <a:off x="4168440" y="2927880"/>
            <a:ext cx="704879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value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900778" name=""/>
          <p:cNvSpPr/>
          <p:nvPr/>
        </p:nvSpPr>
        <p:spPr bwMode="auto">
          <a:xfrm>
            <a:off x="1047600" y="3476519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891519" name=""/>
          <p:cNvSpPr txBox="1"/>
          <p:nvPr/>
        </p:nvSpPr>
        <p:spPr bwMode="auto">
          <a:xfrm>
            <a:off x="4966560" y="2828880"/>
            <a:ext cx="1412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attributes.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7078875" name=""/>
          <p:cNvSpPr/>
          <p:nvPr/>
        </p:nvSpPr>
        <p:spPr bwMode="auto">
          <a:xfrm>
            <a:off x="1047600" y="396216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3950995" name=""/>
          <p:cNvSpPr txBox="1"/>
          <p:nvPr/>
        </p:nvSpPr>
        <p:spPr bwMode="auto">
          <a:xfrm>
            <a:off x="1300320" y="3324240"/>
            <a:ext cx="3559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Can be styled for better UX.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84451414" name="" descr=""/>
          <p:cNvPicPr/>
          <p:nvPr/>
        </p:nvPicPr>
        <p:blipFill rotWithShape="1">
          <a:blip r:embed="rId3"/>
          <a:stretch/>
        </p:blipFill>
        <p:spPr bwMode="auto">
          <a:xfrm>
            <a:off x="7335501" y="3076920"/>
            <a:ext cx="4285800" cy="268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5060101" name=""/>
          <p:cNvSpPr txBox="1"/>
          <p:nvPr/>
        </p:nvSpPr>
        <p:spPr bwMode="auto">
          <a:xfrm>
            <a:off x="1300320" y="3809880"/>
            <a:ext cx="5628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Ideal for settings like brightness or volume.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59119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501805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2409621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8033663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5643380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6235350" name=""/>
          <p:cNvSpPr/>
          <p:nvPr/>
        </p:nvSpPr>
        <p:spPr bwMode="auto">
          <a:xfrm>
            <a:off x="1495080" y="819000"/>
            <a:ext cx="790920" cy="400320"/>
          </a:xfrm>
          <a:custGeom>
            <a:avLst/>
            <a:gdLst/>
            <a:ahLst/>
            <a:cxnLst/>
            <a:rect l="0" t="0" r="r" b="b"/>
            <a:pathLst>
              <a:path w="219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039" y="0"/>
                </a:lnTo>
                <a:cubicBezTo>
                  <a:pt x="2049" y="0"/>
                  <a:pt x="2059" y="1"/>
                  <a:pt x="2070" y="3"/>
                </a:cubicBezTo>
                <a:cubicBezTo>
                  <a:pt x="2080" y="5"/>
                  <a:pt x="2090" y="8"/>
                  <a:pt x="2099" y="12"/>
                </a:cubicBezTo>
                <a:cubicBezTo>
                  <a:pt x="2109" y="16"/>
                  <a:pt x="2118" y="21"/>
                  <a:pt x="2127" y="27"/>
                </a:cubicBezTo>
                <a:cubicBezTo>
                  <a:pt x="2136" y="32"/>
                  <a:pt x="2144" y="39"/>
                  <a:pt x="2151" y="46"/>
                </a:cubicBezTo>
                <a:cubicBezTo>
                  <a:pt x="2158" y="54"/>
                  <a:pt x="2165" y="62"/>
                  <a:pt x="2171" y="70"/>
                </a:cubicBezTo>
                <a:cubicBezTo>
                  <a:pt x="2177" y="79"/>
                  <a:pt x="2181" y="88"/>
                  <a:pt x="2185" y="98"/>
                </a:cubicBezTo>
                <a:cubicBezTo>
                  <a:pt x="2189" y="108"/>
                  <a:pt x="2192" y="117"/>
                  <a:pt x="2194" y="128"/>
                </a:cubicBezTo>
                <a:cubicBezTo>
                  <a:pt x="2196" y="138"/>
                  <a:pt x="2197" y="148"/>
                  <a:pt x="2197" y="159"/>
                </a:cubicBezTo>
                <a:lnTo>
                  <a:pt x="2197" y="953"/>
                </a:lnTo>
                <a:cubicBezTo>
                  <a:pt x="2197" y="964"/>
                  <a:pt x="2196" y="974"/>
                  <a:pt x="2194" y="984"/>
                </a:cubicBezTo>
                <a:cubicBezTo>
                  <a:pt x="2192" y="995"/>
                  <a:pt x="2189" y="1005"/>
                  <a:pt x="2185" y="1014"/>
                </a:cubicBezTo>
                <a:cubicBezTo>
                  <a:pt x="2181" y="1024"/>
                  <a:pt x="2177" y="1033"/>
                  <a:pt x="2171" y="1042"/>
                </a:cubicBezTo>
                <a:cubicBezTo>
                  <a:pt x="2165" y="1050"/>
                  <a:pt x="2158" y="1058"/>
                  <a:pt x="2151" y="1066"/>
                </a:cubicBezTo>
                <a:cubicBezTo>
                  <a:pt x="2144" y="1073"/>
                  <a:pt x="2136" y="1080"/>
                  <a:pt x="2127" y="1085"/>
                </a:cubicBezTo>
                <a:cubicBezTo>
                  <a:pt x="2118" y="1091"/>
                  <a:pt x="2109" y="1096"/>
                  <a:pt x="2100" y="1100"/>
                </a:cubicBezTo>
                <a:cubicBezTo>
                  <a:pt x="2090" y="1104"/>
                  <a:pt x="2080" y="1107"/>
                  <a:pt x="2070" y="1109"/>
                </a:cubicBezTo>
                <a:cubicBezTo>
                  <a:pt x="2059" y="1111"/>
                  <a:pt x="2049" y="1112"/>
                  <a:pt x="203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0742491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8040956" name=""/>
          <p:cNvSpPr txBox="1"/>
          <p:nvPr/>
        </p:nvSpPr>
        <p:spPr bwMode="auto">
          <a:xfrm>
            <a:off x="1567440" y="815400"/>
            <a:ext cx="64836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min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4468508" name=""/>
          <p:cNvSpPr/>
          <p:nvPr/>
        </p:nvSpPr>
        <p:spPr bwMode="auto">
          <a:xfrm>
            <a:off x="3143160" y="819000"/>
            <a:ext cx="790920" cy="400320"/>
          </a:xfrm>
          <a:custGeom>
            <a:avLst/>
            <a:gdLst/>
            <a:ahLst/>
            <a:cxnLst/>
            <a:rect l="0" t="0" r="r" b="b"/>
            <a:pathLst>
              <a:path w="219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2038" y="0"/>
                </a:lnTo>
                <a:cubicBezTo>
                  <a:pt x="2048" y="0"/>
                  <a:pt x="2059" y="1"/>
                  <a:pt x="2069" y="3"/>
                </a:cubicBezTo>
                <a:cubicBezTo>
                  <a:pt x="2079" y="5"/>
                  <a:pt x="2089" y="8"/>
                  <a:pt x="2099" y="12"/>
                </a:cubicBezTo>
                <a:cubicBezTo>
                  <a:pt x="2108" y="16"/>
                  <a:pt x="2118" y="21"/>
                  <a:pt x="2126" y="27"/>
                </a:cubicBezTo>
                <a:cubicBezTo>
                  <a:pt x="2135" y="32"/>
                  <a:pt x="2143" y="39"/>
                  <a:pt x="2150" y="46"/>
                </a:cubicBezTo>
                <a:cubicBezTo>
                  <a:pt x="2158" y="54"/>
                  <a:pt x="2164" y="62"/>
                  <a:pt x="2170" y="70"/>
                </a:cubicBezTo>
                <a:cubicBezTo>
                  <a:pt x="2176" y="79"/>
                  <a:pt x="2181" y="88"/>
                  <a:pt x="2185" y="98"/>
                </a:cubicBezTo>
                <a:cubicBezTo>
                  <a:pt x="2189" y="108"/>
                  <a:pt x="2192" y="117"/>
                  <a:pt x="2194" y="128"/>
                </a:cubicBezTo>
                <a:cubicBezTo>
                  <a:pt x="2196" y="138"/>
                  <a:pt x="2197" y="148"/>
                  <a:pt x="2197" y="159"/>
                </a:cubicBezTo>
                <a:lnTo>
                  <a:pt x="2197" y="953"/>
                </a:lnTo>
                <a:cubicBezTo>
                  <a:pt x="2197" y="964"/>
                  <a:pt x="2196" y="974"/>
                  <a:pt x="2194" y="984"/>
                </a:cubicBezTo>
                <a:cubicBezTo>
                  <a:pt x="2192" y="995"/>
                  <a:pt x="2189" y="1005"/>
                  <a:pt x="2185" y="1014"/>
                </a:cubicBezTo>
                <a:cubicBezTo>
                  <a:pt x="2181" y="1024"/>
                  <a:pt x="2176" y="1033"/>
                  <a:pt x="2170" y="1042"/>
                </a:cubicBezTo>
                <a:cubicBezTo>
                  <a:pt x="2164" y="1050"/>
                  <a:pt x="2158" y="1058"/>
                  <a:pt x="2150" y="1066"/>
                </a:cubicBezTo>
                <a:cubicBezTo>
                  <a:pt x="2143" y="1073"/>
                  <a:pt x="2135" y="1080"/>
                  <a:pt x="2126" y="1085"/>
                </a:cubicBezTo>
                <a:cubicBezTo>
                  <a:pt x="2118" y="1091"/>
                  <a:pt x="2108" y="1096"/>
                  <a:pt x="2099" y="1100"/>
                </a:cubicBezTo>
                <a:cubicBezTo>
                  <a:pt x="2089" y="1104"/>
                  <a:pt x="2079" y="1107"/>
                  <a:pt x="2069" y="1109"/>
                </a:cubicBezTo>
                <a:cubicBezTo>
                  <a:pt x="2059" y="1111"/>
                  <a:pt x="2048" y="1112"/>
                  <a:pt x="2038" y="1112"/>
                </a:cubicBezTo>
                <a:lnTo>
                  <a:pt x="158" y="1112"/>
                </a:lnTo>
                <a:cubicBezTo>
                  <a:pt x="148" y="1112"/>
                  <a:pt x="138" y="1111"/>
                  <a:pt x="128" y="1109"/>
                </a:cubicBezTo>
                <a:cubicBezTo>
                  <a:pt x="117" y="1107"/>
                  <a:pt x="107" y="1104"/>
                  <a:pt x="98" y="1100"/>
                </a:cubicBezTo>
                <a:cubicBezTo>
                  <a:pt x="88" y="1096"/>
                  <a:pt x="79" y="1091"/>
                  <a:pt x="70" y="1085"/>
                </a:cubicBezTo>
                <a:cubicBezTo>
                  <a:pt x="62" y="1080"/>
                  <a:pt x="54" y="1073"/>
                  <a:pt x="46" y="1066"/>
                </a:cubicBezTo>
                <a:cubicBezTo>
                  <a:pt x="39" y="1058"/>
                  <a:pt x="32" y="1050"/>
                  <a:pt x="27" y="1042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5"/>
                  <a:pt x="5" y="995"/>
                  <a:pt x="3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836130" name=""/>
          <p:cNvSpPr txBox="1"/>
          <p:nvPr/>
        </p:nvSpPr>
        <p:spPr bwMode="auto">
          <a:xfrm>
            <a:off x="2285640" y="730440"/>
            <a:ext cx="864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and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5929070" name=""/>
          <p:cNvSpPr txBox="1"/>
          <p:nvPr/>
        </p:nvSpPr>
        <p:spPr bwMode="auto">
          <a:xfrm>
            <a:off x="3219480" y="815400"/>
            <a:ext cx="64836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max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869735" name=""/>
          <p:cNvSpPr txBox="1"/>
          <p:nvPr/>
        </p:nvSpPr>
        <p:spPr bwMode="auto">
          <a:xfrm>
            <a:off x="3937680" y="730440"/>
            <a:ext cx="19360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Attributes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536734" name=""/>
          <p:cNvSpPr txBox="1"/>
          <p:nvPr/>
        </p:nvSpPr>
        <p:spPr bwMode="auto">
          <a:xfrm>
            <a:off x="747720" y="1523880"/>
            <a:ext cx="72075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Deﬁne numeric or date limits for applicable input types.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026438" name=""/>
          <p:cNvSpPr/>
          <p:nvPr/>
        </p:nvSpPr>
        <p:spPr bwMode="auto">
          <a:xfrm>
            <a:off x="1047600" y="2990519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40"/>
                </a:cubicBezTo>
                <a:cubicBezTo>
                  <a:pt x="51" y="28"/>
                  <a:pt x="65" y="18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557158" name=""/>
          <p:cNvSpPr txBox="1"/>
          <p:nvPr/>
        </p:nvSpPr>
        <p:spPr bwMode="auto">
          <a:xfrm>
            <a:off x="914400" y="2233440"/>
            <a:ext cx="10141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&gt;Age:&lt;/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"number"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"age"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min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"18"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max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"60"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9427239" name=""/>
          <p:cNvSpPr/>
          <p:nvPr/>
        </p:nvSpPr>
        <p:spPr bwMode="auto">
          <a:xfrm>
            <a:off x="1047600" y="3476519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761964" name=""/>
          <p:cNvSpPr txBox="1"/>
          <p:nvPr/>
        </p:nvSpPr>
        <p:spPr bwMode="auto">
          <a:xfrm>
            <a:off x="1300320" y="2838600"/>
            <a:ext cx="5395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Prevents invalid values outside the range.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1257864" name=""/>
          <p:cNvSpPr/>
          <p:nvPr/>
        </p:nvSpPr>
        <p:spPr bwMode="auto">
          <a:xfrm>
            <a:off x="2819160" y="3371760"/>
            <a:ext cx="1029240" cy="362160"/>
          </a:xfrm>
          <a:custGeom>
            <a:avLst/>
            <a:gdLst/>
            <a:ahLst/>
            <a:cxnLst/>
            <a:rect l="0" t="0" r="r" b="b"/>
            <a:pathLst>
              <a:path w="2859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79" y="21"/>
                  <a:pt x="2788" y="27"/>
                </a:cubicBezTo>
                <a:cubicBezTo>
                  <a:pt x="2797" y="32"/>
                  <a:pt x="2805" y="39"/>
                  <a:pt x="2812" y="46"/>
                </a:cubicBezTo>
                <a:cubicBezTo>
                  <a:pt x="2820" y="54"/>
                  <a:pt x="2826" y="62"/>
                  <a:pt x="2832" y="70"/>
                </a:cubicBezTo>
                <a:cubicBezTo>
                  <a:pt x="2838" y="79"/>
                  <a:pt x="2843" y="88"/>
                  <a:pt x="2847" y="98"/>
                </a:cubicBezTo>
                <a:cubicBezTo>
                  <a:pt x="2851" y="107"/>
                  <a:pt x="2854" y="117"/>
                  <a:pt x="2856" y="128"/>
                </a:cubicBezTo>
                <a:cubicBezTo>
                  <a:pt x="2858" y="138"/>
                  <a:pt x="2859" y="148"/>
                  <a:pt x="2859" y="158"/>
                </a:cubicBezTo>
                <a:lnTo>
                  <a:pt x="2859" y="847"/>
                </a:lnTo>
                <a:cubicBezTo>
                  <a:pt x="2859" y="858"/>
                  <a:pt x="2858" y="868"/>
                  <a:pt x="2856" y="878"/>
                </a:cubicBezTo>
                <a:cubicBezTo>
                  <a:pt x="2854" y="889"/>
                  <a:pt x="2851" y="899"/>
                  <a:pt x="2847" y="908"/>
                </a:cubicBezTo>
                <a:cubicBezTo>
                  <a:pt x="2843" y="918"/>
                  <a:pt x="2838" y="927"/>
                  <a:pt x="2832" y="936"/>
                </a:cubicBezTo>
                <a:cubicBezTo>
                  <a:pt x="2826" y="944"/>
                  <a:pt x="2820" y="952"/>
                  <a:pt x="2812" y="960"/>
                </a:cubicBezTo>
                <a:cubicBezTo>
                  <a:pt x="2805" y="967"/>
                  <a:pt x="2797" y="974"/>
                  <a:pt x="2788" y="979"/>
                </a:cubicBezTo>
                <a:cubicBezTo>
                  <a:pt x="2779" y="985"/>
                  <a:pt x="2770" y="990"/>
                  <a:pt x="2761" y="994"/>
                </a:cubicBezTo>
                <a:cubicBezTo>
                  <a:pt x="2751" y="998"/>
                  <a:pt x="2741" y="1001"/>
                  <a:pt x="2731" y="1003"/>
                </a:cubicBezTo>
                <a:cubicBezTo>
                  <a:pt x="2721" y="1005"/>
                  <a:pt x="2710" y="1006"/>
                  <a:pt x="2700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5203878" name=""/>
          <p:cNvSpPr txBox="1"/>
          <p:nvPr/>
        </p:nvSpPr>
        <p:spPr bwMode="auto">
          <a:xfrm>
            <a:off x="1300320" y="3324240"/>
            <a:ext cx="1518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Works with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5458146" name=""/>
          <p:cNvSpPr txBox="1"/>
          <p:nvPr/>
        </p:nvSpPr>
        <p:spPr bwMode="auto">
          <a:xfrm>
            <a:off x="2909160" y="34232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number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540799" name=""/>
          <p:cNvSpPr/>
          <p:nvPr/>
        </p:nvSpPr>
        <p:spPr bwMode="auto">
          <a:xfrm>
            <a:off x="3990960" y="3371760"/>
            <a:ext cx="895680" cy="362160"/>
          </a:xfrm>
          <a:custGeom>
            <a:avLst/>
            <a:gdLst/>
            <a:ahLst/>
            <a:cxnLst/>
            <a:rect l="0" t="0" r="r" b="b"/>
            <a:pathLst>
              <a:path w="2488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2329" y="0"/>
                </a:lnTo>
                <a:cubicBezTo>
                  <a:pt x="2339" y="0"/>
                  <a:pt x="2350" y="1"/>
                  <a:pt x="2360" y="3"/>
                </a:cubicBezTo>
                <a:cubicBezTo>
                  <a:pt x="2370" y="5"/>
                  <a:pt x="2380" y="8"/>
                  <a:pt x="2390" y="12"/>
                </a:cubicBezTo>
                <a:cubicBezTo>
                  <a:pt x="2399" y="16"/>
                  <a:pt x="2408" y="21"/>
                  <a:pt x="2417" y="27"/>
                </a:cubicBezTo>
                <a:cubicBezTo>
                  <a:pt x="2426" y="32"/>
                  <a:pt x="2434" y="39"/>
                  <a:pt x="2441" y="46"/>
                </a:cubicBezTo>
                <a:cubicBezTo>
                  <a:pt x="2448" y="54"/>
                  <a:pt x="2455" y="62"/>
                  <a:pt x="2461" y="70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7"/>
                  <a:pt x="2483" y="117"/>
                  <a:pt x="2485" y="128"/>
                </a:cubicBezTo>
                <a:cubicBezTo>
                  <a:pt x="2487" y="138"/>
                  <a:pt x="2488" y="148"/>
                  <a:pt x="2488" y="158"/>
                </a:cubicBezTo>
                <a:lnTo>
                  <a:pt x="2488" y="847"/>
                </a:lnTo>
                <a:cubicBezTo>
                  <a:pt x="2488" y="858"/>
                  <a:pt x="2487" y="868"/>
                  <a:pt x="2485" y="878"/>
                </a:cubicBezTo>
                <a:cubicBezTo>
                  <a:pt x="2483" y="889"/>
                  <a:pt x="2480" y="899"/>
                  <a:pt x="2476" y="908"/>
                </a:cubicBezTo>
                <a:cubicBezTo>
                  <a:pt x="2472" y="918"/>
                  <a:pt x="2467" y="927"/>
                  <a:pt x="2461" y="936"/>
                </a:cubicBezTo>
                <a:cubicBezTo>
                  <a:pt x="2455" y="944"/>
                  <a:pt x="2448" y="952"/>
                  <a:pt x="2441" y="960"/>
                </a:cubicBezTo>
                <a:cubicBezTo>
                  <a:pt x="2434" y="967"/>
                  <a:pt x="2426" y="974"/>
                  <a:pt x="2417" y="979"/>
                </a:cubicBezTo>
                <a:cubicBezTo>
                  <a:pt x="2408" y="985"/>
                  <a:pt x="2399" y="990"/>
                  <a:pt x="2390" y="994"/>
                </a:cubicBezTo>
                <a:cubicBezTo>
                  <a:pt x="2380" y="998"/>
                  <a:pt x="2370" y="1001"/>
                  <a:pt x="2360" y="1003"/>
                </a:cubicBezTo>
                <a:cubicBezTo>
                  <a:pt x="2350" y="1005"/>
                  <a:pt x="2339" y="1006"/>
                  <a:pt x="2329" y="1006"/>
                </a:cubicBezTo>
                <a:lnTo>
                  <a:pt x="159" y="1006"/>
                </a:lnTo>
                <a:cubicBezTo>
                  <a:pt x="149" y="1006"/>
                  <a:pt x="139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1" y="974"/>
                  <a:pt x="53" y="967"/>
                  <a:pt x="46" y="960"/>
                </a:cubicBezTo>
                <a:cubicBezTo>
                  <a:pt x="39" y="952"/>
                  <a:pt x="32" y="944"/>
                  <a:pt x="26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241538" name=""/>
          <p:cNvSpPr txBox="1"/>
          <p:nvPr/>
        </p:nvSpPr>
        <p:spPr bwMode="auto">
          <a:xfrm>
            <a:off x="3848040" y="33242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6964724" name=""/>
          <p:cNvSpPr txBox="1"/>
          <p:nvPr/>
        </p:nvSpPr>
        <p:spPr bwMode="auto">
          <a:xfrm>
            <a:off x="4087800" y="3423240"/>
            <a:ext cx="704879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range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5786172" name=""/>
          <p:cNvSpPr/>
          <p:nvPr/>
        </p:nvSpPr>
        <p:spPr bwMode="auto">
          <a:xfrm>
            <a:off x="5028840" y="3371760"/>
            <a:ext cx="753120" cy="362160"/>
          </a:xfrm>
          <a:custGeom>
            <a:avLst/>
            <a:gdLst/>
            <a:ahLst/>
            <a:cxnLst/>
            <a:rect l="0" t="0" r="r" b="b"/>
            <a:pathLst>
              <a:path w="2092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2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933" y="0"/>
                </a:lnTo>
                <a:cubicBezTo>
                  <a:pt x="1943" y="0"/>
                  <a:pt x="1954" y="1"/>
                  <a:pt x="1964" y="3"/>
                </a:cubicBezTo>
                <a:cubicBezTo>
                  <a:pt x="1974" y="5"/>
                  <a:pt x="1984" y="8"/>
                  <a:pt x="1994" y="12"/>
                </a:cubicBezTo>
                <a:cubicBezTo>
                  <a:pt x="2003" y="16"/>
                  <a:pt x="2012" y="21"/>
                  <a:pt x="2021" y="27"/>
                </a:cubicBezTo>
                <a:cubicBezTo>
                  <a:pt x="2030" y="32"/>
                  <a:pt x="2038" y="39"/>
                  <a:pt x="2045" y="46"/>
                </a:cubicBezTo>
                <a:cubicBezTo>
                  <a:pt x="2053" y="54"/>
                  <a:pt x="2059" y="62"/>
                  <a:pt x="2065" y="70"/>
                </a:cubicBezTo>
                <a:cubicBezTo>
                  <a:pt x="2071" y="79"/>
                  <a:pt x="2076" y="88"/>
                  <a:pt x="2080" y="98"/>
                </a:cubicBezTo>
                <a:cubicBezTo>
                  <a:pt x="2084" y="107"/>
                  <a:pt x="2087" y="117"/>
                  <a:pt x="2089" y="128"/>
                </a:cubicBezTo>
                <a:cubicBezTo>
                  <a:pt x="2091" y="138"/>
                  <a:pt x="2092" y="148"/>
                  <a:pt x="2092" y="158"/>
                </a:cubicBezTo>
                <a:lnTo>
                  <a:pt x="2092" y="847"/>
                </a:lnTo>
                <a:cubicBezTo>
                  <a:pt x="2092" y="858"/>
                  <a:pt x="2091" y="868"/>
                  <a:pt x="2089" y="878"/>
                </a:cubicBezTo>
                <a:cubicBezTo>
                  <a:pt x="2087" y="889"/>
                  <a:pt x="2084" y="899"/>
                  <a:pt x="2080" y="908"/>
                </a:cubicBezTo>
                <a:cubicBezTo>
                  <a:pt x="2076" y="918"/>
                  <a:pt x="2071" y="927"/>
                  <a:pt x="2065" y="936"/>
                </a:cubicBezTo>
                <a:cubicBezTo>
                  <a:pt x="2059" y="944"/>
                  <a:pt x="2053" y="952"/>
                  <a:pt x="2045" y="960"/>
                </a:cubicBezTo>
                <a:cubicBezTo>
                  <a:pt x="2038" y="967"/>
                  <a:pt x="2030" y="974"/>
                  <a:pt x="2021" y="979"/>
                </a:cubicBezTo>
                <a:cubicBezTo>
                  <a:pt x="2012" y="985"/>
                  <a:pt x="2003" y="990"/>
                  <a:pt x="1994" y="994"/>
                </a:cubicBezTo>
                <a:cubicBezTo>
                  <a:pt x="1984" y="998"/>
                  <a:pt x="1974" y="1001"/>
                  <a:pt x="1964" y="1003"/>
                </a:cubicBezTo>
                <a:cubicBezTo>
                  <a:pt x="1954" y="1005"/>
                  <a:pt x="1943" y="1006"/>
                  <a:pt x="1933" y="1006"/>
                </a:cubicBezTo>
                <a:lnTo>
                  <a:pt x="159" y="1006"/>
                </a:lnTo>
                <a:cubicBezTo>
                  <a:pt x="149" y="1006"/>
                  <a:pt x="139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40" y="952"/>
                  <a:pt x="33" y="944"/>
                  <a:pt x="27" y="936"/>
                </a:cubicBezTo>
                <a:cubicBezTo>
                  <a:pt x="21" y="927"/>
                  <a:pt x="17" y="918"/>
                  <a:pt x="13" y="908"/>
                </a:cubicBezTo>
                <a:cubicBezTo>
                  <a:pt x="9" y="899"/>
                  <a:pt x="6" y="889"/>
                  <a:pt x="4" y="878"/>
                </a:cubicBezTo>
                <a:cubicBezTo>
                  <a:pt x="2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8428127" name=""/>
          <p:cNvSpPr txBox="1"/>
          <p:nvPr/>
        </p:nvSpPr>
        <p:spPr bwMode="auto">
          <a:xfrm>
            <a:off x="4885920" y="33242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373162" name=""/>
          <p:cNvSpPr txBox="1"/>
          <p:nvPr/>
        </p:nvSpPr>
        <p:spPr bwMode="auto">
          <a:xfrm>
            <a:off x="5125680" y="342324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date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82606442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4351500" y="3846170"/>
            <a:ext cx="2790360" cy="288762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105785" name=""/>
          <p:cNvSpPr txBox="1"/>
          <p:nvPr/>
        </p:nvSpPr>
        <p:spPr bwMode="auto">
          <a:xfrm>
            <a:off x="5783039" y="3324240"/>
            <a:ext cx="24285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and similar types.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63055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4146969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096134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3976881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7196784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602487" name=""/>
          <p:cNvSpPr/>
          <p:nvPr/>
        </p:nvSpPr>
        <p:spPr bwMode="auto">
          <a:xfrm>
            <a:off x="1495080" y="819000"/>
            <a:ext cx="1010160" cy="400320"/>
          </a:xfrm>
          <a:custGeom>
            <a:avLst/>
            <a:gdLst/>
            <a:ahLst/>
            <a:cxnLst/>
            <a:rect l="0" t="0" r="r" b="b"/>
            <a:pathLst>
              <a:path w="2806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2"/>
                  <a:pt x="72" y="27"/>
                </a:cubicBezTo>
                <a:cubicBezTo>
                  <a:pt x="81" y="21"/>
                  <a:pt x="90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lnTo>
                  <a:pt x="2647" y="0"/>
                </a:lnTo>
                <a:cubicBezTo>
                  <a:pt x="2658" y="0"/>
                  <a:pt x="2668" y="1"/>
                  <a:pt x="2678" y="3"/>
                </a:cubicBezTo>
                <a:cubicBezTo>
                  <a:pt x="2688" y="5"/>
                  <a:pt x="2698" y="8"/>
                  <a:pt x="2708" y="12"/>
                </a:cubicBezTo>
                <a:cubicBezTo>
                  <a:pt x="2718" y="16"/>
                  <a:pt x="2727" y="21"/>
                  <a:pt x="2735" y="27"/>
                </a:cubicBezTo>
                <a:cubicBezTo>
                  <a:pt x="2744" y="32"/>
                  <a:pt x="2752" y="39"/>
                  <a:pt x="2760" y="46"/>
                </a:cubicBezTo>
                <a:cubicBezTo>
                  <a:pt x="2767" y="54"/>
                  <a:pt x="2773" y="62"/>
                  <a:pt x="2779" y="70"/>
                </a:cubicBezTo>
                <a:cubicBezTo>
                  <a:pt x="2785" y="79"/>
                  <a:pt x="2790" y="88"/>
                  <a:pt x="2794" y="98"/>
                </a:cubicBezTo>
                <a:cubicBezTo>
                  <a:pt x="2798" y="108"/>
                  <a:pt x="2801" y="117"/>
                  <a:pt x="2803" y="128"/>
                </a:cubicBezTo>
                <a:cubicBezTo>
                  <a:pt x="2805" y="138"/>
                  <a:pt x="2806" y="148"/>
                  <a:pt x="2806" y="159"/>
                </a:cubicBezTo>
                <a:lnTo>
                  <a:pt x="2806" y="953"/>
                </a:lnTo>
                <a:cubicBezTo>
                  <a:pt x="2806" y="964"/>
                  <a:pt x="2805" y="974"/>
                  <a:pt x="2803" y="984"/>
                </a:cubicBezTo>
                <a:cubicBezTo>
                  <a:pt x="2801" y="995"/>
                  <a:pt x="2798" y="1005"/>
                  <a:pt x="2794" y="1014"/>
                </a:cubicBezTo>
                <a:cubicBezTo>
                  <a:pt x="2790" y="1024"/>
                  <a:pt x="2785" y="1033"/>
                  <a:pt x="2779" y="1042"/>
                </a:cubicBezTo>
                <a:cubicBezTo>
                  <a:pt x="2773" y="1050"/>
                  <a:pt x="2767" y="1058"/>
                  <a:pt x="2760" y="1066"/>
                </a:cubicBezTo>
                <a:cubicBezTo>
                  <a:pt x="2752" y="1073"/>
                  <a:pt x="2744" y="1080"/>
                  <a:pt x="2735" y="1085"/>
                </a:cubicBezTo>
                <a:cubicBezTo>
                  <a:pt x="2727" y="1091"/>
                  <a:pt x="2718" y="1096"/>
                  <a:pt x="2708" y="1100"/>
                </a:cubicBezTo>
                <a:cubicBezTo>
                  <a:pt x="2698" y="1104"/>
                  <a:pt x="2688" y="1107"/>
                  <a:pt x="2678" y="1109"/>
                </a:cubicBezTo>
                <a:cubicBezTo>
                  <a:pt x="2668" y="1111"/>
                  <a:pt x="2658" y="1112"/>
                  <a:pt x="2647" y="1112"/>
                </a:cubicBezTo>
                <a:lnTo>
                  <a:pt x="160" y="1112"/>
                </a:lnTo>
                <a:cubicBezTo>
                  <a:pt x="150" y="1112"/>
                  <a:pt x="139" y="1111"/>
                  <a:pt x="129" y="1109"/>
                </a:cubicBezTo>
                <a:cubicBezTo>
                  <a:pt x="119" y="1107"/>
                  <a:pt x="109" y="1104"/>
                  <a:pt x="99" y="1100"/>
                </a:cubicBezTo>
                <a:cubicBezTo>
                  <a:pt x="90" y="1096"/>
                  <a:pt x="81" y="1091"/>
                  <a:pt x="72" y="1085"/>
                </a:cubicBezTo>
                <a:cubicBezTo>
                  <a:pt x="63" y="1080"/>
                  <a:pt x="55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4850207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386900" name=""/>
          <p:cNvSpPr txBox="1"/>
          <p:nvPr/>
        </p:nvSpPr>
        <p:spPr bwMode="auto">
          <a:xfrm>
            <a:off x="1567440" y="815400"/>
            <a:ext cx="864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step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680554" name=""/>
          <p:cNvSpPr txBox="1"/>
          <p:nvPr/>
        </p:nvSpPr>
        <p:spPr bwMode="auto">
          <a:xfrm>
            <a:off x="2500920" y="730440"/>
            <a:ext cx="1755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4414961" name=""/>
          <p:cNvSpPr txBox="1"/>
          <p:nvPr/>
        </p:nvSpPr>
        <p:spPr bwMode="auto">
          <a:xfrm>
            <a:off x="747720" y="1523880"/>
            <a:ext cx="6273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Speciﬁes the increment between allowed values.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8999611" name=""/>
          <p:cNvSpPr txBox="1"/>
          <p:nvPr/>
        </p:nvSpPr>
        <p:spPr bwMode="auto">
          <a:xfrm>
            <a:off x="914400" y="2233440"/>
            <a:ext cx="3098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&gt;Rating:&lt;/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826464" name=""/>
          <p:cNvSpPr/>
          <p:nvPr/>
        </p:nvSpPr>
        <p:spPr bwMode="auto">
          <a:xfrm>
            <a:off x="1047600" y="32572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2606745" name=""/>
          <p:cNvSpPr txBox="1"/>
          <p:nvPr/>
        </p:nvSpPr>
        <p:spPr bwMode="auto">
          <a:xfrm>
            <a:off x="914400" y="2499840"/>
            <a:ext cx="91551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"number"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"rating"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min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"0"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max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"10"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step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"0.5"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3561" name=""/>
          <p:cNvSpPr/>
          <p:nvPr/>
        </p:nvSpPr>
        <p:spPr bwMode="auto">
          <a:xfrm>
            <a:off x="1047600" y="374328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8459852" name=""/>
          <p:cNvSpPr txBox="1"/>
          <p:nvPr/>
        </p:nvSpPr>
        <p:spPr bwMode="auto">
          <a:xfrm>
            <a:off x="1300320" y="3105000"/>
            <a:ext cx="9237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Determines how much the value increases or decreases with each step.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24010965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4449191" y="4049164"/>
            <a:ext cx="2764799" cy="27147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510014" name=""/>
          <p:cNvSpPr txBox="1"/>
          <p:nvPr/>
        </p:nvSpPr>
        <p:spPr bwMode="auto">
          <a:xfrm>
            <a:off x="1300320" y="3591000"/>
            <a:ext cx="5319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Works well for sliders and numeric ﬁelds.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12704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687950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066304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592064" name=""/>
          <p:cNvSpPr/>
          <p:nvPr/>
        </p:nvSpPr>
        <p:spPr bwMode="auto">
          <a:xfrm>
            <a:off x="757080" y="2490480"/>
            <a:ext cx="10687320" cy="857879"/>
          </a:xfrm>
          <a:custGeom>
            <a:avLst/>
            <a:gdLst/>
            <a:ahLst/>
            <a:cxnLst/>
            <a:rect l="0" t="0" r="r" b="b"/>
            <a:pathLst>
              <a:path w="29687" h="2383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7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2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2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3"/>
                  <a:pt x="29542" y="2383"/>
                </a:cubicBezTo>
                <a:lnTo>
                  <a:pt x="145" y="2383"/>
                </a:lnTo>
                <a:cubicBezTo>
                  <a:pt x="136" y="2383"/>
                  <a:pt x="126" y="2382"/>
                  <a:pt x="117" y="2380"/>
                </a:cubicBezTo>
                <a:cubicBezTo>
                  <a:pt x="108" y="2378"/>
                  <a:pt x="99" y="2375"/>
                  <a:pt x="90" y="2372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2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7"/>
                  <a:pt x="0" y="223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8991546" name=""/>
          <p:cNvSpPr/>
          <p:nvPr/>
        </p:nvSpPr>
        <p:spPr bwMode="auto">
          <a:xfrm>
            <a:off x="757080" y="2490480"/>
            <a:ext cx="10687320" cy="857879"/>
          </a:xfrm>
          <a:custGeom>
            <a:avLst/>
            <a:gdLst/>
            <a:ahLst/>
            <a:cxnLst/>
            <a:rect l="0" t="0" r="r" b="b"/>
            <a:pathLst>
              <a:path w="29687" h="2383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7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2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2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3"/>
                  <a:pt x="29542" y="2383"/>
                </a:cubicBezTo>
                <a:lnTo>
                  <a:pt x="145" y="2383"/>
                </a:lnTo>
                <a:cubicBezTo>
                  <a:pt x="136" y="2383"/>
                  <a:pt x="126" y="2382"/>
                  <a:pt x="117" y="2380"/>
                </a:cubicBezTo>
                <a:cubicBezTo>
                  <a:pt x="108" y="2378"/>
                  <a:pt x="99" y="2375"/>
                  <a:pt x="90" y="2372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2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7"/>
                  <a:pt x="0" y="2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5449779" name=""/>
          <p:cNvSpPr/>
          <p:nvPr/>
        </p:nvSpPr>
        <p:spPr bwMode="auto">
          <a:xfrm>
            <a:off x="2866680" y="819000"/>
            <a:ext cx="1438920" cy="400320"/>
          </a:xfrm>
          <a:custGeom>
            <a:avLst/>
            <a:gdLst/>
            <a:ahLst/>
            <a:cxnLst/>
            <a:rect l="0" t="0" r="r" b="b"/>
            <a:pathLst>
              <a:path w="399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838" y="0"/>
                </a:lnTo>
                <a:cubicBezTo>
                  <a:pt x="3848" y="0"/>
                  <a:pt x="3859" y="1"/>
                  <a:pt x="3869" y="3"/>
                </a:cubicBezTo>
                <a:cubicBezTo>
                  <a:pt x="3879" y="5"/>
                  <a:pt x="3889" y="8"/>
                  <a:pt x="3899" y="12"/>
                </a:cubicBezTo>
                <a:cubicBezTo>
                  <a:pt x="3908" y="16"/>
                  <a:pt x="3917" y="21"/>
                  <a:pt x="3926" y="27"/>
                </a:cubicBezTo>
                <a:cubicBezTo>
                  <a:pt x="3935" y="32"/>
                  <a:pt x="3943" y="39"/>
                  <a:pt x="3950" y="46"/>
                </a:cubicBezTo>
                <a:cubicBezTo>
                  <a:pt x="3958" y="54"/>
                  <a:pt x="3964" y="62"/>
                  <a:pt x="3970" y="70"/>
                </a:cubicBezTo>
                <a:cubicBezTo>
                  <a:pt x="3976" y="79"/>
                  <a:pt x="3981" y="88"/>
                  <a:pt x="3985" y="98"/>
                </a:cubicBezTo>
                <a:cubicBezTo>
                  <a:pt x="3989" y="108"/>
                  <a:pt x="3992" y="117"/>
                  <a:pt x="3994" y="128"/>
                </a:cubicBezTo>
                <a:cubicBezTo>
                  <a:pt x="3996" y="138"/>
                  <a:pt x="3997" y="148"/>
                  <a:pt x="3997" y="159"/>
                </a:cubicBezTo>
                <a:lnTo>
                  <a:pt x="3997" y="953"/>
                </a:lnTo>
                <a:cubicBezTo>
                  <a:pt x="3997" y="964"/>
                  <a:pt x="3996" y="974"/>
                  <a:pt x="3994" y="984"/>
                </a:cubicBezTo>
                <a:cubicBezTo>
                  <a:pt x="3992" y="995"/>
                  <a:pt x="3989" y="1005"/>
                  <a:pt x="3985" y="1014"/>
                </a:cubicBezTo>
                <a:cubicBezTo>
                  <a:pt x="3981" y="1024"/>
                  <a:pt x="3976" y="1033"/>
                  <a:pt x="3970" y="1042"/>
                </a:cubicBezTo>
                <a:cubicBezTo>
                  <a:pt x="3964" y="1050"/>
                  <a:pt x="3958" y="1058"/>
                  <a:pt x="3950" y="1066"/>
                </a:cubicBezTo>
                <a:cubicBezTo>
                  <a:pt x="3943" y="1073"/>
                  <a:pt x="3935" y="1080"/>
                  <a:pt x="3926" y="1085"/>
                </a:cubicBezTo>
                <a:cubicBezTo>
                  <a:pt x="3917" y="1091"/>
                  <a:pt x="3908" y="1096"/>
                  <a:pt x="3899" y="1100"/>
                </a:cubicBezTo>
                <a:cubicBezTo>
                  <a:pt x="3889" y="1104"/>
                  <a:pt x="3879" y="1107"/>
                  <a:pt x="3869" y="1109"/>
                </a:cubicBezTo>
                <a:cubicBezTo>
                  <a:pt x="3859" y="1111"/>
                  <a:pt x="3848" y="1112"/>
                  <a:pt x="3838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6462304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754769" name=""/>
          <p:cNvSpPr txBox="1"/>
          <p:nvPr/>
        </p:nvSpPr>
        <p:spPr bwMode="auto">
          <a:xfrm>
            <a:off x="2942280" y="815400"/>
            <a:ext cx="129564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number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6505321" name=""/>
          <p:cNvSpPr txBox="1"/>
          <p:nvPr/>
        </p:nvSpPr>
        <p:spPr bwMode="auto">
          <a:xfrm>
            <a:off x="747720" y="1523880"/>
            <a:ext cx="3077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Used for numeric input.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673813" name=""/>
          <p:cNvSpPr txBox="1"/>
          <p:nvPr/>
        </p:nvSpPr>
        <p:spPr bwMode="auto">
          <a:xfrm>
            <a:off x="747720" y="1933560"/>
            <a:ext cx="6586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Includes built-in validation and increment controls.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723629" name=""/>
          <p:cNvSpPr txBox="1"/>
          <p:nvPr/>
        </p:nvSpPr>
        <p:spPr bwMode="auto">
          <a:xfrm>
            <a:off x="914400" y="2652480"/>
            <a:ext cx="3380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&gt;Quantity:&lt;/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0011355" name=""/>
          <p:cNvSpPr/>
          <p:nvPr/>
        </p:nvSpPr>
        <p:spPr bwMode="auto">
          <a:xfrm>
            <a:off x="1047600" y="367632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5310468" name=""/>
          <p:cNvSpPr txBox="1"/>
          <p:nvPr/>
        </p:nvSpPr>
        <p:spPr bwMode="auto">
          <a:xfrm>
            <a:off x="914400" y="2919240"/>
            <a:ext cx="8873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"number"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"qty"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min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"1"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max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"100"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"10"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9302879" name=""/>
          <p:cNvSpPr/>
          <p:nvPr/>
        </p:nvSpPr>
        <p:spPr bwMode="auto">
          <a:xfrm>
            <a:off x="1047600" y="416232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680582" name=""/>
          <p:cNvSpPr txBox="1"/>
          <p:nvPr/>
        </p:nvSpPr>
        <p:spPr bwMode="auto">
          <a:xfrm>
            <a:off x="1300320" y="3524400"/>
            <a:ext cx="3702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Prevents non-numeric input.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7628491" name=""/>
          <p:cNvSpPr/>
          <p:nvPr/>
        </p:nvSpPr>
        <p:spPr bwMode="auto">
          <a:xfrm>
            <a:off x="2400120" y="4057560"/>
            <a:ext cx="609840" cy="362160"/>
          </a:xfrm>
          <a:custGeom>
            <a:avLst/>
            <a:gdLst/>
            <a:ahLst/>
            <a:cxnLst/>
            <a:rect l="0" t="0" r="r" b="b"/>
            <a:pathLst>
              <a:path w="1694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36" y="0"/>
                </a:lnTo>
                <a:cubicBezTo>
                  <a:pt x="1546" y="0"/>
                  <a:pt x="1556" y="1"/>
                  <a:pt x="1567" y="3"/>
                </a:cubicBezTo>
                <a:cubicBezTo>
                  <a:pt x="1577" y="5"/>
                  <a:pt x="1587" y="8"/>
                  <a:pt x="1596" y="12"/>
                </a:cubicBezTo>
                <a:cubicBezTo>
                  <a:pt x="1606" y="16"/>
                  <a:pt x="1615" y="21"/>
                  <a:pt x="1624" y="27"/>
                </a:cubicBezTo>
                <a:cubicBezTo>
                  <a:pt x="1632" y="32"/>
                  <a:pt x="1640" y="39"/>
                  <a:pt x="1648" y="46"/>
                </a:cubicBezTo>
                <a:cubicBezTo>
                  <a:pt x="1655" y="54"/>
                  <a:pt x="1662" y="62"/>
                  <a:pt x="1668" y="70"/>
                </a:cubicBezTo>
                <a:cubicBezTo>
                  <a:pt x="1673" y="79"/>
                  <a:pt x="1678" y="88"/>
                  <a:pt x="1682" y="98"/>
                </a:cubicBezTo>
                <a:cubicBezTo>
                  <a:pt x="1686" y="107"/>
                  <a:pt x="1689" y="117"/>
                  <a:pt x="1691" y="128"/>
                </a:cubicBezTo>
                <a:cubicBezTo>
                  <a:pt x="1693" y="138"/>
                  <a:pt x="1694" y="148"/>
                  <a:pt x="1694" y="158"/>
                </a:cubicBezTo>
                <a:lnTo>
                  <a:pt x="1694" y="847"/>
                </a:lnTo>
                <a:cubicBezTo>
                  <a:pt x="1694" y="858"/>
                  <a:pt x="1693" y="868"/>
                  <a:pt x="1691" y="878"/>
                </a:cubicBezTo>
                <a:cubicBezTo>
                  <a:pt x="1689" y="889"/>
                  <a:pt x="1686" y="899"/>
                  <a:pt x="1682" y="908"/>
                </a:cubicBezTo>
                <a:cubicBezTo>
                  <a:pt x="1678" y="918"/>
                  <a:pt x="1673" y="927"/>
                  <a:pt x="1668" y="936"/>
                </a:cubicBezTo>
                <a:cubicBezTo>
                  <a:pt x="1662" y="944"/>
                  <a:pt x="1655" y="952"/>
                  <a:pt x="1648" y="960"/>
                </a:cubicBezTo>
                <a:cubicBezTo>
                  <a:pt x="1640" y="967"/>
                  <a:pt x="1632" y="974"/>
                  <a:pt x="1624" y="979"/>
                </a:cubicBezTo>
                <a:cubicBezTo>
                  <a:pt x="1615" y="985"/>
                  <a:pt x="1606" y="990"/>
                  <a:pt x="1596" y="994"/>
                </a:cubicBezTo>
                <a:cubicBezTo>
                  <a:pt x="1587" y="998"/>
                  <a:pt x="1577" y="1001"/>
                  <a:pt x="1567" y="1003"/>
                </a:cubicBezTo>
                <a:cubicBezTo>
                  <a:pt x="1556" y="1005"/>
                  <a:pt x="1546" y="1006"/>
                  <a:pt x="1536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4564877" name=""/>
          <p:cNvSpPr txBox="1"/>
          <p:nvPr/>
        </p:nvSpPr>
        <p:spPr bwMode="auto">
          <a:xfrm>
            <a:off x="1300320" y="4010040"/>
            <a:ext cx="1101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Can use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343802" name=""/>
          <p:cNvSpPr txBox="1"/>
          <p:nvPr/>
        </p:nvSpPr>
        <p:spPr bwMode="auto">
          <a:xfrm>
            <a:off x="2496960" y="410904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min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71064" name=""/>
          <p:cNvSpPr/>
          <p:nvPr/>
        </p:nvSpPr>
        <p:spPr bwMode="auto">
          <a:xfrm>
            <a:off x="3162240" y="4057560"/>
            <a:ext cx="609840" cy="362160"/>
          </a:xfrm>
          <a:custGeom>
            <a:avLst/>
            <a:gdLst/>
            <a:ahLst/>
            <a:cxnLst/>
            <a:rect l="0" t="0" r="r" b="b"/>
            <a:pathLst>
              <a:path w="1694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535" y="0"/>
                </a:lnTo>
                <a:cubicBezTo>
                  <a:pt x="1546" y="0"/>
                  <a:pt x="1556" y="1"/>
                  <a:pt x="1566" y="3"/>
                </a:cubicBezTo>
                <a:cubicBezTo>
                  <a:pt x="1576" y="5"/>
                  <a:pt x="1586" y="8"/>
                  <a:pt x="1596" y="12"/>
                </a:cubicBezTo>
                <a:cubicBezTo>
                  <a:pt x="1606" y="16"/>
                  <a:pt x="1615" y="21"/>
                  <a:pt x="1623" y="27"/>
                </a:cubicBezTo>
                <a:cubicBezTo>
                  <a:pt x="1632" y="32"/>
                  <a:pt x="1640" y="39"/>
                  <a:pt x="1648" y="46"/>
                </a:cubicBezTo>
                <a:cubicBezTo>
                  <a:pt x="1655" y="54"/>
                  <a:pt x="1661" y="62"/>
                  <a:pt x="1667" y="70"/>
                </a:cubicBezTo>
                <a:cubicBezTo>
                  <a:pt x="1673" y="79"/>
                  <a:pt x="1678" y="88"/>
                  <a:pt x="1682" y="98"/>
                </a:cubicBezTo>
                <a:cubicBezTo>
                  <a:pt x="1686" y="107"/>
                  <a:pt x="1689" y="117"/>
                  <a:pt x="1691" y="128"/>
                </a:cubicBezTo>
                <a:cubicBezTo>
                  <a:pt x="1693" y="138"/>
                  <a:pt x="1694" y="148"/>
                  <a:pt x="1694" y="158"/>
                </a:cubicBezTo>
                <a:lnTo>
                  <a:pt x="1694" y="847"/>
                </a:lnTo>
                <a:cubicBezTo>
                  <a:pt x="1694" y="858"/>
                  <a:pt x="1693" y="868"/>
                  <a:pt x="1691" y="878"/>
                </a:cubicBezTo>
                <a:cubicBezTo>
                  <a:pt x="1689" y="889"/>
                  <a:pt x="1686" y="899"/>
                  <a:pt x="1682" y="908"/>
                </a:cubicBezTo>
                <a:cubicBezTo>
                  <a:pt x="1678" y="918"/>
                  <a:pt x="1673" y="927"/>
                  <a:pt x="1667" y="936"/>
                </a:cubicBezTo>
                <a:cubicBezTo>
                  <a:pt x="1661" y="944"/>
                  <a:pt x="1655" y="952"/>
                  <a:pt x="1648" y="960"/>
                </a:cubicBezTo>
                <a:cubicBezTo>
                  <a:pt x="1640" y="967"/>
                  <a:pt x="1632" y="974"/>
                  <a:pt x="1623" y="979"/>
                </a:cubicBezTo>
                <a:cubicBezTo>
                  <a:pt x="1615" y="985"/>
                  <a:pt x="1606" y="990"/>
                  <a:pt x="1596" y="994"/>
                </a:cubicBezTo>
                <a:cubicBezTo>
                  <a:pt x="1586" y="998"/>
                  <a:pt x="1576" y="1001"/>
                  <a:pt x="1566" y="1003"/>
                </a:cubicBezTo>
                <a:cubicBezTo>
                  <a:pt x="1556" y="1005"/>
                  <a:pt x="1546" y="1006"/>
                  <a:pt x="1535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6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0898213" name=""/>
          <p:cNvSpPr txBox="1"/>
          <p:nvPr/>
        </p:nvSpPr>
        <p:spPr bwMode="auto">
          <a:xfrm>
            <a:off x="3013560" y="40100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967022" name=""/>
          <p:cNvSpPr txBox="1"/>
          <p:nvPr/>
        </p:nvSpPr>
        <p:spPr bwMode="auto">
          <a:xfrm>
            <a:off x="3253320" y="410904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max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680084" name=""/>
          <p:cNvSpPr/>
          <p:nvPr/>
        </p:nvSpPr>
        <p:spPr bwMode="auto">
          <a:xfrm>
            <a:off x="4485960" y="4057560"/>
            <a:ext cx="753120" cy="362160"/>
          </a:xfrm>
          <a:custGeom>
            <a:avLst/>
            <a:gdLst/>
            <a:ahLst/>
            <a:cxnLst/>
            <a:rect l="0" t="0" r="r" b="b"/>
            <a:pathLst>
              <a:path w="2092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933" y="0"/>
                </a:lnTo>
                <a:cubicBezTo>
                  <a:pt x="1943" y="0"/>
                  <a:pt x="1954" y="1"/>
                  <a:pt x="1964" y="3"/>
                </a:cubicBezTo>
                <a:cubicBezTo>
                  <a:pt x="1974" y="5"/>
                  <a:pt x="1984" y="8"/>
                  <a:pt x="1994" y="12"/>
                </a:cubicBezTo>
                <a:cubicBezTo>
                  <a:pt x="2003" y="16"/>
                  <a:pt x="2012" y="21"/>
                  <a:pt x="2021" y="27"/>
                </a:cubicBezTo>
                <a:cubicBezTo>
                  <a:pt x="2030" y="32"/>
                  <a:pt x="2038" y="39"/>
                  <a:pt x="2045" y="46"/>
                </a:cubicBezTo>
                <a:cubicBezTo>
                  <a:pt x="2052" y="54"/>
                  <a:pt x="2059" y="62"/>
                  <a:pt x="2065" y="70"/>
                </a:cubicBezTo>
                <a:cubicBezTo>
                  <a:pt x="2071" y="79"/>
                  <a:pt x="2076" y="88"/>
                  <a:pt x="2079" y="98"/>
                </a:cubicBezTo>
                <a:cubicBezTo>
                  <a:pt x="2083" y="107"/>
                  <a:pt x="2086" y="117"/>
                  <a:pt x="2089" y="128"/>
                </a:cubicBezTo>
                <a:cubicBezTo>
                  <a:pt x="2091" y="138"/>
                  <a:pt x="2092" y="148"/>
                  <a:pt x="2092" y="158"/>
                </a:cubicBezTo>
                <a:lnTo>
                  <a:pt x="2092" y="847"/>
                </a:lnTo>
                <a:cubicBezTo>
                  <a:pt x="2092" y="858"/>
                  <a:pt x="2091" y="868"/>
                  <a:pt x="2089" y="878"/>
                </a:cubicBezTo>
                <a:cubicBezTo>
                  <a:pt x="2086" y="889"/>
                  <a:pt x="2083" y="899"/>
                  <a:pt x="2079" y="908"/>
                </a:cubicBezTo>
                <a:cubicBezTo>
                  <a:pt x="2076" y="918"/>
                  <a:pt x="2071" y="927"/>
                  <a:pt x="2065" y="936"/>
                </a:cubicBezTo>
                <a:cubicBezTo>
                  <a:pt x="2059" y="944"/>
                  <a:pt x="2052" y="952"/>
                  <a:pt x="2045" y="960"/>
                </a:cubicBezTo>
                <a:cubicBezTo>
                  <a:pt x="2038" y="967"/>
                  <a:pt x="2030" y="974"/>
                  <a:pt x="2021" y="979"/>
                </a:cubicBezTo>
                <a:cubicBezTo>
                  <a:pt x="2012" y="985"/>
                  <a:pt x="2003" y="990"/>
                  <a:pt x="1994" y="994"/>
                </a:cubicBezTo>
                <a:cubicBezTo>
                  <a:pt x="1984" y="998"/>
                  <a:pt x="1974" y="1001"/>
                  <a:pt x="1964" y="1003"/>
                </a:cubicBezTo>
                <a:cubicBezTo>
                  <a:pt x="1954" y="1005"/>
                  <a:pt x="1943" y="1006"/>
                  <a:pt x="1933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4672945" name=""/>
          <p:cNvSpPr txBox="1"/>
          <p:nvPr/>
        </p:nvSpPr>
        <p:spPr bwMode="auto">
          <a:xfrm>
            <a:off x="3769920" y="4010040"/>
            <a:ext cx="712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and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396472" name=""/>
          <p:cNvSpPr txBox="1"/>
          <p:nvPr/>
        </p:nvSpPr>
        <p:spPr bwMode="auto">
          <a:xfrm>
            <a:off x="4577040" y="410904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step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8242840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8103512" y="3627396"/>
            <a:ext cx="2966012" cy="290747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1700759" name=""/>
          <p:cNvSpPr txBox="1"/>
          <p:nvPr/>
        </p:nvSpPr>
        <p:spPr bwMode="auto">
          <a:xfrm>
            <a:off x="5234400" y="4010040"/>
            <a:ext cx="20790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for ﬁne control.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53023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60096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399579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3434848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3590535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7678367" name=""/>
          <p:cNvSpPr/>
          <p:nvPr/>
        </p:nvSpPr>
        <p:spPr bwMode="auto">
          <a:xfrm>
            <a:off x="1495080" y="819000"/>
            <a:ext cx="1867320" cy="400320"/>
          </a:xfrm>
          <a:custGeom>
            <a:avLst/>
            <a:gdLst/>
            <a:ahLst/>
            <a:cxnLst/>
            <a:rect l="0" t="0" r="r" b="b"/>
            <a:pathLst>
              <a:path w="518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29" y="0"/>
                </a:lnTo>
                <a:cubicBezTo>
                  <a:pt x="5039" y="0"/>
                  <a:pt x="5049" y="1"/>
                  <a:pt x="5060" y="3"/>
                </a:cubicBezTo>
                <a:cubicBezTo>
                  <a:pt x="5070" y="5"/>
                  <a:pt x="5080" y="8"/>
                  <a:pt x="5089" y="12"/>
                </a:cubicBezTo>
                <a:cubicBezTo>
                  <a:pt x="5099" y="16"/>
                  <a:pt x="5108" y="21"/>
                  <a:pt x="5117" y="27"/>
                </a:cubicBezTo>
                <a:cubicBezTo>
                  <a:pt x="5125" y="32"/>
                  <a:pt x="5133" y="39"/>
                  <a:pt x="5141" y="46"/>
                </a:cubicBezTo>
                <a:cubicBezTo>
                  <a:pt x="5148" y="54"/>
                  <a:pt x="5155" y="62"/>
                  <a:pt x="5161" y="70"/>
                </a:cubicBezTo>
                <a:cubicBezTo>
                  <a:pt x="5166" y="79"/>
                  <a:pt x="5171" y="88"/>
                  <a:pt x="5175" y="98"/>
                </a:cubicBezTo>
                <a:cubicBezTo>
                  <a:pt x="5179" y="108"/>
                  <a:pt x="5182" y="117"/>
                  <a:pt x="5184" y="128"/>
                </a:cubicBezTo>
                <a:cubicBezTo>
                  <a:pt x="5186" y="138"/>
                  <a:pt x="5187" y="148"/>
                  <a:pt x="5187" y="159"/>
                </a:cubicBezTo>
                <a:lnTo>
                  <a:pt x="5187" y="953"/>
                </a:lnTo>
                <a:cubicBezTo>
                  <a:pt x="5187" y="964"/>
                  <a:pt x="5186" y="974"/>
                  <a:pt x="5184" y="984"/>
                </a:cubicBezTo>
                <a:cubicBezTo>
                  <a:pt x="5182" y="995"/>
                  <a:pt x="5179" y="1005"/>
                  <a:pt x="5175" y="1014"/>
                </a:cubicBezTo>
                <a:cubicBezTo>
                  <a:pt x="5171" y="1024"/>
                  <a:pt x="5166" y="1033"/>
                  <a:pt x="5161" y="1042"/>
                </a:cubicBezTo>
                <a:cubicBezTo>
                  <a:pt x="5155" y="1050"/>
                  <a:pt x="5148" y="1058"/>
                  <a:pt x="5141" y="1066"/>
                </a:cubicBezTo>
                <a:cubicBezTo>
                  <a:pt x="5133" y="1073"/>
                  <a:pt x="5125" y="1080"/>
                  <a:pt x="5117" y="1085"/>
                </a:cubicBezTo>
                <a:cubicBezTo>
                  <a:pt x="5108" y="1091"/>
                  <a:pt x="5099" y="1096"/>
                  <a:pt x="5089" y="1100"/>
                </a:cubicBezTo>
                <a:cubicBezTo>
                  <a:pt x="5080" y="1104"/>
                  <a:pt x="5070" y="1107"/>
                  <a:pt x="5060" y="1109"/>
                </a:cubicBezTo>
                <a:cubicBezTo>
                  <a:pt x="5049" y="1111"/>
                  <a:pt x="5039" y="1112"/>
                  <a:pt x="502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3412521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667146" name=""/>
          <p:cNvSpPr txBox="1"/>
          <p:nvPr/>
        </p:nvSpPr>
        <p:spPr bwMode="auto">
          <a:xfrm>
            <a:off x="1567440" y="815400"/>
            <a:ext cx="1727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readonly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3910924" name=""/>
          <p:cNvSpPr txBox="1"/>
          <p:nvPr/>
        </p:nvSpPr>
        <p:spPr bwMode="auto">
          <a:xfrm>
            <a:off x="3362760" y="730440"/>
            <a:ext cx="1755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4500277" name=""/>
          <p:cNvSpPr txBox="1"/>
          <p:nvPr/>
        </p:nvSpPr>
        <p:spPr bwMode="auto">
          <a:xfrm>
            <a:off x="747720" y="1523880"/>
            <a:ext cx="8111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Makes an input uneditable but still selectable and submittable.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362732" name=""/>
          <p:cNvSpPr/>
          <p:nvPr/>
        </p:nvSpPr>
        <p:spPr bwMode="auto">
          <a:xfrm>
            <a:off x="1047600" y="2990519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40"/>
                </a:cubicBezTo>
                <a:cubicBezTo>
                  <a:pt x="51" y="28"/>
                  <a:pt x="65" y="18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1687732" name=""/>
          <p:cNvSpPr txBox="1"/>
          <p:nvPr/>
        </p:nvSpPr>
        <p:spPr bwMode="auto">
          <a:xfrm>
            <a:off x="914400" y="2233440"/>
            <a:ext cx="7042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"Static 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readonly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2693906" name=""/>
          <p:cNvSpPr/>
          <p:nvPr/>
        </p:nvSpPr>
        <p:spPr bwMode="auto">
          <a:xfrm>
            <a:off x="1047600" y="3476519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6492002" name=""/>
          <p:cNvSpPr txBox="1"/>
          <p:nvPr/>
        </p:nvSpPr>
        <p:spPr bwMode="auto">
          <a:xfrm>
            <a:off x="1300320" y="2838600"/>
            <a:ext cx="5109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value can’t be changed by the user.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87710938" name="" descr=""/>
          <p:cNvPicPr/>
          <p:nvPr/>
        </p:nvPicPr>
        <p:blipFill rotWithShape="1">
          <a:blip r:embed="rId3"/>
          <a:stretch/>
        </p:blipFill>
        <p:spPr bwMode="auto">
          <a:xfrm>
            <a:off x="3176279" y="3828611"/>
            <a:ext cx="484776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1084810" name=""/>
          <p:cNvSpPr txBox="1"/>
          <p:nvPr/>
        </p:nvSpPr>
        <p:spPr bwMode="auto">
          <a:xfrm>
            <a:off x="1300320" y="3324240"/>
            <a:ext cx="4936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Still included in form submission data.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808081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211230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14940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9390163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0857551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770771" name=""/>
          <p:cNvSpPr/>
          <p:nvPr/>
        </p:nvSpPr>
        <p:spPr bwMode="auto">
          <a:xfrm>
            <a:off x="1495080" y="819000"/>
            <a:ext cx="1867320" cy="400320"/>
          </a:xfrm>
          <a:custGeom>
            <a:avLst/>
            <a:gdLst/>
            <a:ahLst/>
            <a:cxnLst/>
            <a:rect l="0" t="0" r="r" b="b"/>
            <a:pathLst>
              <a:path w="518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29" y="0"/>
                </a:lnTo>
                <a:cubicBezTo>
                  <a:pt x="5039" y="0"/>
                  <a:pt x="5049" y="1"/>
                  <a:pt x="5060" y="3"/>
                </a:cubicBezTo>
                <a:cubicBezTo>
                  <a:pt x="5070" y="5"/>
                  <a:pt x="5080" y="8"/>
                  <a:pt x="5089" y="12"/>
                </a:cubicBezTo>
                <a:cubicBezTo>
                  <a:pt x="5099" y="16"/>
                  <a:pt x="5108" y="21"/>
                  <a:pt x="5117" y="27"/>
                </a:cubicBezTo>
                <a:cubicBezTo>
                  <a:pt x="5125" y="32"/>
                  <a:pt x="5133" y="39"/>
                  <a:pt x="5141" y="46"/>
                </a:cubicBezTo>
                <a:cubicBezTo>
                  <a:pt x="5148" y="54"/>
                  <a:pt x="5155" y="62"/>
                  <a:pt x="5161" y="70"/>
                </a:cubicBezTo>
                <a:cubicBezTo>
                  <a:pt x="5166" y="79"/>
                  <a:pt x="5171" y="88"/>
                  <a:pt x="5175" y="98"/>
                </a:cubicBezTo>
                <a:cubicBezTo>
                  <a:pt x="5179" y="108"/>
                  <a:pt x="5182" y="117"/>
                  <a:pt x="5184" y="128"/>
                </a:cubicBezTo>
                <a:cubicBezTo>
                  <a:pt x="5186" y="138"/>
                  <a:pt x="5187" y="148"/>
                  <a:pt x="5187" y="159"/>
                </a:cubicBezTo>
                <a:lnTo>
                  <a:pt x="5187" y="953"/>
                </a:lnTo>
                <a:cubicBezTo>
                  <a:pt x="5187" y="964"/>
                  <a:pt x="5186" y="974"/>
                  <a:pt x="5184" y="984"/>
                </a:cubicBezTo>
                <a:cubicBezTo>
                  <a:pt x="5182" y="995"/>
                  <a:pt x="5179" y="1005"/>
                  <a:pt x="5175" y="1014"/>
                </a:cubicBezTo>
                <a:cubicBezTo>
                  <a:pt x="5171" y="1024"/>
                  <a:pt x="5166" y="1033"/>
                  <a:pt x="5161" y="1042"/>
                </a:cubicBezTo>
                <a:cubicBezTo>
                  <a:pt x="5155" y="1050"/>
                  <a:pt x="5148" y="1058"/>
                  <a:pt x="5141" y="1066"/>
                </a:cubicBezTo>
                <a:cubicBezTo>
                  <a:pt x="5133" y="1073"/>
                  <a:pt x="5125" y="1080"/>
                  <a:pt x="5117" y="1085"/>
                </a:cubicBezTo>
                <a:cubicBezTo>
                  <a:pt x="5108" y="1091"/>
                  <a:pt x="5099" y="1096"/>
                  <a:pt x="5089" y="1100"/>
                </a:cubicBezTo>
                <a:cubicBezTo>
                  <a:pt x="5080" y="1104"/>
                  <a:pt x="5070" y="1107"/>
                  <a:pt x="5060" y="1109"/>
                </a:cubicBezTo>
                <a:cubicBezTo>
                  <a:pt x="5049" y="1111"/>
                  <a:pt x="5039" y="1112"/>
                  <a:pt x="502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2120308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513893" name=""/>
          <p:cNvSpPr txBox="1"/>
          <p:nvPr/>
        </p:nvSpPr>
        <p:spPr bwMode="auto">
          <a:xfrm>
            <a:off x="1567440" y="815400"/>
            <a:ext cx="1727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disabled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2450978" name=""/>
          <p:cNvSpPr txBox="1"/>
          <p:nvPr/>
        </p:nvSpPr>
        <p:spPr bwMode="auto">
          <a:xfrm>
            <a:off x="3362760" y="730440"/>
            <a:ext cx="1755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4704308" name=""/>
          <p:cNvSpPr txBox="1"/>
          <p:nvPr/>
        </p:nvSpPr>
        <p:spPr bwMode="auto">
          <a:xfrm>
            <a:off x="747720" y="1523880"/>
            <a:ext cx="9420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Disables an input completely — it’s not editable, focusable, or submitted.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3906581" name=""/>
          <p:cNvSpPr/>
          <p:nvPr/>
        </p:nvSpPr>
        <p:spPr bwMode="auto">
          <a:xfrm>
            <a:off x="1047600" y="2990519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40"/>
                </a:cubicBezTo>
                <a:cubicBezTo>
                  <a:pt x="51" y="28"/>
                  <a:pt x="65" y="18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2115170" name=""/>
          <p:cNvSpPr txBox="1"/>
          <p:nvPr/>
        </p:nvSpPr>
        <p:spPr bwMode="auto">
          <a:xfrm>
            <a:off x="914400" y="2233440"/>
            <a:ext cx="7464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"Disabled field"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disabled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9019139" name=""/>
          <p:cNvSpPr/>
          <p:nvPr/>
        </p:nvSpPr>
        <p:spPr bwMode="auto">
          <a:xfrm>
            <a:off x="1047600" y="3476519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2299538" name=""/>
          <p:cNvSpPr txBox="1"/>
          <p:nvPr/>
        </p:nvSpPr>
        <p:spPr bwMode="auto">
          <a:xfrm>
            <a:off x="1300320" y="2838600"/>
            <a:ext cx="7312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Typically used for unavailable or system-managed ﬁelds.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7554269" name="" descr=""/>
          <p:cNvPicPr/>
          <p:nvPr/>
        </p:nvPicPr>
        <p:blipFill rotWithShape="1">
          <a:blip r:embed="rId3"/>
          <a:stretch/>
        </p:blipFill>
        <p:spPr bwMode="auto">
          <a:xfrm>
            <a:off x="3531600" y="3876840"/>
            <a:ext cx="484776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3770084" name=""/>
          <p:cNvSpPr txBox="1"/>
          <p:nvPr/>
        </p:nvSpPr>
        <p:spPr bwMode="auto">
          <a:xfrm>
            <a:off x="1300320" y="3324240"/>
            <a:ext cx="3658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Visually appears grayed out.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48163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93850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17037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8944494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9287135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7742610" name=""/>
          <p:cNvSpPr/>
          <p:nvPr/>
        </p:nvSpPr>
        <p:spPr bwMode="auto">
          <a:xfrm>
            <a:off x="1495080" y="819000"/>
            <a:ext cx="2086560" cy="400320"/>
          </a:xfrm>
          <a:custGeom>
            <a:avLst/>
            <a:gdLst/>
            <a:ahLst/>
            <a:cxnLst/>
            <a:rect l="0" t="0" r="r" b="b"/>
            <a:pathLst>
              <a:path w="5796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637" y="0"/>
                </a:lnTo>
                <a:cubicBezTo>
                  <a:pt x="5648" y="0"/>
                  <a:pt x="5658" y="1"/>
                  <a:pt x="5668" y="3"/>
                </a:cubicBezTo>
                <a:cubicBezTo>
                  <a:pt x="5678" y="5"/>
                  <a:pt x="5688" y="8"/>
                  <a:pt x="5698" y="12"/>
                </a:cubicBezTo>
                <a:cubicBezTo>
                  <a:pt x="5707" y="16"/>
                  <a:pt x="5717" y="21"/>
                  <a:pt x="5725" y="27"/>
                </a:cubicBezTo>
                <a:cubicBezTo>
                  <a:pt x="5734" y="32"/>
                  <a:pt x="5742" y="39"/>
                  <a:pt x="5749" y="46"/>
                </a:cubicBezTo>
                <a:cubicBezTo>
                  <a:pt x="5757" y="54"/>
                  <a:pt x="5763" y="62"/>
                  <a:pt x="5769" y="70"/>
                </a:cubicBezTo>
                <a:cubicBezTo>
                  <a:pt x="5775" y="79"/>
                  <a:pt x="5780" y="88"/>
                  <a:pt x="5784" y="98"/>
                </a:cubicBezTo>
                <a:cubicBezTo>
                  <a:pt x="5788" y="108"/>
                  <a:pt x="5791" y="117"/>
                  <a:pt x="5793" y="128"/>
                </a:cubicBezTo>
                <a:cubicBezTo>
                  <a:pt x="5795" y="138"/>
                  <a:pt x="5796" y="148"/>
                  <a:pt x="5796" y="159"/>
                </a:cubicBezTo>
                <a:lnTo>
                  <a:pt x="5796" y="953"/>
                </a:lnTo>
                <a:cubicBezTo>
                  <a:pt x="5796" y="964"/>
                  <a:pt x="5795" y="974"/>
                  <a:pt x="5793" y="984"/>
                </a:cubicBezTo>
                <a:cubicBezTo>
                  <a:pt x="5791" y="995"/>
                  <a:pt x="5788" y="1005"/>
                  <a:pt x="5784" y="1014"/>
                </a:cubicBezTo>
                <a:cubicBezTo>
                  <a:pt x="5780" y="1024"/>
                  <a:pt x="5775" y="1033"/>
                  <a:pt x="5769" y="1042"/>
                </a:cubicBezTo>
                <a:cubicBezTo>
                  <a:pt x="5763" y="1050"/>
                  <a:pt x="5757" y="1058"/>
                  <a:pt x="5749" y="1066"/>
                </a:cubicBezTo>
                <a:cubicBezTo>
                  <a:pt x="5742" y="1073"/>
                  <a:pt x="5734" y="1080"/>
                  <a:pt x="5725" y="1085"/>
                </a:cubicBezTo>
                <a:cubicBezTo>
                  <a:pt x="5717" y="1091"/>
                  <a:pt x="5707" y="1096"/>
                  <a:pt x="5698" y="1100"/>
                </a:cubicBezTo>
                <a:cubicBezTo>
                  <a:pt x="5688" y="1104"/>
                  <a:pt x="5678" y="1107"/>
                  <a:pt x="5668" y="1109"/>
                </a:cubicBezTo>
                <a:cubicBezTo>
                  <a:pt x="5658" y="1111"/>
                  <a:pt x="5648" y="1112"/>
                  <a:pt x="5637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9678286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5363094" name=""/>
          <p:cNvSpPr txBox="1"/>
          <p:nvPr/>
        </p:nvSpPr>
        <p:spPr bwMode="auto">
          <a:xfrm>
            <a:off x="1567440" y="815400"/>
            <a:ext cx="1943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autofocus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3166019" name=""/>
          <p:cNvSpPr txBox="1"/>
          <p:nvPr/>
        </p:nvSpPr>
        <p:spPr bwMode="auto">
          <a:xfrm>
            <a:off x="3578040" y="730440"/>
            <a:ext cx="1755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0878684" name=""/>
          <p:cNvSpPr txBox="1"/>
          <p:nvPr/>
        </p:nvSpPr>
        <p:spPr bwMode="auto">
          <a:xfrm>
            <a:off x="747720" y="1523880"/>
            <a:ext cx="6817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Automatically focuses an input when the page loads.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8906816" name=""/>
          <p:cNvSpPr txBox="1"/>
          <p:nvPr/>
        </p:nvSpPr>
        <p:spPr bwMode="auto">
          <a:xfrm>
            <a:off x="914400" y="2233440"/>
            <a:ext cx="9717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"search"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placeholder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"Search..."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autofocus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046183" name=""/>
          <p:cNvSpPr/>
          <p:nvPr/>
        </p:nvSpPr>
        <p:spPr bwMode="auto">
          <a:xfrm>
            <a:off x="1047600" y="32572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2338406" name=""/>
          <p:cNvSpPr txBox="1"/>
          <p:nvPr/>
        </p:nvSpPr>
        <p:spPr bwMode="auto">
          <a:xfrm>
            <a:off x="914400" y="2499840"/>
            <a:ext cx="9717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"text"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"something"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placeholder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"I'm not in focus"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0601596" name=""/>
          <p:cNvSpPr/>
          <p:nvPr/>
        </p:nvSpPr>
        <p:spPr bwMode="auto">
          <a:xfrm>
            <a:off x="1047600" y="374328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9401780" name=""/>
          <p:cNvSpPr txBox="1"/>
          <p:nvPr/>
        </p:nvSpPr>
        <p:spPr bwMode="auto">
          <a:xfrm>
            <a:off x="1300320" y="3105000"/>
            <a:ext cx="6191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Improves usability in forms with a primary ﬁeld.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1274951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2202129" y="4039081"/>
            <a:ext cx="7314941" cy="273440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274969" name=""/>
          <p:cNvSpPr txBox="1"/>
          <p:nvPr/>
        </p:nvSpPr>
        <p:spPr bwMode="auto">
          <a:xfrm>
            <a:off x="1300320" y="3591000"/>
            <a:ext cx="5494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Only one element per page should have it.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267890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838218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634709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7048112" name=""/>
          <p:cNvSpPr/>
          <p:nvPr/>
        </p:nvSpPr>
        <p:spPr bwMode="auto">
          <a:xfrm>
            <a:off x="757080" y="2071440"/>
            <a:ext cx="10687320" cy="829080"/>
          </a:xfrm>
          <a:custGeom>
            <a:avLst/>
            <a:gdLst/>
            <a:ahLst/>
            <a:cxnLst/>
            <a:rect l="0" t="0" r="r" b="b"/>
            <a:pathLst>
              <a:path w="29687" h="2303" fill="norm" stroke="1" extrusionOk="0">
                <a:moveTo>
                  <a:pt x="0" y="215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157"/>
                </a:lnTo>
                <a:cubicBezTo>
                  <a:pt x="29687" y="2166"/>
                  <a:pt x="29686" y="2176"/>
                  <a:pt x="29684" y="2185"/>
                </a:cubicBezTo>
                <a:cubicBezTo>
                  <a:pt x="29683" y="2194"/>
                  <a:pt x="29680" y="2203"/>
                  <a:pt x="29676" y="2212"/>
                </a:cubicBezTo>
                <a:cubicBezTo>
                  <a:pt x="29672" y="2221"/>
                  <a:pt x="29668" y="2229"/>
                  <a:pt x="29663" y="2237"/>
                </a:cubicBezTo>
                <a:cubicBezTo>
                  <a:pt x="29657" y="2245"/>
                  <a:pt x="29651" y="2253"/>
                  <a:pt x="29645" y="2259"/>
                </a:cubicBezTo>
                <a:cubicBezTo>
                  <a:pt x="29638" y="2266"/>
                  <a:pt x="29630" y="2272"/>
                  <a:pt x="29623" y="2278"/>
                </a:cubicBezTo>
                <a:cubicBezTo>
                  <a:pt x="29615" y="2283"/>
                  <a:pt x="29606" y="2287"/>
                  <a:pt x="29597" y="2291"/>
                </a:cubicBezTo>
                <a:cubicBezTo>
                  <a:pt x="29589" y="2295"/>
                  <a:pt x="29579" y="2297"/>
                  <a:pt x="29570" y="2299"/>
                </a:cubicBezTo>
                <a:cubicBezTo>
                  <a:pt x="29561" y="2302"/>
                  <a:pt x="29551" y="2303"/>
                  <a:pt x="29542" y="2303"/>
                </a:cubicBezTo>
                <a:lnTo>
                  <a:pt x="145" y="2303"/>
                </a:lnTo>
                <a:cubicBezTo>
                  <a:pt x="136" y="2303"/>
                  <a:pt x="126" y="2302"/>
                  <a:pt x="117" y="2299"/>
                </a:cubicBezTo>
                <a:cubicBezTo>
                  <a:pt x="108" y="2297"/>
                  <a:pt x="99" y="2295"/>
                  <a:pt x="90" y="2291"/>
                </a:cubicBezTo>
                <a:cubicBezTo>
                  <a:pt x="81" y="2287"/>
                  <a:pt x="73" y="2283"/>
                  <a:pt x="65" y="2278"/>
                </a:cubicBezTo>
                <a:cubicBezTo>
                  <a:pt x="57" y="2272"/>
                  <a:pt x="49" y="2266"/>
                  <a:pt x="43" y="2259"/>
                </a:cubicBezTo>
                <a:cubicBezTo>
                  <a:pt x="36" y="2253"/>
                  <a:pt x="30" y="2245"/>
                  <a:pt x="24" y="2237"/>
                </a:cubicBezTo>
                <a:cubicBezTo>
                  <a:pt x="19" y="2229"/>
                  <a:pt x="15" y="2221"/>
                  <a:pt x="11" y="2212"/>
                </a:cubicBezTo>
                <a:cubicBezTo>
                  <a:pt x="7" y="2203"/>
                  <a:pt x="5" y="2194"/>
                  <a:pt x="3" y="2185"/>
                </a:cubicBezTo>
                <a:cubicBezTo>
                  <a:pt x="1" y="2176"/>
                  <a:pt x="0" y="2166"/>
                  <a:pt x="0" y="215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062541" name=""/>
          <p:cNvSpPr/>
          <p:nvPr/>
        </p:nvSpPr>
        <p:spPr bwMode="auto">
          <a:xfrm>
            <a:off x="757080" y="2071440"/>
            <a:ext cx="10687320" cy="829080"/>
          </a:xfrm>
          <a:custGeom>
            <a:avLst/>
            <a:gdLst/>
            <a:ahLst/>
            <a:cxnLst/>
            <a:rect l="0" t="0" r="r" b="b"/>
            <a:pathLst>
              <a:path w="29687" h="2303" fill="norm" stroke="1" extrusionOk="0">
                <a:moveTo>
                  <a:pt x="0" y="215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157"/>
                </a:lnTo>
                <a:cubicBezTo>
                  <a:pt x="29687" y="2166"/>
                  <a:pt x="29686" y="2176"/>
                  <a:pt x="29684" y="2185"/>
                </a:cubicBezTo>
                <a:cubicBezTo>
                  <a:pt x="29683" y="2194"/>
                  <a:pt x="29680" y="2203"/>
                  <a:pt x="29676" y="2212"/>
                </a:cubicBezTo>
                <a:cubicBezTo>
                  <a:pt x="29672" y="2221"/>
                  <a:pt x="29668" y="2229"/>
                  <a:pt x="29663" y="2237"/>
                </a:cubicBezTo>
                <a:cubicBezTo>
                  <a:pt x="29657" y="2245"/>
                  <a:pt x="29651" y="2253"/>
                  <a:pt x="29645" y="2259"/>
                </a:cubicBezTo>
                <a:cubicBezTo>
                  <a:pt x="29638" y="2266"/>
                  <a:pt x="29630" y="2272"/>
                  <a:pt x="29623" y="2278"/>
                </a:cubicBezTo>
                <a:cubicBezTo>
                  <a:pt x="29615" y="2283"/>
                  <a:pt x="29606" y="2287"/>
                  <a:pt x="29597" y="2291"/>
                </a:cubicBezTo>
                <a:cubicBezTo>
                  <a:pt x="29589" y="2295"/>
                  <a:pt x="29579" y="2297"/>
                  <a:pt x="29570" y="2299"/>
                </a:cubicBezTo>
                <a:cubicBezTo>
                  <a:pt x="29561" y="2302"/>
                  <a:pt x="29551" y="2303"/>
                  <a:pt x="29542" y="2303"/>
                </a:cubicBezTo>
                <a:lnTo>
                  <a:pt x="145" y="2303"/>
                </a:lnTo>
                <a:cubicBezTo>
                  <a:pt x="136" y="2303"/>
                  <a:pt x="126" y="2302"/>
                  <a:pt x="117" y="2299"/>
                </a:cubicBezTo>
                <a:cubicBezTo>
                  <a:pt x="108" y="2297"/>
                  <a:pt x="99" y="2295"/>
                  <a:pt x="90" y="2291"/>
                </a:cubicBezTo>
                <a:cubicBezTo>
                  <a:pt x="81" y="2287"/>
                  <a:pt x="73" y="2283"/>
                  <a:pt x="65" y="2278"/>
                </a:cubicBezTo>
                <a:cubicBezTo>
                  <a:pt x="57" y="2272"/>
                  <a:pt x="49" y="2266"/>
                  <a:pt x="43" y="2259"/>
                </a:cubicBezTo>
                <a:cubicBezTo>
                  <a:pt x="36" y="2253"/>
                  <a:pt x="30" y="2245"/>
                  <a:pt x="24" y="2237"/>
                </a:cubicBezTo>
                <a:cubicBezTo>
                  <a:pt x="19" y="2229"/>
                  <a:pt x="15" y="2221"/>
                  <a:pt x="11" y="2212"/>
                </a:cubicBezTo>
                <a:cubicBezTo>
                  <a:pt x="7" y="2203"/>
                  <a:pt x="5" y="2194"/>
                  <a:pt x="3" y="2185"/>
                </a:cubicBezTo>
                <a:cubicBezTo>
                  <a:pt x="1" y="2176"/>
                  <a:pt x="0" y="2166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054150" name=""/>
          <p:cNvSpPr/>
          <p:nvPr/>
        </p:nvSpPr>
        <p:spPr bwMode="auto">
          <a:xfrm>
            <a:off x="1495080" y="819000"/>
            <a:ext cx="2086560" cy="400320"/>
          </a:xfrm>
          <a:custGeom>
            <a:avLst/>
            <a:gdLst/>
            <a:ahLst/>
            <a:cxnLst/>
            <a:rect l="0" t="0" r="r" b="b"/>
            <a:pathLst>
              <a:path w="5796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637" y="0"/>
                </a:lnTo>
                <a:cubicBezTo>
                  <a:pt x="5648" y="0"/>
                  <a:pt x="5658" y="1"/>
                  <a:pt x="5668" y="3"/>
                </a:cubicBezTo>
                <a:cubicBezTo>
                  <a:pt x="5678" y="5"/>
                  <a:pt x="5688" y="8"/>
                  <a:pt x="5698" y="12"/>
                </a:cubicBezTo>
                <a:cubicBezTo>
                  <a:pt x="5707" y="16"/>
                  <a:pt x="5717" y="21"/>
                  <a:pt x="5725" y="27"/>
                </a:cubicBezTo>
                <a:cubicBezTo>
                  <a:pt x="5734" y="32"/>
                  <a:pt x="5742" y="39"/>
                  <a:pt x="5749" y="46"/>
                </a:cubicBezTo>
                <a:cubicBezTo>
                  <a:pt x="5757" y="54"/>
                  <a:pt x="5763" y="62"/>
                  <a:pt x="5769" y="70"/>
                </a:cubicBezTo>
                <a:cubicBezTo>
                  <a:pt x="5775" y="79"/>
                  <a:pt x="5780" y="88"/>
                  <a:pt x="5784" y="98"/>
                </a:cubicBezTo>
                <a:cubicBezTo>
                  <a:pt x="5788" y="108"/>
                  <a:pt x="5791" y="117"/>
                  <a:pt x="5793" y="128"/>
                </a:cubicBezTo>
                <a:cubicBezTo>
                  <a:pt x="5795" y="138"/>
                  <a:pt x="5796" y="148"/>
                  <a:pt x="5796" y="159"/>
                </a:cubicBezTo>
                <a:lnTo>
                  <a:pt x="5796" y="953"/>
                </a:lnTo>
                <a:cubicBezTo>
                  <a:pt x="5796" y="964"/>
                  <a:pt x="5795" y="974"/>
                  <a:pt x="5793" y="984"/>
                </a:cubicBezTo>
                <a:cubicBezTo>
                  <a:pt x="5791" y="995"/>
                  <a:pt x="5788" y="1005"/>
                  <a:pt x="5784" y="1014"/>
                </a:cubicBezTo>
                <a:cubicBezTo>
                  <a:pt x="5780" y="1024"/>
                  <a:pt x="5775" y="1033"/>
                  <a:pt x="5769" y="1042"/>
                </a:cubicBezTo>
                <a:cubicBezTo>
                  <a:pt x="5763" y="1050"/>
                  <a:pt x="5757" y="1058"/>
                  <a:pt x="5749" y="1066"/>
                </a:cubicBezTo>
                <a:cubicBezTo>
                  <a:pt x="5742" y="1073"/>
                  <a:pt x="5734" y="1080"/>
                  <a:pt x="5725" y="1085"/>
                </a:cubicBezTo>
                <a:cubicBezTo>
                  <a:pt x="5717" y="1091"/>
                  <a:pt x="5707" y="1096"/>
                  <a:pt x="5698" y="1100"/>
                </a:cubicBezTo>
                <a:cubicBezTo>
                  <a:pt x="5688" y="1104"/>
                  <a:pt x="5678" y="1107"/>
                  <a:pt x="5668" y="1109"/>
                </a:cubicBezTo>
                <a:cubicBezTo>
                  <a:pt x="5658" y="1111"/>
                  <a:pt x="5648" y="1112"/>
                  <a:pt x="5637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7150837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1459181" name=""/>
          <p:cNvSpPr txBox="1"/>
          <p:nvPr/>
        </p:nvSpPr>
        <p:spPr bwMode="auto">
          <a:xfrm>
            <a:off x="1567440" y="815400"/>
            <a:ext cx="1943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minlength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94071" name=""/>
          <p:cNvSpPr/>
          <p:nvPr/>
        </p:nvSpPr>
        <p:spPr bwMode="auto">
          <a:xfrm>
            <a:off x="4438440" y="819000"/>
            <a:ext cx="2086200" cy="400320"/>
          </a:xfrm>
          <a:custGeom>
            <a:avLst/>
            <a:gdLst/>
            <a:ahLst/>
            <a:cxnLst/>
            <a:rect l="0" t="0" r="r" b="b"/>
            <a:pathLst>
              <a:path w="5795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637" y="0"/>
                </a:lnTo>
                <a:cubicBezTo>
                  <a:pt x="5647" y="0"/>
                  <a:pt x="5657" y="1"/>
                  <a:pt x="5668" y="3"/>
                </a:cubicBezTo>
                <a:cubicBezTo>
                  <a:pt x="5678" y="5"/>
                  <a:pt x="5688" y="8"/>
                  <a:pt x="5697" y="12"/>
                </a:cubicBezTo>
                <a:cubicBezTo>
                  <a:pt x="5707" y="16"/>
                  <a:pt x="5716" y="21"/>
                  <a:pt x="5725" y="27"/>
                </a:cubicBezTo>
                <a:cubicBezTo>
                  <a:pt x="5734" y="32"/>
                  <a:pt x="5742" y="39"/>
                  <a:pt x="5749" y="46"/>
                </a:cubicBezTo>
                <a:cubicBezTo>
                  <a:pt x="5756" y="54"/>
                  <a:pt x="5763" y="62"/>
                  <a:pt x="5769" y="70"/>
                </a:cubicBezTo>
                <a:cubicBezTo>
                  <a:pt x="5774" y="79"/>
                  <a:pt x="5779" y="88"/>
                  <a:pt x="5783" y="98"/>
                </a:cubicBezTo>
                <a:cubicBezTo>
                  <a:pt x="5787" y="108"/>
                  <a:pt x="5790" y="117"/>
                  <a:pt x="5792" y="128"/>
                </a:cubicBezTo>
                <a:cubicBezTo>
                  <a:pt x="5794" y="138"/>
                  <a:pt x="5795" y="148"/>
                  <a:pt x="5795" y="159"/>
                </a:cubicBezTo>
                <a:lnTo>
                  <a:pt x="5795" y="953"/>
                </a:lnTo>
                <a:cubicBezTo>
                  <a:pt x="5795" y="964"/>
                  <a:pt x="5794" y="974"/>
                  <a:pt x="5792" y="984"/>
                </a:cubicBezTo>
                <a:cubicBezTo>
                  <a:pt x="5790" y="995"/>
                  <a:pt x="5787" y="1005"/>
                  <a:pt x="5783" y="1014"/>
                </a:cubicBezTo>
                <a:cubicBezTo>
                  <a:pt x="5779" y="1024"/>
                  <a:pt x="5774" y="1033"/>
                  <a:pt x="5769" y="1042"/>
                </a:cubicBezTo>
                <a:cubicBezTo>
                  <a:pt x="5763" y="1050"/>
                  <a:pt x="5756" y="1058"/>
                  <a:pt x="5749" y="1066"/>
                </a:cubicBezTo>
                <a:cubicBezTo>
                  <a:pt x="5742" y="1073"/>
                  <a:pt x="5734" y="1080"/>
                  <a:pt x="5725" y="1085"/>
                </a:cubicBezTo>
                <a:cubicBezTo>
                  <a:pt x="5716" y="1091"/>
                  <a:pt x="5707" y="1096"/>
                  <a:pt x="5697" y="1100"/>
                </a:cubicBezTo>
                <a:cubicBezTo>
                  <a:pt x="5688" y="1104"/>
                  <a:pt x="5678" y="1107"/>
                  <a:pt x="5668" y="1109"/>
                </a:cubicBezTo>
                <a:cubicBezTo>
                  <a:pt x="5657" y="1111"/>
                  <a:pt x="5647" y="1112"/>
                  <a:pt x="5637" y="1112"/>
                </a:cubicBezTo>
                <a:lnTo>
                  <a:pt x="159" y="1112"/>
                </a:lnTo>
                <a:cubicBezTo>
                  <a:pt x="148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8" y="1096"/>
                  <a:pt x="79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39" y="1058"/>
                  <a:pt x="33" y="1050"/>
                  <a:pt x="27" y="1042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5"/>
                  <a:pt x="5" y="995"/>
                  <a:pt x="3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4600381" name=""/>
          <p:cNvSpPr txBox="1"/>
          <p:nvPr/>
        </p:nvSpPr>
        <p:spPr bwMode="auto">
          <a:xfrm>
            <a:off x="3578040" y="730440"/>
            <a:ext cx="864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and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3379374" name=""/>
          <p:cNvSpPr txBox="1"/>
          <p:nvPr/>
        </p:nvSpPr>
        <p:spPr bwMode="auto">
          <a:xfrm>
            <a:off x="4511880" y="815400"/>
            <a:ext cx="1943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maxlength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872545" name=""/>
          <p:cNvSpPr txBox="1"/>
          <p:nvPr/>
        </p:nvSpPr>
        <p:spPr bwMode="auto">
          <a:xfrm>
            <a:off x="6522480" y="730440"/>
            <a:ext cx="19360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Attributes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7476910" name=""/>
          <p:cNvSpPr txBox="1"/>
          <p:nvPr/>
        </p:nvSpPr>
        <p:spPr bwMode="auto">
          <a:xfrm>
            <a:off x="747720" y="1523880"/>
            <a:ext cx="9598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Control the minimum and maximum number of characters for text inputs.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936653" name=""/>
          <p:cNvSpPr txBox="1"/>
          <p:nvPr/>
        </p:nvSpPr>
        <p:spPr bwMode="auto">
          <a:xfrm>
            <a:off x="914400" y="2233080"/>
            <a:ext cx="3138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&gt;Password:&lt;/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7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8539948" name=""/>
          <p:cNvSpPr/>
          <p:nvPr/>
        </p:nvSpPr>
        <p:spPr bwMode="auto">
          <a:xfrm>
            <a:off x="1047600" y="322884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010348" name=""/>
          <p:cNvSpPr txBox="1"/>
          <p:nvPr/>
        </p:nvSpPr>
        <p:spPr bwMode="auto">
          <a:xfrm>
            <a:off x="914400" y="2481480"/>
            <a:ext cx="10331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"password"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"password"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minlength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"4"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maxlength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"12"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required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7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515419" name=""/>
          <p:cNvSpPr/>
          <p:nvPr/>
        </p:nvSpPr>
        <p:spPr bwMode="auto">
          <a:xfrm>
            <a:off x="1047600" y="370512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878081" name=""/>
          <p:cNvSpPr txBox="1"/>
          <p:nvPr/>
        </p:nvSpPr>
        <p:spPr bwMode="auto">
          <a:xfrm>
            <a:off x="1300320" y="3076560"/>
            <a:ext cx="49327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Helps enforce consistent input length.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951260" name=""/>
          <p:cNvSpPr/>
          <p:nvPr/>
        </p:nvSpPr>
        <p:spPr bwMode="auto">
          <a:xfrm>
            <a:off x="2819160" y="3600360"/>
            <a:ext cx="743400" cy="362160"/>
          </a:xfrm>
          <a:custGeom>
            <a:avLst/>
            <a:gdLst/>
            <a:ahLst/>
            <a:cxnLst/>
            <a:rect l="0" t="0" r="r" b="b"/>
            <a:pathLst>
              <a:path w="2065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906" y="0"/>
                </a:lnTo>
                <a:cubicBezTo>
                  <a:pt x="1917" y="0"/>
                  <a:pt x="1927" y="1"/>
                  <a:pt x="1937" y="3"/>
                </a:cubicBezTo>
                <a:cubicBezTo>
                  <a:pt x="1947" y="5"/>
                  <a:pt x="1957" y="8"/>
                  <a:pt x="1967" y="12"/>
                </a:cubicBezTo>
                <a:cubicBezTo>
                  <a:pt x="1977" y="16"/>
                  <a:pt x="1986" y="21"/>
                  <a:pt x="1994" y="27"/>
                </a:cubicBezTo>
                <a:cubicBezTo>
                  <a:pt x="2003" y="32"/>
                  <a:pt x="2011" y="39"/>
                  <a:pt x="2018" y="46"/>
                </a:cubicBezTo>
                <a:cubicBezTo>
                  <a:pt x="2026" y="54"/>
                  <a:pt x="2032" y="62"/>
                  <a:pt x="2038" y="70"/>
                </a:cubicBezTo>
                <a:cubicBezTo>
                  <a:pt x="2044" y="79"/>
                  <a:pt x="2049" y="88"/>
                  <a:pt x="2053" y="98"/>
                </a:cubicBezTo>
                <a:cubicBezTo>
                  <a:pt x="2057" y="107"/>
                  <a:pt x="2060" y="117"/>
                  <a:pt x="2062" y="128"/>
                </a:cubicBezTo>
                <a:cubicBezTo>
                  <a:pt x="2064" y="138"/>
                  <a:pt x="2065" y="148"/>
                  <a:pt x="2065" y="158"/>
                </a:cubicBezTo>
                <a:lnTo>
                  <a:pt x="2065" y="847"/>
                </a:lnTo>
                <a:cubicBezTo>
                  <a:pt x="2065" y="858"/>
                  <a:pt x="2064" y="868"/>
                  <a:pt x="2062" y="878"/>
                </a:cubicBezTo>
                <a:cubicBezTo>
                  <a:pt x="2060" y="889"/>
                  <a:pt x="2057" y="899"/>
                  <a:pt x="2053" y="908"/>
                </a:cubicBezTo>
                <a:cubicBezTo>
                  <a:pt x="2049" y="918"/>
                  <a:pt x="2044" y="927"/>
                  <a:pt x="2038" y="936"/>
                </a:cubicBezTo>
                <a:cubicBezTo>
                  <a:pt x="2032" y="944"/>
                  <a:pt x="2026" y="952"/>
                  <a:pt x="2018" y="960"/>
                </a:cubicBezTo>
                <a:cubicBezTo>
                  <a:pt x="2011" y="967"/>
                  <a:pt x="2003" y="974"/>
                  <a:pt x="1994" y="979"/>
                </a:cubicBezTo>
                <a:cubicBezTo>
                  <a:pt x="1986" y="985"/>
                  <a:pt x="1977" y="990"/>
                  <a:pt x="1967" y="994"/>
                </a:cubicBezTo>
                <a:cubicBezTo>
                  <a:pt x="1957" y="998"/>
                  <a:pt x="1947" y="1001"/>
                  <a:pt x="1937" y="1003"/>
                </a:cubicBezTo>
                <a:cubicBezTo>
                  <a:pt x="1927" y="1005"/>
                  <a:pt x="1917" y="1006"/>
                  <a:pt x="1906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169776" name=""/>
          <p:cNvSpPr txBox="1"/>
          <p:nvPr/>
        </p:nvSpPr>
        <p:spPr bwMode="auto">
          <a:xfrm>
            <a:off x="1300320" y="3552840"/>
            <a:ext cx="1518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Works with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87592" name=""/>
          <p:cNvSpPr txBox="1"/>
          <p:nvPr/>
        </p:nvSpPr>
        <p:spPr bwMode="auto">
          <a:xfrm>
            <a:off x="2909160" y="365184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text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080599" name=""/>
          <p:cNvSpPr/>
          <p:nvPr/>
        </p:nvSpPr>
        <p:spPr bwMode="auto">
          <a:xfrm>
            <a:off x="3714480" y="3600360"/>
            <a:ext cx="1314720" cy="362160"/>
          </a:xfrm>
          <a:custGeom>
            <a:avLst/>
            <a:gdLst/>
            <a:ahLst/>
            <a:cxnLst/>
            <a:rect l="0" t="0" r="r" b="b"/>
            <a:pathLst>
              <a:path w="3652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494" y="0"/>
                </a:lnTo>
                <a:cubicBezTo>
                  <a:pt x="3504" y="0"/>
                  <a:pt x="3514" y="1"/>
                  <a:pt x="3525" y="3"/>
                </a:cubicBezTo>
                <a:cubicBezTo>
                  <a:pt x="3535" y="5"/>
                  <a:pt x="3545" y="8"/>
                  <a:pt x="3554" y="12"/>
                </a:cubicBezTo>
                <a:cubicBezTo>
                  <a:pt x="3564" y="16"/>
                  <a:pt x="3573" y="21"/>
                  <a:pt x="3582" y="27"/>
                </a:cubicBezTo>
                <a:cubicBezTo>
                  <a:pt x="3591" y="32"/>
                  <a:pt x="3599" y="39"/>
                  <a:pt x="3606" y="46"/>
                </a:cubicBezTo>
                <a:cubicBezTo>
                  <a:pt x="3613" y="54"/>
                  <a:pt x="3620" y="62"/>
                  <a:pt x="3626" y="70"/>
                </a:cubicBezTo>
                <a:cubicBezTo>
                  <a:pt x="3632" y="79"/>
                  <a:pt x="3636" y="88"/>
                  <a:pt x="3640" y="98"/>
                </a:cubicBezTo>
                <a:cubicBezTo>
                  <a:pt x="3644" y="107"/>
                  <a:pt x="3647" y="117"/>
                  <a:pt x="3649" y="128"/>
                </a:cubicBezTo>
                <a:cubicBezTo>
                  <a:pt x="3651" y="138"/>
                  <a:pt x="3652" y="148"/>
                  <a:pt x="3652" y="158"/>
                </a:cubicBezTo>
                <a:lnTo>
                  <a:pt x="3652" y="847"/>
                </a:lnTo>
                <a:cubicBezTo>
                  <a:pt x="3652" y="858"/>
                  <a:pt x="3651" y="868"/>
                  <a:pt x="3649" y="878"/>
                </a:cubicBezTo>
                <a:cubicBezTo>
                  <a:pt x="3647" y="889"/>
                  <a:pt x="3644" y="899"/>
                  <a:pt x="3640" y="908"/>
                </a:cubicBezTo>
                <a:cubicBezTo>
                  <a:pt x="3636" y="918"/>
                  <a:pt x="3632" y="927"/>
                  <a:pt x="3626" y="936"/>
                </a:cubicBezTo>
                <a:cubicBezTo>
                  <a:pt x="3620" y="944"/>
                  <a:pt x="3613" y="952"/>
                  <a:pt x="3606" y="960"/>
                </a:cubicBezTo>
                <a:cubicBezTo>
                  <a:pt x="3599" y="967"/>
                  <a:pt x="3591" y="974"/>
                  <a:pt x="3582" y="979"/>
                </a:cubicBezTo>
                <a:cubicBezTo>
                  <a:pt x="3573" y="985"/>
                  <a:pt x="3564" y="990"/>
                  <a:pt x="3554" y="994"/>
                </a:cubicBezTo>
                <a:cubicBezTo>
                  <a:pt x="3545" y="998"/>
                  <a:pt x="3535" y="1001"/>
                  <a:pt x="3525" y="1003"/>
                </a:cubicBezTo>
                <a:cubicBezTo>
                  <a:pt x="3514" y="1005"/>
                  <a:pt x="3504" y="1006"/>
                  <a:pt x="3494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3548977" name=""/>
          <p:cNvSpPr txBox="1"/>
          <p:nvPr/>
        </p:nvSpPr>
        <p:spPr bwMode="auto">
          <a:xfrm>
            <a:off x="3566519" y="35528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386168" name=""/>
          <p:cNvSpPr txBox="1"/>
          <p:nvPr/>
        </p:nvSpPr>
        <p:spPr bwMode="auto">
          <a:xfrm>
            <a:off x="3806280" y="3651840"/>
            <a:ext cx="1127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password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0548529" name=""/>
          <p:cNvSpPr/>
          <p:nvPr/>
        </p:nvSpPr>
        <p:spPr bwMode="auto">
          <a:xfrm>
            <a:off x="5171760" y="3600360"/>
            <a:ext cx="895680" cy="362160"/>
          </a:xfrm>
          <a:custGeom>
            <a:avLst/>
            <a:gdLst/>
            <a:ahLst/>
            <a:cxnLst/>
            <a:rect l="0" t="0" r="r" b="b"/>
            <a:pathLst>
              <a:path w="2488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30" y="0"/>
                </a:lnTo>
                <a:cubicBezTo>
                  <a:pt x="2340" y="0"/>
                  <a:pt x="2350" y="1"/>
                  <a:pt x="2361" y="3"/>
                </a:cubicBezTo>
                <a:cubicBezTo>
                  <a:pt x="2371" y="5"/>
                  <a:pt x="2381" y="8"/>
                  <a:pt x="2390" y="12"/>
                </a:cubicBezTo>
                <a:cubicBezTo>
                  <a:pt x="2400" y="16"/>
                  <a:pt x="2409" y="21"/>
                  <a:pt x="2418" y="27"/>
                </a:cubicBezTo>
                <a:cubicBezTo>
                  <a:pt x="2427" y="32"/>
                  <a:pt x="2435" y="39"/>
                  <a:pt x="2442" y="46"/>
                </a:cubicBezTo>
                <a:cubicBezTo>
                  <a:pt x="2449" y="54"/>
                  <a:pt x="2456" y="62"/>
                  <a:pt x="2462" y="70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7"/>
                  <a:pt x="2483" y="117"/>
                  <a:pt x="2485" y="128"/>
                </a:cubicBezTo>
                <a:cubicBezTo>
                  <a:pt x="2487" y="138"/>
                  <a:pt x="2488" y="148"/>
                  <a:pt x="2488" y="158"/>
                </a:cubicBezTo>
                <a:lnTo>
                  <a:pt x="2488" y="847"/>
                </a:lnTo>
                <a:cubicBezTo>
                  <a:pt x="2488" y="858"/>
                  <a:pt x="2487" y="868"/>
                  <a:pt x="2485" y="878"/>
                </a:cubicBezTo>
                <a:cubicBezTo>
                  <a:pt x="2483" y="889"/>
                  <a:pt x="2480" y="899"/>
                  <a:pt x="2476" y="908"/>
                </a:cubicBezTo>
                <a:cubicBezTo>
                  <a:pt x="2472" y="918"/>
                  <a:pt x="2467" y="927"/>
                  <a:pt x="2462" y="936"/>
                </a:cubicBezTo>
                <a:cubicBezTo>
                  <a:pt x="2456" y="944"/>
                  <a:pt x="2449" y="952"/>
                  <a:pt x="2442" y="960"/>
                </a:cubicBezTo>
                <a:cubicBezTo>
                  <a:pt x="2435" y="967"/>
                  <a:pt x="2427" y="974"/>
                  <a:pt x="2418" y="979"/>
                </a:cubicBezTo>
                <a:cubicBezTo>
                  <a:pt x="2409" y="985"/>
                  <a:pt x="2400" y="990"/>
                  <a:pt x="2390" y="994"/>
                </a:cubicBezTo>
                <a:cubicBezTo>
                  <a:pt x="2381" y="998"/>
                  <a:pt x="2371" y="1001"/>
                  <a:pt x="2361" y="1003"/>
                </a:cubicBezTo>
                <a:cubicBezTo>
                  <a:pt x="2350" y="1005"/>
                  <a:pt x="2340" y="1006"/>
                  <a:pt x="2330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3846577" name=""/>
          <p:cNvSpPr txBox="1"/>
          <p:nvPr/>
        </p:nvSpPr>
        <p:spPr bwMode="auto">
          <a:xfrm>
            <a:off x="5026680" y="35528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904986" name=""/>
          <p:cNvSpPr txBox="1"/>
          <p:nvPr/>
        </p:nvSpPr>
        <p:spPr bwMode="auto">
          <a:xfrm>
            <a:off x="5266440" y="3651840"/>
            <a:ext cx="704879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email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93788900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3404931" y="4247439"/>
            <a:ext cx="3963106" cy="234771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6393949" name=""/>
          <p:cNvSpPr txBox="1"/>
          <p:nvPr/>
        </p:nvSpPr>
        <p:spPr bwMode="auto">
          <a:xfrm>
            <a:off x="6064920" y="3552840"/>
            <a:ext cx="24285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and similar types.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01773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89727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9815471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4299163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9995676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0230263" name=""/>
          <p:cNvSpPr/>
          <p:nvPr/>
        </p:nvSpPr>
        <p:spPr bwMode="auto">
          <a:xfrm>
            <a:off x="757080" y="39002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6"/>
                </a:lnTo>
                <a:cubicBezTo>
                  <a:pt x="29687" y="1506"/>
                  <a:pt x="29686" y="1515"/>
                  <a:pt x="29684" y="1524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1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1"/>
                  <a:pt x="11" y="1552"/>
                </a:cubicBezTo>
                <a:cubicBezTo>
                  <a:pt x="7" y="1543"/>
                  <a:pt x="5" y="1534"/>
                  <a:pt x="3" y="1524"/>
                </a:cubicBezTo>
                <a:cubicBezTo>
                  <a:pt x="1" y="1515"/>
                  <a:pt x="0" y="1506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628627" name=""/>
          <p:cNvSpPr/>
          <p:nvPr/>
        </p:nvSpPr>
        <p:spPr bwMode="auto">
          <a:xfrm>
            <a:off x="757080" y="39002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6"/>
                </a:lnTo>
                <a:cubicBezTo>
                  <a:pt x="29687" y="1506"/>
                  <a:pt x="29686" y="1515"/>
                  <a:pt x="29684" y="1524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1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1"/>
                  <a:pt x="11" y="1552"/>
                </a:cubicBezTo>
                <a:cubicBezTo>
                  <a:pt x="7" y="1543"/>
                  <a:pt x="5" y="1534"/>
                  <a:pt x="3" y="1524"/>
                </a:cubicBezTo>
                <a:cubicBezTo>
                  <a:pt x="1" y="1515"/>
                  <a:pt x="0" y="1506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325082" name=""/>
          <p:cNvSpPr/>
          <p:nvPr/>
        </p:nvSpPr>
        <p:spPr bwMode="auto">
          <a:xfrm>
            <a:off x="2866680" y="819000"/>
            <a:ext cx="1010160" cy="400320"/>
          </a:xfrm>
          <a:custGeom>
            <a:avLst/>
            <a:gdLst/>
            <a:ahLst/>
            <a:cxnLst/>
            <a:rect l="0" t="0" r="r" b="b"/>
            <a:pathLst>
              <a:path w="2806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647" y="0"/>
                </a:lnTo>
                <a:cubicBezTo>
                  <a:pt x="2658" y="0"/>
                  <a:pt x="2668" y="1"/>
                  <a:pt x="2678" y="3"/>
                </a:cubicBezTo>
                <a:cubicBezTo>
                  <a:pt x="2688" y="5"/>
                  <a:pt x="2698" y="8"/>
                  <a:pt x="2708" y="12"/>
                </a:cubicBezTo>
                <a:cubicBezTo>
                  <a:pt x="2718" y="16"/>
                  <a:pt x="2727" y="21"/>
                  <a:pt x="2735" y="27"/>
                </a:cubicBezTo>
                <a:cubicBezTo>
                  <a:pt x="2744" y="32"/>
                  <a:pt x="2752" y="39"/>
                  <a:pt x="2760" y="46"/>
                </a:cubicBezTo>
                <a:cubicBezTo>
                  <a:pt x="2767" y="54"/>
                  <a:pt x="2773" y="62"/>
                  <a:pt x="2779" y="70"/>
                </a:cubicBezTo>
                <a:cubicBezTo>
                  <a:pt x="2785" y="79"/>
                  <a:pt x="2790" y="88"/>
                  <a:pt x="2794" y="98"/>
                </a:cubicBezTo>
                <a:cubicBezTo>
                  <a:pt x="2798" y="108"/>
                  <a:pt x="2801" y="117"/>
                  <a:pt x="2803" y="128"/>
                </a:cubicBezTo>
                <a:cubicBezTo>
                  <a:pt x="2805" y="138"/>
                  <a:pt x="2806" y="148"/>
                  <a:pt x="2806" y="159"/>
                </a:cubicBezTo>
                <a:lnTo>
                  <a:pt x="2806" y="953"/>
                </a:lnTo>
                <a:cubicBezTo>
                  <a:pt x="2806" y="964"/>
                  <a:pt x="2805" y="974"/>
                  <a:pt x="2803" y="984"/>
                </a:cubicBezTo>
                <a:cubicBezTo>
                  <a:pt x="2801" y="995"/>
                  <a:pt x="2798" y="1005"/>
                  <a:pt x="2794" y="1014"/>
                </a:cubicBezTo>
                <a:cubicBezTo>
                  <a:pt x="2790" y="1024"/>
                  <a:pt x="2785" y="1033"/>
                  <a:pt x="2779" y="1042"/>
                </a:cubicBezTo>
                <a:cubicBezTo>
                  <a:pt x="2773" y="1050"/>
                  <a:pt x="2767" y="1058"/>
                  <a:pt x="2760" y="1066"/>
                </a:cubicBezTo>
                <a:cubicBezTo>
                  <a:pt x="2752" y="1073"/>
                  <a:pt x="2744" y="1080"/>
                  <a:pt x="2735" y="1085"/>
                </a:cubicBezTo>
                <a:cubicBezTo>
                  <a:pt x="2727" y="1091"/>
                  <a:pt x="2718" y="1096"/>
                  <a:pt x="2708" y="1100"/>
                </a:cubicBezTo>
                <a:cubicBezTo>
                  <a:pt x="2698" y="1104"/>
                  <a:pt x="2688" y="1107"/>
                  <a:pt x="2678" y="1109"/>
                </a:cubicBezTo>
                <a:cubicBezTo>
                  <a:pt x="2668" y="1111"/>
                  <a:pt x="2658" y="1112"/>
                  <a:pt x="2647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0657558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706091" name=""/>
          <p:cNvSpPr txBox="1"/>
          <p:nvPr/>
        </p:nvSpPr>
        <p:spPr bwMode="auto">
          <a:xfrm>
            <a:off x="2942280" y="815400"/>
            <a:ext cx="864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file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821155" name=""/>
          <p:cNvSpPr txBox="1"/>
          <p:nvPr/>
        </p:nvSpPr>
        <p:spPr bwMode="auto">
          <a:xfrm>
            <a:off x="747720" y="1523880"/>
            <a:ext cx="58780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Allows users to upload ﬁles from their device.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846624" name=""/>
          <p:cNvSpPr/>
          <p:nvPr/>
        </p:nvSpPr>
        <p:spPr bwMode="auto">
          <a:xfrm>
            <a:off x="1047600" y="2990519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40"/>
                </a:cubicBezTo>
                <a:cubicBezTo>
                  <a:pt x="51" y="28"/>
                  <a:pt x="65" y="18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512079" name=""/>
          <p:cNvSpPr txBox="1"/>
          <p:nvPr/>
        </p:nvSpPr>
        <p:spPr bwMode="auto">
          <a:xfrm>
            <a:off x="914400" y="2233440"/>
            <a:ext cx="1035540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&gt;Upload profile picture:&lt;/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"file"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"avatar"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480212" name=""/>
          <p:cNvSpPr/>
          <p:nvPr/>
        </p:nvSpPr>
        <p:spPr bwMode="auto">
          <a:xfrm>
            <a:off x="2904840" y="2885760"/>
            <a:ext cx="1029240" cy="362520"/>
          </a:xfrm>
          <a:custGeom>
            <a:avLst/>
            <a:gdLst/>
            <a:ahLst/>
            <a:cxnLst/>
            <a:rect l="0" t="0" r="r" b="b"/>
            <a:pathLst>
              <a:path w="2859" h="1007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80" y="21"/>
                  <a:pt x="2788" y="27"/>
                </a:cubicBezTo>
                <a:cubicBezTo>
                  <a:pt x="2797" y="33"/>
                  <a:pt x="2805" y="40"/>
                  <a:pt x="2812" y="47"/>
                </a:cubicBezTo>
                <a:cubicBezTo>
                  <a:pt x="2820" y="54"/>
                  <a:pt x="2826" y="62"/>
                  <a:pt x="2832" y="71"/>
                </a:cubicBezTo>
                <a:cubicBezTo>
                  <a:pt x="2838" y="80"/>
                  <a:pt x="2843" y="89"/>
                  <a:pt x="2847" y="98"/>
                </a:cubicBezTo>
                <a:cubicBezTo>
                  <a:pt x="2851" y="108"/>
                  <a:pt x="2854" y="118"/>
                  <a:pt x="2856" y="128"/>
                </a:cubicBezTo>
                <a:cubicBezTo>
                  <a:pt x="2858" y="138"/>
                  <a:pt x="2859" y="149"/>
                  <a:pt x="2859" y="159"/>
                </a:cubicBezTo>
                <a:lnTo>
                  <a:pt x="2859" y="848"/>
                </a:lnTo>
                <a:cubicBezTo>
                  <a:pt x="2859" y="858"/>
                  <a:pt x="2858" y="869"/>
                  <a:pt x="2856" y="879"/>
                </a:cubicBezTo>
                <a:cubicBezTo>
                  <a:pt x="2854" y="889"/>
                  <a:pt x="2851" y="899"/>
                  <a:pt x="2847" y="909"/>
                </a:cubicBezTo>
                <a:cubicBezTo>
                  <a:pt x="2843" y="918"/>
                  <a:pt x="2838" y="928"/>
                  <a:pt x="2832" y="936"/>
                </a:cubicBezTo>
                <a:cubicBezTo>
                  <a:pt x="2826" y="945"/>
                  <a:pt x="2820" y="953"/>
                  <a:pt x="2812" y="960"/>
                </a:cubicBezTo>
                <a:cubicBezTo>
                  <a:pt x="2805" y="968"/>
                  <a:pt x="2797" y="974"/>
                  <a:pt x="2788" y="980"/>
                </a:cubicBezTo>
                <a:cubicBezTo>
                  <a:pt x="2780" y="986"/>
                  <a:pt x="2770" y="991"/>
                  <a:pt x="2761" y="995"/>
                </a:cubicBezTo>
                <a:cubicBezTo>
                  <a:pt x="2751" y="999"/>
                  <a:pt x="2741" y="1002"/>
                  <a:pt x="2731" y="1004"/>
                </a:cubicBezTo>
                <a:cubicBezTo>
                  <a:pt x="2721" y="1006"/>
                  <a:pt x="2710" y="1007"/>
                  <a:pt x="2700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1372810" name=""/>
          <p:cNvSpPr txBox="1"/>
          <p:nvPr/>
        </p:nvSpPr>
        <p:spPr bwMode="auto">
          <a:xfrm>
            <a:off x="1300320" y="2838600"/>
            <a:ext cx="1599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Can use the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3841131" name=""/>
          <p:cNvSpPr txBox="1"/>
          <p:nvPr/>
        </p:nvSpPr>
        <p:spPr bwMode="auto">
          <a:xfrm>
            <a:off x="2994840" y="2937240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accept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4485822" name=""/>
          <p:cNvSpPr/>
          <p:nvPr/>
        </p:nvSpPr>
        <p:spPr bwMode="auto">
          <a:xfrm>
            <a:off x="1047600" y="34858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712842" name=""/>
          <p:cNvSpPr txBox="1"/>
          <p:nvPr/>
        </p:nvSpPr>
        <p:spPr bwMode="auto">
          <a:xfrm>
            <a:off x="3934080" y="2838600"/>
            <a:ext cx="3495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attribute to limit ﬁle types.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5913964" name=""/>
          <p:cNvSpPr/>
          <p:nvPr/>
        </p:nvSpPr>
        <p:spPr bwMode="auto">
          <a:xfrm>
            <a:off x="6429240" y="3390840"/>
            <a:ext cx="1314720" cy="352800"/>
          </a:xfrm>
          <a:custGeom>
            <a:avLst/>
            <a:gdLst/>
            <a:ahLst/>
            <a:cxnLst/>
            <a:rect l="0" t="0" r="r" b="b"/>
            <a:pathLst>
              <a:path w="3652" h="980" fill="norm" stroke="1" extrusionOk="0">
                <a:moveTo>
                  <a:pt x="0" y="820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493" y="0"/>
                </a:lnTo>
                <a:cubicBezTo>
                  <a:pt x="3504" y="0"/>
                  <a:pt x="3514" y="1"/>
                  <a:pt x="3524" y="3"/>
                </a:cubicBezTo>
                <a:cubicBezTo>
                  <a:pt x="3535" y="5"/>
                  <a:pt x="3544" y="8"/>
                  <a:pt x="3554" y="12"/>
                </a:cubicBezTo>
                <a:cubicBezTo>
                  <a:pt x="3564" y="16"/>
                  <a:pt x="3573" y="21"/>
                  <a:pt x="3582" y="26"/>
                </a:cubicBezTo>
                <a:cubicBezTo>
                  <a:pt x="3590" y="32"/>
                  <a:pt x="3598" y="39"/>
                  <a:pt x="3606" y="46"/>
                </a:cubicBezTo>
                <a:cubicBezTo>
                  <a:pt x="3613" y="54"/>
                  <a:pt x="3620" y="62"/>
                  <a:pt x="3625" y="70"/>
                </a:cubicBezTo>
                <a:cubicBezTo>
                  <a:pt x="3631" y="79"/>
                  <a:pt x="3636" y="88"/>
                  <a:pt x="3640" y="98"/>
                </a:cubicBezTo>
                <a:cubicBezTo>
                  <a:pt x="3644" y="107"/>
                  <a:pt x="3647" y="117"/>
                  <a:pt x="3649" y="127"/>
                </a:cubicBezTo>
                <a:cubicBezTo>
                  <a:pt x="3651" y="138"/>
                  <a:pt x="3652" y="148"/>
                  <a:pt x="3652" y="158"/>
                </a:cubicBezTo>
                <a:lnTo>
                  <a:pt x="3652" y="820"/>
                </a:lnTo>
                <a:cubicBezTo>
                  <a:pt x="3652" y="830"/>
                  <a:pt x="3651" y="841"/>
                  <a:pt x="3649" y="852"/>
                </a:cubicBezTo>
                <a:cubicBezTo>
                  <a:pt x="3647" y="862"/>
                  <a:pt x="3644" y="872"/>
                  <a:pt x="3640" y="882"/>
                </a:cubicBezTo>
                <a:cubicBezTo>
                  <a:pt x="3636" y="891"/>
                  <a:pt x="3631" y="900"/>
                  <a:pt x="3625" y="909"/>
                </a:cubicBezTo>
                <a:cubicBezTo>
                  <a:pt x="3620" y="918"/>
                  <a:pt x="3613" y="926"/>
                  <a:pt x="3606" y="933"/>
                </a:cubicBezTo>
                <a:cubicBezTo>
                  <a:pt x="3598" y="940"/>
                  <a:pt x="3590" y="947"/>
                  <a:pt x="3582" y="953"/>
                </a:cubicBezTo>
                <a:cubicBezTo>
                  <a:pt x="3573" y="959"/>
                  <a:pt x="3564" y="964"/>
                  <a:pt x="3554" y="968"/>
                </a:cubicBezTo>
                <a:cubicBezTo>
                  <a:pt x="3544" y="972"/>
                  <a:pt x="3535" y="975"/>
                  <a:pt x="3524" y="977"/>
                </a:cubicBezTo>
                <a:cubicBezTo>
                  <a:pt x="3514" y="979"/>
                  <a:pt x="3504" y="980"/>
                  <a:pt x="3493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8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0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1"/>
                  <a:pt x="0" y="830"/>
                  <a:pt x="0" y="82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519317" name=""/>
          <p:cNvSpPr txBox="1"/>
          <p:nvPr/>
        </p:nvSpPr>
        <p:spPr bwMode="auto">
          <a:xfrm>
            <a:off x="1300320" y="3333600"/>
            <a:ext cx="5123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Multiple ﬁle uploads are possible using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644746" name=""/>
          <p:cNvSpPr txBox="1"/>
          <p:nvPr/>
        </p:nvSpPr>
        <p:spPr bwMode="auto">
          <a:xfrm>
            <a:off x="6518880" y="3442320"/>
            <a:ext cx="1127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multiple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090761" name=""/>
          <p:cNvSpPr txBox="1"/>
          <p:nvPr/>
        </p:nvSpPr>
        <p:spPr bwMode="auto">
          <a:xfrm>
            <a:off x="7739640" y="333360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0392339" name="" descr=""/>
          <p:cNvPicPr/>
          <p:nvPr/>
        </p:nvPicPr>
        <p:blipFill rotWithShape="1">
          <a:blip r:embed="rId3"/>
          <a:srcRect l="0" t="14828" r="15772" b="13492"/>
          <a:stretch/>
        </p:blipFill>
        <p:spPr bwMode="auto">
          <a:xfrm flipH="0" flipV="0">
            <a:off x="2199235" y="4581645"/>
            <a:ext cx="6567409" cy="204968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2329678" name=""/>
          <p:cNvSpPr txBox="1"/>
          <p:nvPr/>
        </p:nvSpPr>
        <p:spPr bwMode="auto">
          <a:xfrm>
            <a:off x="914400" y="4062240"/>
            <a:ext cx="8591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"file"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"photos"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accept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"image/*"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multiple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5640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45644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9837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445787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440925" name=""/>
          <p:cNvSpPr/>
          <p:nvPr/>
        </p:nvSpPr>
        <p:spPr bwMode="auto">
          <a:xfrm>
            <a:off x="757080" y="2071440"/>
            <a:ext cx="10687320" cy="591120"/>
          </a:xfrm>
          <a:custGeom>
            <a:avLst/>
            <a:gdLst/>
            <a:ahLst/>
            <a:cxnLst/>
            <a:rect l="0" t="0" r="r" b="b"/>
            <a:pathLst>
              <a:path w="29687" h="1642" fill="norm" stroke="1" extrusionOk="0">
                <a:moveTo>
                  <a:pt x="0" y="149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5"/>
                </a:lnTo>
                <a:cubicBezTo>
                  <a:pt x="29687" y="1505"/>
                  <a:pt x="29686" y="1514"/>
                  <a:pt x="29684" y="1523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8"/>
                  <a:pt x="29663" y="1576"/>
                </a:cubicBezTo>
                <a:cubicBezTo>
                  <a:pt x="29657" y="1584"/>
                  <a:pt x="29651" y="1591"/>
                  <a:pt x="29645" y="1598"/>
                </a:cubicBezTo>
                <a:cubicBezTo>
                  <a:pt x="29638" y="1605"/>
                  <a:pt x="29630" y="1611"/>
                  <a:pt x="29623" y="1616"/>
                </a:cubicBezTo>
                <a:cubicBezTo>
                  <a:pt x="29615" y="1621"/>
                  <a:pt x="29606" y="1626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6"/>
                  <a:pt x="73" y="1621"/>
                  <a:pt x="65" y="1616"/>
                </a:cubicBezTo>
                <a:cubicBezTo>
                  <a:pt x="57" y="1611"/>
                  <a:pt x="49" y="1605"/>
                  <a:pt x="43" y="1598"/>
                </a:cubicBezTo>
                <a:cubicBezTo>
                  <a:pt x="36" y="1591"/>
                  <a:pt x="30" y="1584"/>
                  <a:pt x="24" y="1576"/>
                </a:cubicBezTo>
                <a:cubicBezTo>
                  <a:pt x="19" y="1568"/>
                  <a:pt x="15" y="1560"/>
                  <a:pt x="11" y="1551"/>
                </a:cubicBezTo>
                <a:cubicBezTo>
                  <a:pt x="7" y="1542"/>
                  <a:pt x="5" y="1533"/>
                  <a:pt x="3" y="1523"/>
                </a:cubicBezTo>
                <a:cubicBezTo>
                  <a:pt x="1" y="1514"/>
                  <a:pt x="0" y="1505"/>
                  <a:pt x="0" y="149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228336" name=""/>
          <p:cNvSpPr/>
          <p:nvPr/>
        </p:nvSpPr>
        <p:spPr bwMode="auto">
          <a:xfrm>
            <a:off x="2866680" y="819000"/>
            <a:ext cx="1438920" cy="400320"/>
          </a:xfrm>
          <a:custGeom>
            <a:avLst/>
            <a:gdLst/>
            <a:ahLst/>
            <a:cxnLst/>
            <a:rect l="0" t="0" r="r" b="b"/>
            <a:pathLst>
              <a:path w="399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838" y="0"/>
                </a:lnTo>
                <a:cubicBezTo>
                  <a:pt x="3848" y="0"/>
                  <a:pt x="3859" y="1"/>
                  <a:pt x="3869" y="3"/>
                </a:cubicBezTo>
                <a:cubicBezTo>
                  <a:pt x="3879" y="5"/>
                  <a:pt x="3889" y="8"/>
                  <a:pt x="3899" y="12"/>
                </a:cubicBezTo>
                <a:cubicBezTo>
                  <a:pt x="3908" y="16"/>
                  <a:pt x="3917" y="21"/>
                  <a:pt x="3926" y="27"/>
                </a:cubicBezTo>
                <a:cubicBezTo>
                  <a:pt x="3935" y="32"/>
                  <a:pt x="3943" y="39"/>
                  <a:pt x="3950" y="46"/>
                </a:cubicBezTo>
                <a:cubicBezTo>
                  <a:pt x="3958" y="54"/>
                  <a:pt x="3964" y="62"/>
                  <a:pt x="3970" y="70"/>
                </a:cubicBezTo>
                <a:cubicBezTo>
                  <a:pt x="3976" y="79"/>
                  <a:pt x="3981" y="88"/>
                  <a:pt x="3985" y="98"/>
                </a:cubicBezTo>
                <a:cubicBezTo>
                  <a:pt x="3989" y="108"/>
                  <a:pt x="3992" y="117"/>
                  <a:pt x="3994" y="128"/>
                </a:cubicBezTo>
                <a:cubicBezTo>
                  <a:pt x="3996" y="138"/>
                  <a:pt x="3997" y="148"/>
                  <a:pt x="3997" y="159"/>
                </a:cubicBezTo>
                <a:lnTo>
                  <a:pt x="3997" y="953"/>
                </a:lnTo>
                <a:cubicBezTo>
                  <a:pt x="3997" y="964"/>
                  <a:pt x="3996" y="974"/>
                  <a:pt x="3994" y="984"/>
                </a:cubicBezTo>
                <a:cubicBezTo>
                  <a:pt x="3992" y="995"/>
                  <a:pt x="3989" y="1005"/>
                  <a:pt x="3985" y="1014"/>
                </a:cubicBezTo>
                <a:cubicBezTo>
                  <a:pt x="3981" y="1024"/>
                  <a:pt x="3976" y="1033"/>
                  <a:pt x="3970" y="1042"/>
                </a:cubicBezTo>
                <a:cubicBezTo>
                  <a:pt x="3964" y="1050"/>
                  <a:pt x="3958" y="1058"/>
                  <a:pt x="3950" y="1066"/>
                </a:cubicBezTo>
                <a:cubicBezTo>
                  <a:pt x="3943" y="1073"/>
                  <a:pt x="3935" y="1080"/>
                  <a:pt x="3926" y="1085"/>
                </a:cubicBezTo>
                <a:cubicBezTo>
                  <a:pt x="3917" y="1091"/>
                  <a:pt x="3908" y="1096"/>
                  <a:pt x="3899" y="1100"/>
                </a:cubicBezTo>
                <a:cubicBezTo>
                  <a:pt x="3889" y="1104"/>
                  <a:pt x="3879" y="1107"/>
                  <a:pt x="3869" y="1109"/>
                </a:cubicBezTo>
                <a:cubicBezTo>
                  <a:pt x="3859" y="1111"/>
                  <a:pt x="3848" y="1112"/>
                  <a:pt x="3838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3550039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1896832" name=""/>
          <p:cNvSpPr txBox="1"/>
          <p:nvPr/>
        </p:nvSpPr>
        <p:spPr bwMode="auto">
          <a:xfrm>
            <a:off x="2942280" y="815400"/>
            <a:ext cx="129564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search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652938" name=""/>
          <p:cNvSpPr txBox="1"/>
          <p:nvPr/>
        </p:nvSpPr>
        <p:spPr bwMode="auto">
          <a:xfrm>
            <a:off x="747720" y="1523880"/>
            <a:ext cx="5011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Optimized for entering search queries.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8728066" name=""/>
          <p:cNvSpPr/>
          <p:nvPr/>
        </p:nvSpPr>
        <p:spPr bwMode="auto">
          <a:xfrm>
            <a:off x="1047600" y="2990519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40"/>
                </a:cubicBezTo>
                <a:cubicBezTo>
                  <a:pt x="51" y="28"/>
                  <a:pt x="65" y="18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3382112" name=""/>
          <p:cNvSpPr txBox="1"/>
          <p:nvPr/>
        </p:nvSpPr>
        <p:spPr bwMode="auto">
          <a:xfrm>
            <a:off x="914400" y="2233440"/>
            <a:ext cx="8450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"search"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"query"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placeholder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"Search..."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664638" name=""/>
          <p:cNvSpPr/>
          <p:nvPr/>
        </p:nvSpPr>
        <p:spPr bwMode="auto">
          <a:xfrm>
            <a:off x="1047600" y="3476519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6156197" name=""/>
          <p:cNvSpPr txBox="1"/>
          <p:nvPr/>
        </p:nvSpPr>
        <p:spPr bwMode="auto">
          <a:xfrm>
            <a:off x="1300320" y="2838600"/>
            <a:ext cx="72547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Behaves like a text input but may include a clear button.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14160006" name="" descr=""/>
          <p:cNvPicPr/>
          <p:nvPr/>
        </p:nvPicPr>
        <p:blipFill rotWithShape="1">
          <a:blip r:embed="rId3"/>
          <a:stretch/>
        </p:blipFill>
        <p:spPr bwMode="auto">
          <a:xfrm>
            <a:off x="3141900" y="4045637"/>
            <a:ext cx="521928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965366" name=""/>
          <p:cNvSpPr txBox="1"/>
          <p:nvPr/>
        </p:nvSpPr>
        <p:spPr bwMode="auto">
          <a:xfrm>
            <a:off x="1300320" y="3324240"/>
            <a:ext cx="8902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Semantically indicates a search ﬁeld to browsers and screen readers.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34110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669090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1182761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32868" name=""/>
          <p:cNvSpPr/>
          <p:nvPr/>
        </p:nvSpPr>
        <p:spPr bwMode="auto">
          <a:xfrm>
            <a:off x="757080" y="2071440"/>
            <a:ext cx="10687320" cy="829080"/>
          </a:xfrm>
          <a:custGeom>
            <a:avLst/>
            <a:gdLst/>
            <a:ahLst/>
            <a:cxnLst/>
            <a:rect l="0" t="0" r="r" b="b"/>
            <a:pathLst>
              <a:path w="29687" h="2303" fill="norm" stroke="1" extrusionOk="0">
                <a:moveTo>
                  <a:pt x="0" y="215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157"/>
                </a:lnTo>
                <a:cubicBezTo>
                  <a:pt x="29687" y="2166"/>
                  <a:pt x="29686" y="2176"/>
                  <a:pt x="29684" y="2185"/>
                </a:cubicBezTo>
                <a:cubicBezTo>
                  <a:pt x="29683" y="2194"/>
                  <a:pt x="29680" y="2203"/>
                  <a:pt x="29676" y="2212"/>
                </a:cubicBezTo>
                <a:cubicBezTo>
                  <a:pt x="29672" y="2221"/>
                  <a:pt x="29668" y="2229"/>
                  <a:pt x="29663" y="2237"/>
                </a:cubicBezTo>
                <a:cubicBezTo>
                  <a:pt x="29657" y="2245"/>
                  <a:pt x="29651" y="2253"/>
                  <a:pt x="29645" y="2259"/>
                </a:cubicBezTo>
                <a:cubicBezTo>
                  <a:pt x="29638" y="2266"/>
                  <a:pt x="29630" y="2272"/>
                  <a:pt x="29623" y="2278"/>
                </a:cubicBezTo>
                <a:cubicBezTo>
                  <a:pt x="29615" y="2283"/>
                  <a:pt x="29606" y="2287"/>
                  <a:pt x="29597" y="2291"/>
                </a:cubicBezTo>
                <a:cubicBezTo>
                  <a:pt x="29589" y="2295"/>
                  <a:pt x="29579" y="2297"/>
                  <a:pt x="29570" y="2299"/>
                </a:cubicBezTo>
                <a:cubicBezTo>
                  <a:pt x="29561" y="2302"/>
                  <a:pt x="29551" y="2303"/>
                  <a:pt x="29542" y="2303"/>
                </a:cubicBezTo>
                <a:lnTo>
                  <a:pt x="145" y="2303"/>
                </a:lnTo>
                <a:cubicBezTo>
                  <a:pt x="136" y="2303"/>
                  <a:pt x="126" y="2302"/>
                  <a:pt x="117" y="2299"/>
                </a:cubicBezTo>
                <a:cubicBezTo>
                  <a:pt x="108" y="2297"/>
                  <a:pt x="99" y="2295"/>
                  <a:pt x="90" y="2291"/>
                </a:cubicBezTo>
                <a:cubicBezTo>
                  <a:pt x="81" y="2287"/>
                  <a:pt x="73" y="2283"/>
                  <a:pt x="65" y="2278"/>
                </a:cubicBezTo>
                <a:cubicBezTo>
                  <a:pt x="57" y="2272"/>
                  <a:pt x="49" y="2266"/>
                  <a:pt x="43" y="2259"/>
                </a:cubicBezTo>
                <a:cubicBezTo>
                  <a:pt x="36" y="2253"/>
                  <a:pt x="30" y="2245"/>
                  <a:pt x="24" y="2237"/>
                </a:cubicBezTo>
                <a:cubicBezTo>
                  <a:pt x="19" y="2229"/>
                  <a:pt x="15" y="2221"/>
                  <a:pt x="11" y="2212"/>
                </a:cubicBezTo>
                <a:cubicBezTo>
                  <a:pt x="7" y="2203"/>
                  <a:pt x="5" y="2194"/>
                  <a:pt x="3" y="2185"/>
                </a:cubicBezTo>
                <a:cubicBezTo>
                  <a:pt x="1" y="2176"/>
                  <a:pt x="0" y="2166"/>
                  <a:pt x="0" y="215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901881" name=""/>
          <p:cNvSpPr/>
          <p:nvPr/>
        </p:nvSpPr>
        <p:spPr bwMode="auto">
          <a:xfrm>
            <a:off x="757080" y="2071440"/>
            <a:ext cx="10687320" cy="829080"/>
          </a:xfrm>
          <a:custGeom>
            <a:avLst/>
            <a:gdLst/>
            <a:ahLst/>
            <a:cxnLst/>
            <a:rect l="0" t="0" r="r" b="b"/>
            <a:pathLst>
              <a:path w="29687" h="2303" fill="norm" stroke="1" extrusionOk="0">
                <a:moveTo>
                  <a:pt x="0" y="215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157"/>
                </a:lnTo>
                <a:cubicBezTo>
                  <a:pt x="29687" y="2166"/>
                  <a:pt x="29686" y="2176"/>
                  <a:pt x="29684" y="2185"/>
                </a:cubicBezTo>
                <a:cubicBezTo>
                  <a:pt x="29683" y="2194"/>
                  <a:pt x="29680" y="2203"/>
                  <a:pt x="29676" y="2212"/>
                </a:cubicBezTo>
                <a:cubicBezTo>
                  <a:pt x="29672" y="2221"/>
                  <a:pt x="29668" y="2229"/>
                  <a:pt x="29663" y="2237"/>
                </a:cubicBezTo>
                <a:cubicBezTo>
                  <a:pt x="29657" y="2245"/>
                  <a:pt x="29651" y="2253"/>
                  <a:pt x="29645" y="2259"/>
                </a:cubicBezTo>
                <a:cubicBezTo>
                  <a:pt x="29638" y="2266"/>
                  <a:pt x="29630" y="2272"/>
                  <a:pt x="29623" y="2278"/>
                </a:cubicBezTo>
                <a:cubicBezTo>
                  <a:pt x="29615" y="2283"/>
                  <a:pt x="29606" y="2287"/>
                  <a:pt x="29597" y="2291"/>
                </a:cubicBezTo>
                <a:cubicBezTo>
                  <a:pt x="29589" y="2295"/>
                  <a:pt x="29579" y="2297"/>
                  <a:pt x="29570" y="2299"/>
                </a:cubicBezTo>
                <a:cubicBezTo>
                  <a:pt x="29561" y="2302"/>
                  <a:pt x="29551" y="2303"/>
                  <a:pt x="29542" y="2303"/>
                </a:cubicBezTo>
                <a:lnTo>
                  <a:pt x="145" y="2303"/>
                </a:lnTo>
                <a:cubicBezTo>
                  <a:pt x="136" y="2303"/>
                  <a:pt x="126" y="2302"/>
                  <a:pt x="117" y="2299"/>
                </a:cubicBezTo>
                <a:cubicBezTo>
                  <a:pt x="108" y="2297"/>
                  <a:pt x="99" y="2295"/>
                  <a:pt x="90" y="2291"/>
                </a:cubicBezTo>
                <a:cubicBezTo>
                  <a:pt x="81" y="2287"/>
                  <a:pt x="73" y="2283"/>
                  <a:pt x="65" y="2278"/>
                </a:cubicBezTo>
                <a:cubicBezTo>
                  <a:pt x="57" y="2272"/>
                  <a:pt x="49" y="2266"/>
                  <a:pt x="43" y="2259"/>
                </a:cubicBezTo>
                <a:cubicBezTo>
                  <a:pt x="36" y="2253"/>
                  <a:pt x="30" y="2245"/>
                  <a:pt x="24" y="2237"/>
                </a:cubicBezTo>
                <a:cubicBezTo>
                  <a:pt x="19" y="2229"/>
                  <a:pt x="15" y="2221"/>
                  <a:pt x="11" y="2212"/>
                </a:cubicBezTo>
                <a:cubicBezTo>
                  <a:pt x="7" y="2203"/>
                  <a:pt x="5" y="2194"/>
                  <a:pt x="3" y="2185"/>
                </a:cubicBezTo>
                <a:cubicBezTo>
                  <a:pt x="1" y="2176"/>
                  <a:pt x="0" y="2166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8228974" name=""/>
          <p:cNvSpPr/>
          <p:nvPr/>
        </p:nvSpPr>
        <p:spPr bwMode="auto">
          <a:xfrm>
            <a:off x="2866680" y="819000"/>
            <a:ext cx="790920" cy="400320"/>
          </a:xfrm>
          <a:custGeom>
            <a:avLst/>
            <a:gdLst/>
            <a:ahLst/>
            <a:cxnLst/>
            <a:rect l="0" t="0" r="r" b="b"/>
            <a:pathLst>
              <a:path w="219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039" y="0"/>
                </a:lnTo>
                <a:cubicBezTo>
                  <a:pt x="2049" y="0"/>
                  <a:pt x="2059" y="1"/>
                  <a:pt x="2070" y="3"/>
                </a:cubicBezTo>
                <a:cubicBezTo>
                  <a:pt x="2080" y="5"/>
                  <a:pt x="2090" y="8"/>
                  <a:pt x="2100" y="12"/>
                </a:cubicBezTo>
                <a:cubicBezTo>
                  <a:pt x="2109" y="16"/>
                  <a:pt x="2118" y="21"/>
                  <a:pt x="2127" y="27"/>
                </a:cubicBezTo>
                <a:cubicBezTo>
                  <a:pt x="2136" y="32"/>
                  <a:pt x="2144" y="39"/>
                  <a:pt x="2151" y="46"/>
                </a:cubicBezTo>
                <a:cubicBezTo>
                  <a:pt x="2158" y="54"/>
                  <a:pt x="2165" y="62"/>
                  <a:pt x="2171" y="70"/>
                </a:cubicBezTo>
                <a:cubicBezTo>
                  <a:pt x="2177" y="79"/>
                  <a:pt x="2181" y="88"/>
                  <a:pt x="2185" y="98"/>
                </a:cubicBezTo>
                <a:cubicBezTo>
                  <a:pt x="2189" y="108"/>
                  <a:pt x="2192" y="117"/>
                  <a:pt x="2194" y="128"/>
                </a:cubicBezTo>
                <a:cubicBezTo>
                  <a:pt x="2196" y="138"/>
                  <a:pt x="2197" y="148"/>
                  <a:pt x="2197" y="159"/>
                </a:cubicBezTo>
                <a:lnTo>
                  <a:pt x="2197" y="953"/>
                </a:lnTo>
                <a:cubicBezTo>
                  <a:pt x="2197" y="964"/>
                  <a:pt x="2196" y="974"/>
                  <a:pt x="2194" y="984"/>
                </a:cubicBezTo>
                <a:cubicBezTo>
                  <a:pt x="2192" y="995"/>
                  <a:pt x="2189" y="1005"/>
                  <a:pt x="2185" y="1014"/>
                </a:cubicBezTo>
                <a:cubicBezTo>
                  <a:pt x="2181" y="1024"/>
                  <a:pt x="2177" y="1033"/>
                  <a:pt x="2171" y="1042"/>
                </a:cubicBezTo>
                <a:cubicBezTo>
                  <a:pt x="2165" y="1050"/>
                  <a:pt x="2158" y="1058"/>
                  <a:pt x="2151" y="1066"/>
                </a:cubicBezTo>
                <a:cubicBezTo>
                  <a:pt x="2144" y="1073"/>
                  <a:pt x="2136" y="1080"/>
                  <a:pt x="2127" y="1085"/>
                </a:cubicBezTo>
                <a:cubicBezTo>
                  <a:pt x="2118" y="1091"/>
                  <a:pt x="2109" y="1096"/>
                  <a:pt x="2099" y="1100"/>
                </a:cubicBezTo>
                <a:cubicBezTo>
                  <a:pt x="2090" y="1104"/>
                  <a:pt x="2080" y="1107"/>
                  <a:pt x="2070" y="1109"/>
                </a:cubicBezTo>
                <a:cubicBezTo>
                  <a:pt x="2059" y="1111"/>
                  <a:pt x="2049" y="1112"/>
                  <a:pt x="203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1841232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578016" name=""/>
          <p:cNvSpPr txBox="1"/>
          <p:nvPr/>
        </p:nvSpPr>
        <p:spPr bwMode="auto">
          <a:xfrm>
            <a:off x="2942280" y="815400"/>
            <a:ext cx="64836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url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744138" name=""/>
          <p:cNvSpPr txBox="1"/>
          <p:nvPr/>
        </p:nvSpPr>
        <p:spPr bwMode="auto">
          <a:xfrm>
            <a:off x="747720" y="1523880"/>
            <a:ext cx="4360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Used for entering web addresses.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0098233" name=""/>
          <p:cNvSpPr txBox="1"/>
          <p:nvPr/>
        </p:nvSpPr>
        <p:spPr bwMode="auto">
          <a:xfrm>
            <a:off x="914400" y="2233080"/>
            <a:ext cx="30081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&gt;Website:&lt;/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7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0704075" name=""/>
          <p:cNvSpPr/>
          <p:nvPr/>
        </p:nvSpPr>
        <p:spPr bwMode="auto">
          <a:xfrm>
            <a:off x="1047600" y="322884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062314" name=""/>
          <p:cNvSpPr txBox="1"/>
          <p:nvPr/>
        </p:nvSpPr>
        <p:spPr bwMode="auto">
          <a:xfrm>
            <a:off x="914400" y="2481480"/>
            <a:ext cx="10331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"url"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"homepage"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placeholder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"https://example.com"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required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7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924329" name=""/>
          <p:cNvSpPr/>
          <p:nvPr/>
        </p:nvSpPr>
        <p:spPr bwMode="auto">
          <a:xfrm>
            <a:off x="1047600" y="370512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5259678" name=""/>
          <p:cNvSpPr txBox="1"/>
          <p:nvPr/>
        </p:nvSpPr>
        <p:spPr bwMode="auto">
          <a:xfrm>
            <a:off x="1300320" y="3076560"/>
            <a:ext cx="6399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Provides built-in validation for valid URL patterns.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34683600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3851468" y="4102999"/>
            <a:ext cx="4022960" cy="256449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8480062" name=""/>
          <p:cNvSpPr txBox="1"/>
          <p:nvPr/>
        </p:nvSpPr>
        <p:spPr bwMode="auto">
          <a:xfrm>
            <a:off x="1300320" y="3552840"/>
            <a:ext cx="4956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Often used in contact or proﬁle forms.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549720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00275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377205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975378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0790356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419007" name=""/>
          <p:cNvSpPr/>
          <p:nvPr/>
        </p:nvSpPr>
        <p:spPr bwMode="auto">
          <a:xfrm>
            <a:off x="2866680" y="819000"/>
            <a:ext cx="1010160" cy="400320"/>
          </a:xfrm>
          <a:custGeom>
            <a:avLst/>
            <a:gdLst/>
            <a:ahLst/>
            <a:cxnLst/>
            <a:rect l="0" t="0" r="r" b="b"/>
            <a:pathLst>
              <a:path w="2806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647" y="0"/>
                </a:lnTo>
                <a:cubicBezTo>
                  <a:pt x="2658" y="0"/>
                  <a:pt x="2668" y="1"/>
                  <a:pt x="2678" y="3"/>
                </a:cubicBezTo>
                <a:cubicBezTo>
                  <a:pt x="2688" y="5"/>
                  <a:pt x="2698" y="8"/>
                  <a:pt x="2708" y="12"/>
                </a:cubicBezTo>
                <a:cubicBezTo>
                  <a:pt x="2718" y="16"/>
                  <a:pt x="2727" y="21"/>
                  <a:pt x="2735" y="27"/>
                </a:cubicBezTo>
                <a:cubicBezTo>
                  <a:pt x="2744" y="32"/>
                  <a:pt x="2752" y="39"/>
                  <a:pt x="2760" y="46"/>
                </a:cubicBezTo>
                <a:cubicBezTo>
                  <a:pt x="2767" y="54"/>
                  <a:pt x="2773" y="62"/>
                  <a:pt x="2779" y="70"/>
                </a:cubicBezTo>
                <a:cubicBezTo>
                  <a:pt x="2785" y="79"/>
                  <a:pt x="2790" y="88"/>
                  <a:pt x="2794" y="98"/>
                </a:cubicBezTo>
                <a:cubicBezTo>
                  <a:pt x="2798" y="108"/>
                  <a:pt x="2801" y="117"/>
                  <a:pt x="2803" y="128"/>
                </a:cubicBezTo>
                <a:cubicBezTo>
                  <a:pt x="2805" y="138"/>
                  <a:pt x="2806" y="148"/>
                  <a:pt x="2806" y="159"/>
                </a:cubicBezTo>
                <a:lnTo>
                  <a:pt x="2806" y="953"/>
                </a:lnTo>
                <a:cubicBezTo>
                  <a:pt x="2806" y="964"/>
                  <a:pt x="2805" y="974"/>
                  <a:pt x="2803" y="984"/>
                </a:cubicBezTo>
                <a:cubicBezTo>
                  <a:pt x="2801" y="995"/>
                  <a:pt x="2798" y="1005"/>
                  <a:pt x="2794" y="1014"/>
                </a:cubicBezTo>
                <a:cubicBezTo>
                  <a:pt x="2790" y="1024"/>
                  <a:pt x="2785" y="1033"/>
                  <a:pt x="2779" y="1042"/>
                </a:cubicBezTo>
                <a:cubicBezTo>
                  <a:pt x="2773" y="1050"/>
                  <a:pt x="2767" y="1058"/>
                  <a:pt x="2760" y="1066"/>
                </a:cubicBezTo>
                <a:cubicBezTo>
                  <a:pt x="2752" y="1073"/>
                  <a:pt x="2744" y="1080"/>
                  <a:pt x="2735" y="1085"/>
                </a:cubicBezTo>
                <a:cubicBezTo>
                  <a:pt x="2727" y="1091"/>
                  <a:pt x="2718" y="1096"/>
                  <a:pt x="2708" y="1100"/>
                </a:cubicBezTo>
                <a:cubicBezTo>
                  <a:pt x="2698" y="1104"/>
                  <a:pt x="2688" y="1107"/>
                  <a:pt x="2678" y="1109"/>
                </a:cubicBezTo>
                <a:cubicBezTo>
                  <a:pt x="2668" y="1111"/>
                  <a:pt x="2658" y="1112"/>
                  <a:pt x="2647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0120471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2191441" name=""/>
          <p:cNvSpPr txBox="1"/>
          <p:nvPr/>
        </p:nvSpPr>
        <p:spPr bwMode="auto">
          <a:xfrm>
            <a:off x="2942280" y="815400"/>
            <a:ext cx="864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date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274233" name=""/>
          <p:cNvSpPr txBox="1"/>
          <p:nvPr/>
        </p:nvSpPr>
        <p:spPr bwMode="auto">
          <a:xfrm>
            <a:off x="747720" y="1523880"/>
            <a:ext cx="5932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Lets users pick a date from a calendar widget.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7530711" name=""/>
          <p:cNvSpPr txBox="1"/>
          <p:nvPr/>
        </p:nvSpPr>
        <p:spPr bwMode="auto">
          <a:xfrm>
            <a:off x="914400" y="2233440"/>
            <a:ext cx="405864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&gt;Choose a date:&lt;/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845185" name=""/>
          <p:cNvSpPr/>
          <p:nvPr/>
        </p:nvSpPr>
        <p:spPr bwMode="auto">
          <a:xfrm>
            <a:off x="1047600" y="32572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7684971" name=""/>
          <p:cNvSpPr txBox="1"/>
          <p:nvPr/>
        </p:nvSpPr>
        <p:spPr bwMode="auto">
          <a:xfrm>
            <a:off x="914400" y="2498400"/>
            <a:ext cx="1035612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"date"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"appointment"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min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"2025-01-01"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max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"2025-12-31"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7570396" name=""/>
          <p:cNvSpPr/>
          <p:nvPr/>
        </p:nvSpPr>
        <p:spPr bwMode="auto">
          <a:xfrm>
            <a:off x="4924080" y="3152519"/>
            <a:ext cx="1600560" cy="362520"/>
          </a:xfrm>
          <a:custGeom>
            <a:avLst/>
            <a:gdLst/>
            <a:ahLst/>
            <a:cxnLst/>
            <a:rect l="0" t="0" r="r" b="b"/>
            <a:pathLst>
              <a:path w="4446" h="1007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288" y="0"/>
                </a:lnTo>
                <a:cubicBezTo>
                  <a:pt x="4298" y="0"/>
                  <a:pt x="4308" y="1"/>
                  <a:pt x="4319" y="3"/>
                </a:cubicBezTo>
                <a:cubicBezTo>
                  <a:pt x="4329" y="5"/>
                  <a:pt x="4339" y="8"/>
                  <a:pt x="4348" y="12"/>
                </a:cubicBezTo>
                <a:cubicBezTo>
                  <a:pt x="4358" y="16"/>
                  <a:pt x="4367" y="21"/>
                  <a:pt x="4376" y="27"/>
                </a:cubicBezTo>
                <a:cubicBezTo>
                  <a:pt x="4385" y="33"/>
                  <a:pt x="4393" y="39"/>
                  <a:pt x="4400" y="47"/>
                </a:cubicBezTo>
                <a:cubicBezTo>
                  <a:pt x="4407" y="54"/>
                  <a:pt x="4414" y="62"/>
                  <a:pt x="4420" y="71"/>
                </a:cubicBezTo>
                <a:cubicBezTo>
                  <a:pt x="4425" y="79"/>
                  <a:pt x="4430" y="89"/>
                  <a:pt x="4434" y="98"/>
                </a:cubicBezTo>
                <a:cubicBezTo>
                  <a:pt x="4438" y="108"/>
                  <a:pt x="4441" y="118"/>
                  <a:pt x="4443" y="128"/>
                </a:cubicBezTo>
                <a:cubicBezTo>
                  <a:pt x="4445" y="138"/>
                  <a:pt x="4446" y="149"/>
                  <a:pt x="4446" y="159"/>
                </a:cubicBezTo>
                <a:lnTo>
                  <a:pt x="4446" y="848"/>
                </a:lnTo>
                <a:cubicBezTo>
                  <a:pt x="4446" y="858"/>
                  <a:pt x="4445" y="869"/>
                  <a:pt x="4443" y="879"/>
                </a:cubicBezTo>
                <a:cubicBezTo>
                  <a:pt x="4441" y="889"/>
                  <a:pt x="4438" y="899"/>
                  <a:pt x="4434" y="909"/>
                </a:cubicBezTo>
                <a:cubicBezTo>
                  <a:pt x="4430" y="918"/>
                  <a:pt x="4425" y="927"/>
                  <a:pt x="4420" y="936"/>
                </a:cubicBezTo>
                <a:cubicBezTo>
                  <a:pt x="4414" y="945"/>
                  <a:pt x="4407" y="953"/>
                  <a:pt x="4400" y="960"/>
                </a:cubicBezTo>
                <a:cubicBezTo>
                  <a:pt x="4393" y="967"/>
                  <a:pt x="4385" y="974"/>
                  <a:pt x="4376" y="980"/>
                </a:cubicBezTo>
                <a:cubicBezTo>
                  <a:pt x="4367" y="986"/>
                  <a:pt x="4358" y="991"/>
                  <a:pt x="4348" y="995"/>
                </a:cubicBezTo>
                <a:cubicBezTo>
                  <a:pt x="4339" y="999"/>
                  <a:pt x="4329" y="1002"/>
                  <a:pt x="4319" y="1004"/>
                </a:cubicBezTo>
                <a:cubicBezTo>
                  <a:pt x="4308" y="1006"/>
                  <a:pt x="4298" y="1007"/>
                  <a:pt x="4288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40" y="953"/>
                  <a:pt x="33" y="945"/>
                  <a:pt x="27" y="936"/>
                </a:cubicBezTo>
                <a:cubicBezTo>
                  <a:pt x="21" y="927"/>
                  <a:pt x="17" y="918"/>
                  <a:pt x="13" y="909"/>
                </a:cubicBezTo>
                <a:cubicBezTo>
                  <a:pt x="9" y="899"/>
                  <a:pt x="6" y="889"/>
                  <a:pt x="4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6287550" name=""/>
          <p:cNvSpPr txBox="1"/>
          <p:nvPr/>
        </p:nvSpPr>
        <p:spPr bwMode="auto">
          <a:xfrm>
            <a:off x="1300320" y="3105000"/>
            <a:ext cx="3620519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Returns value in the format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092624" name=""/>
          <p:cNvSpPr txBox="1"/>
          <p:nvPr/>
        </p:nvSpPr>
        <p:spPr bwMode="auto">
          <a:xfrm>
            <a:off x="5018760" y="320400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YYYY-DD-MM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888188" name=""/>
          <p:cNvSpPr/>
          <p:nvPr/>
        </p:nvSpPr>
        <p:spPr bwMode="auto">
          <a:xfrm>
            <a:off x="1047600" y="375264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7"/>
                  <a:pt x="65" y="18"/>
                  <a:pt x="82" y="11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1"/>
                </a:cubicBezTo>
                <a:cubicBezTo>
                  <a:pt x="200" y="18"/>
                  <a:pt x="214" y="27"/>
                  <a:pt x="227" y="40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5327960" name=""/>
          <p:cNvSpPr txBox="1"/>
          <p:nvPr/>
        </p:nvSpPr>
        <p:spPr bwMode="auto">
          <a:xfrm>
            <a:off x="6521039" y="3105000"/>
            <a:ext cx="29797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(Based on user locale).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4531975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4031893" y="4093773"/>
            <a:ext cx="3143232" cy="26942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795234" name=""/>
          <p:cNvSpPr txBox="1"/>
          <p:nvPr/>
        </p:nvSpPr>
        <p:spPr bwMode="auto">
          <a:xfrm>
            <a:off x="1300320" y="3600360"/>
            <a:ext cx="7250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Browser-native UI ensures consistency and accessibility.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165394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781521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849608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7366779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88420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1115259" name=""/>
          <p:cNvSpPr/>
          <p:nvPr/>
        </p:nvSpPr>
        <p:spPr bwMode="auto">
          <a:xfrm>
            <a:off x="2866680" y="819000"/>
            <a:ext cx="1229400" cy="400320"/>
          </a:xfrm>
          <a:custGeom>
            <a:avLst/>
            <a:gdLst/>
            <a:ahLst/>
            <a:cxnLst/>
            <a:rect l="0" t="0" r="r" b="b"/>
            <a:pathLst>
              <a:path w="3415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256" y="0"/>
                </a:lnTo>
                <a:cubicBezTo>
                  <a:pt x="3266" y="0"/>
                  <a:pt x="3277" y="1"/>
                  <a:pt x="3287" y="3"/>
                </a:cubicBezTo>
                <a:cubicBezTo>
                  <a:pt x="3297" y="5"/>
                  <a:pt x="3307" y="8"/>
                  <a:pt x="3317" y="12"/>
                </a:cubicBezTo>
                <a:cubicBezTo>
                  <a:pt x="3326" y="16"/>
                  <a:pt x="3335" y="21"/>
                  <a:pt x="3344" y="27"/>
                </a:cubicBezTo>
                <a:cubicBezTo>
                  <a:pt x="3353" y="32"/>
                  <a:pt x="3361" y="39"/>
                  <a:pt x="3368" y="46"/>
                </a:cubicBezTo>
                <a:cubicBezTo>
                  <a:pt x="3375" y="54"/>
                  <a:pt x="3382" y="62"/>
                  <a:pt x="3388" y="70"/>
                </a:cubicBezTo>
                <a:cubicBezTo>
                  <a:pt x="3394" y="79"/>
                  <a:pt x="3399" y="88"/>
                  <a:pt x="3402" y="98"/>
                </a:cubicBezTo>
                <a:cubicBezTo>
                  <a:pt x="3406" y="108"/>
                  <a:pt x="3409" y="117"/>
                  <a:pt x="3412" y="128"/>
                </a:cubicBezTo>
                <a:cubicBezTo>
                  <a:pt x="3414" y="138"/>
                  <a:pt x="3415" y="148"/>
                  <a:pt x="3415" y="159"/>
                </a:cubicBezTo>
                <a:lnTo>
                  <a:pt x="3415" y="953"/>
                </a:lnTo>
                <a:cubicBezTo>
                  <a:pt x="3415" y="964"/>
                  <a:pt x="3414" y="974"/>
                  <a:pt x="3412" y="984"/>
                </a:cubicBezTo>
                <a:cubicBezTo>
                  <a:pt x="3409" y="995"/>
                  <a:pt x="3406" y="1005"/>
                  <a:pt x="3402" y="1014"/>
                </a:cubicBezTo>
                <a:cubicBezTo>
                  <a:pt x="3399" y="1024"/>
                  <a:pt x="3394" y="1033"/>
                  <a:pt x="3388" y="1042"/>
                </a:cubicBezTo>
                <a:cubicBezTo>
                  <a:pt x="3382" y="1050"/>
                  <a:pt x="3375" y="1058"/>
                  <a:pt x="3368" y="1066"/>
                </a:cubicBezTo>
                <a:cubicBezTo>
                  <a:pt x="3361" y="1073"/>
                  <a:pt x="3353" y="1080"/>
                  <a:pt x="3344" y="1085"/>
                </a:cubicBezTo>
                <a:cubicBezTo>
                  <a:pt x="3335" y="1091"/>
                  <a:pt x="3326" y="1096"/>
                  <a:pt x="3317" y="1100"/>
                </a:cubicBezTo>
                <a:cubicBezTo>
                  <a:pt x="3307" y="1104"/>
                  <a:pt x="3297" y="1107"/>
                  <a:pt x="3287" y="1109"/>
                </a:cubicBezTo>
                <a:cubicBezTo>
                  <a:pt x="3277" y="1111"/>
                  <a:pt x="3266" y="1112"/>
                  <a:pt x="3256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1414606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476397" name=""/>
          <p:cNvSpPr txBox="1"/>
          <p:nvPr/>
        </p:nvSpPr>
        <p:spPr bwMode="auto">
          <a:xfrm>
            <a:off x="2942280" y="815400"/>
            <a:ext cx="1080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month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6699054" name=""/>
          <p:cNvSpPr txBox="1"/>
          <p:nvPr/>
        </p:nvSpPr>
        <p:spPr bwMode="auto">
          <a:xfrm>
            <a:off x="747720" y="1523880"/>
            <a:ext cx="5866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Allows selection of a speciﬁc month and year.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274408" name=""/>
          <p:cNvSpPr txBox="1"/>
          <p:nvPr/>
        </p:nvSpPr>
        <p:spPr bwMode="auto">
          <a:xfrm>
            <a:off x="914400" y="2233440"/>
            <a:ext cx="4084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&gt;Billing month:&lt;/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082334" name=""/>
          <p:cNvSpPr/>
          <p:nvPr/>
        </p:nvSpPr>
        <p:spPr bwMode="auto">
          <a:xfrm>
            <a:off x="1047600" y="32572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7374945" name=""/>
          <p:cNvSpPr txBox="1"/>
          <p:nvPr/>
        </p:nvSpPr>
        <p:spPr bwMode="auto">
          <a:xfrm>
            <a:off x="914400" y="2499840"/>
            <a:ext cx="7464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"month"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"billing"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"2025-11"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7634121" name=""/>
          <p:cNvSpPr/>
          <p:nvPr/>
        </p:nvSpPr>
        <p:spPr bwMode="auto">
          <a:xfrm>
            <a:off x="3800160" y="3162240"/>
            <a:ext cx="1172160" cy="352800"/>
          </a:xfrm>
          <a:custGeom>
            <a:avLst/>
            <a:gdLst/>
            <a:ahLst/>
            <a:cxnLst/>
            <a:rect l="0" t="0" r="r" b="b"/>
            <a:pathLst>
              <a:path w="3256" h="980" fill="norm" stroke="1" extrusionOk="0">
                <a:moveTo>
                  <a:pt x="0" y="82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097" y="0"/>
                </a:lnTo>
                <a:cubicBezTo>
                  <a:pt x="3107" y="0"/>
                  <a:pt x="3118" y="1"/>
                  <a:pt x="3128" y="3"/>
                </a:cubicBezTo>
                <a:cubicBezTo>
                  <a:pt x="3138" y="5"/>
                  <a:pt x="3148" y="8"/>
                  <a:pt x="3158" y="12"/>
                </a:cubicBezTo>
                <a:cubicBezTo>
                  <a:pt x="3167" y="16"/>
                  <a:pt x="3177" y="21"/>
                  <a:pt x="3185" y="26"/>
                </a:cubicBezTo>
                <a:cubicBezTo>
                  <a:pt x="3194" y="32"/>
                  <a:pt x="3202" y="39"/>
                  <a:pt x="3209" y="46"/>
                </a:cubicBezTo>
                <a:cubicBezTo>
                  <a:pt x="3217" y="54"/>
                  <a:pt x="3223" y="62"/>
                  <a:pt x="3229" y="70"/>
                </a:cubicBezTo>
                <a:cubicBezTo>
                  <a:pt x="3235" y="79"/>
                  <a:pt x="3240" y="88"/>
                  <a:pt x="3244" y="98"/>
                </a:cubicBezTo>
                <a:cubicBezTo>
                  <a:pt x="3248" y="107"/>
                  <a:pt x="3251" y="117"/>
                  <a:pt x="3253" y="127"/>
                </a:cubicBezTo>
                <a:cubicBezTo>
                  <a:pt x="3255" y="138"/>
                  <a:pt x="3256" y="148"/>
                  <a:pt x="3256" y="158"/>
                </a:cubicBezTo>
                <a:lnTo>
                  <a:pt x="3256" y="821"/>
                </a:lnTo>
                <a:cubicBezTo>
                  <a:pt x="3256" y="831"/>
                  <a:pt x="3255" y="842"/>
                  <a:pt x="3253" y="852"/>
                </a:cubicBezTo>
                <a:cubicBezTo>
                  <a:pt x="3251" y="862"/>
                  <a:pt x="3248" y="872"/>
                  <a:pt x="3244" y="882"/>
                </a:cubicBezTo>
                <a:cubicBezTo>
                  <a:pt x="3240" y="891"/>
                  <a:pt x="3235" y="900"/>
                  <a:pt x="3229" y="909"/>
                </a:cubicBezTo>
                <a:cubicBezTo>
                  <a:pt x="3223" y="918"/>
                  <a:pt x="3217" y="926"/>
                  <a:pt x="3209" y="933"/>
                </a:cubicBezTo>
                <a:cubicBezTo>
                  <a:pt x="3202" y="940"/>
                  <a:pt x="3194" y="947"/>
                  <a:pt x="3185" y="953"/>
                </a:cubicBezTo>
                <a:cubicBezTo>
                  <a:pt x="3177" y="959"/>
                  <a:pt x="3167" y="964"/>
                  <a:pt x="3158" y="968"/>
                </a:cubicBezTo>
                <a:cubicBezTo>
                  <a:pt x="3148" y="972"/>
                  <a:pt x="3138" y="975"/>
                  <a:pt x="3128" y="977"/>
                </a:cubicBezTo>
                <a:cubicBezTo>
                  <a:pt x="3118" y="979"/>
                  <a:pt x="3107" y="980"/>
                  <a:pt x="3097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3"/>
                </a:cubicBezTo>
                <a:cubicBezTo>
                  <a:pt x="62" y="947"/>
                  <a:pt x="54" y="940"/>
                  <a:pt x="47" y="933"/>
                </a:cubicBezTo>
                <a:cubicBezTo>
                  <a:pt x="40" y="926"/>
                  <a:pt x="33" y="918"/>
                  <a:pt x="27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331936" name=""/>
          <p:cNvSpPr txBox="1"/>
          <p:nvPr/>
        </p:nvSpPr>
        <p:spPr bwMode="auto">
          <a:xfrm>
            <a:off x="1300320" y="3105000"/>
            <a:ext cx="2499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Returns values like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2607432" name=""/>
          <p:cNvSpPr txBox="1"/>
          <p:nvPr/>
        </p:nvSpPr>
        <p:spPr bwMode="auto">
          <a:xfrm>
            <a:off x="3895920" y="321372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2025-11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2732753" name=""/>
          <p:cNvSpPr/>
          <p:nvPr/>
        </p:nvSpPr>
        <p:spPr bwMode="auto">
          <a:xfrm>
            <a:off x="1047600" y="376236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49"/>
                  <a:pt x="262" y="166"/>
                  <a:pt x="255" y="182"/>
                </a:cubicBezTo>
                <a:cubicBezTo>
                  <a:pt x="249" y="199"/>
                  <a:pt x="239" y="213"/>
                  <a:pt x="227" y="225"/>
                </a:cubicBezTo>
                <a:cubicBezTo>
                  <a:pt x="214" y="238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8"/>
                  <a:pt x="39" y="225"/>
                </a:cubicBezTo>
                <a:cubicBezTo>
                  <a:pt x="26" y="213"/>
                  <a:pt x="17" y="199"/>
                  <a:pt x="10" y="182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159704" name=""/>
          <p:cNvSpPr txBox="1"/>
          <p:nvPr/>
        </p:nvSpPr>
        <p:spPr bwMode="auto">
          <a:xfrm>
            <a:off x="4975920" y="310500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41772794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3681180" y="4299273"/>
            <a:ext cx="3878276" cy="235616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689842" name=""/>
          <p:cNvSpPr txBox="1"/>
          <p:nvPr/>
        </p:nvSpPr>
        <p:spPr bwMode="auto">
          <a:xfrm>
            <a:off x="1300320" y="3610080"/>
            <a:ext cx="6149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Useful for billing cycles, reports, and schedules.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43092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070864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965244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034481" name=""/>
          <p:cNvSpPr/>
          <p:nvPr/>
        </p:nvSpPr>
        <p:spPr bwMode="auto">
          <a:xfrm>
            <a:off x="757080" y="2071440"/>
            <a:ext cx="10687320" cy="572040"/>
          </a:xfrm>
          <a:custGeom>
            <a:avLst/>
            <a:gdLst/>
            <a:ahLst/>
            <a:cxnLst/>
            <a:rect l="0" t="0" r="r" b="b"/>
            <a:pathLst>
              <a:path w="29687" h="1589" fill="norm" stroke="1" extrusionOk="0">
                <a:moveTo>
                  <a:pt x="0" y="144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43"/>
                </a:lnTo>
                <a:cubicBezTo>
                  <a:pt x="29687" y="1453"/>
                  <a:pt x="29686" y="1462"/>
                  <a:pt x="29684" y="1472"/>
                </a:cubicBezTo>
                <a:cubicBezTo>
                  <a:pt x="29683" y="1481"/>
                  <a:pt x="29680" y="1490"/>
                  <a:pt x="29676" y="1499"/>
                </a:cubicBezTo>
                <a:cubicBezTo>
                  <a:pt x="29672" y="1508"/>
                  <a:pt x="29668" y="1516"/>
                  <a:pt x="29663" y="1524"/>
                </a:cubicBezTo>
                <a:cubicBezTo>
                  <a:pt x="29657" y="1532"/>
                  <a:pt x="29651" y="1539"/>
                  <a:pt x="29645" y="1546"/>
                </a:cubicBezTo>
                <a:cubicBezTo>
                  <a:pt x="29638" y="1553"/>
                  <a:pt x="29630" y="1559"/>
                  <a:pt x="29623" y="1564"/>
                </a:cubicBezTo>
                <a:cubicBezTo>
                  <a:pt x="29615" y="1569"/>
                  <a:pt x="29606" y="1574"/>
                  <a:pt x="29597" y="1578"/>
                </a:cubicBezTo>
                <a:cubicBezTo>
                  <a:pt x="29589" y="1581"/>
                  <a:pt x="29579" y="1584"/>
                  <a:pt x="29570" y="1586"/>
                </a:cubicBezTo>
                <a:cubicBezTo>
                  <a:pt x="29561" y="1588"/>
                  <a:pt x="29551" y="1589"/>
                  <a:pt x="29542" y="1589"/>
                </a:cubicBezTo>
                <a:lnTo>
                  <a:pt x="145" y="1589"/>
                </a:lnTo>
                <a:cubicBezTo>
                  <a:pt x="136" y="1589"/>
                  <a:pt x="126" y="1588"/>
                  <a:pt x="117" y="1586"/>
                </a:cubicBezTo>
                <a:cubicBezTo>
                  <a:pt x="108" y="1584"/>
                  <a:pt x="99" y="1581"/>
                  <a:pt x="90" y="1578"/>
                </a:cubicBezTo>
                <a:cubicBezTo>
                  <a:pt x="81" y="1574"/>
                  <a:pt x="73" y="1569"/>
                  <a:pt x="65" y="1564"/>
                </a:cubicBezTo>
                <a:cubicBezTo>
                  <a:pt x="57" y="1559"/>
                  <a:pt x="49" y="1553"/>
                  <a:pt x="43" y="1546"/>
                </a:cubicBezTo>
                <a:cubicBezTo>
                  <a:pt x="36" y="1539"/>
                  <a:pt x="30" y="1532"/>
                  <a:pt x="24" y="1524"/>
                </a:cubicBezTo>
                <a:cubicBezTo>
                  <a:pt x="19" y="1516"/>
                  <a:pt x="15" y="1508"/>
                  <a:pt x="11" y="1499"/>
                </a:cubicBezTo>
                <a:cubicBezTo>
                  <a:pt x="7" y="1490"/>
                  <a:pt x="5" y="1481"/>
                  <a:pt x="3" y="1472"/>
                </a:cubicBezTo>
                <a:cubicBezTo>
                  <a:pt x="1" y="1462"/>
                  <a:pt x="0" y="1453"/>
                  <a:pt x="0" y="144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9416845" name=""/>
          <p:cNvSpPr/>
          <p:nvPr/>
        </p:nvSpPr>
        <p:spPr bwMode="auto">
          <a:xfrm>
            <a:off x="757080" y="2071440"/>
            <a:ext cx="10687320" cy="572040"/>
          </a:xfrm>
          <a:custGeom>
            <a:avLst/>
            <a:gdLst/>
            <a:ahLst/>
            <a:cxnLst/>
            <a:rect l="0" t="0" r="r" b="b"/>
            <a:pathLst>
              <a:path w="29687" h="1589" fill="norm" stroke="1" extrusionOk="0">
                <a:moveTo>
                  <a:pt x="0" y="144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43"/>
                </a:lnTo>
                <a:cubicBezTo>
                  <a:pt x="29687" y="1453"/>
                  <a:pt x="29686" y="1462"/>
                  <a:pt x="29684" y="1472"/>
                </a:cubicBezTo>
                <a:cubicBezTo>
                  <a:pt x="29683" y="1481"/>
                  <a:pt x="29680" y="1490"/>
                  <a:pt x="29676" y="1499"/>
                </a:cubicBezTo>
                <a:cubicBezTo>
                  <a:pt x="29672" y="1508"/>
                  <a:pt x="29668" y="1516"/>
                  <a:pt x="29663" y="1524"/>
                </a:cubicBezTo>
                <a:cubicBezTo>
                  <a:pt x="29657" y="1532"/>
                  <a:pt x="29651" y="1539"/>
                  <a:pt x="29645" y="1546"/>
                </a:cubicBezTo>
                <a:cubicBezTo>
                  <a:pt x="29638" y="1553"/>
                  <a:pt x="29630" y="1559"/>
                  <a:pt x="29623" y="1564"/>
                </a:cubicBezTo>
                <a:cubicBezTo>
                  <a:pt x="29615" y="1569"/>
                  <a:pt x="29606" y="1574"/>
                  <a:pt x="29597" y="1578"/>
                </a:cubicBezTo>
                <a:cubicBezTo>
                  <a:pt x="29589" y="1581"/>
                  <a:pt x="29579" y="1584"/>
                  <a:pt x="29570" y="1586"/>
                </a:cubicBezTo>
                <a:cubicBezTo>
                  <a:pt x="29561" y="1588"/>
                  <a:pt x="29551" y="1589"/>
                  <a:pt x="29542" y="1589"/>
                </a:cubicBezTo>
                <a:lnTo>
                  <a:pt x="145" y="1589"/>
                </a:lnTo>
                <a:cubicBezTo>
                  <a:pt x="136" y="1589"/>
                  <a:pt x="126" y="1588"/>
                  <a:pt x="117" y="1586"/>
                </a:cubicBezTo>
                <a:cubicBezTo>
                  <a:pt x="108" y="1584"/>
                  <a:pt x="99" y="1581"/>
                  <a:pt x="90" y="1578"/>
                </a:cubicBezTo>
                <a:cubicBezTo>
                  <a:pt x="81" y="1574"/>
                  <a:pt x="73" y="1569"/>
                  <a:pt x="65" y="1564"/>
                </a:cubicBezTo>
                <a:cubicBezTo>
                  <a:pt x="57" y="1559"/>
                  <a:pt x="49" y="1553"/>
                  <a:pt x="43" y="1546"/>
                </a:cubicBezTo>
                <a:cubicBezTo>
                  <a:pt x="36" y="1539"/>
                  <a:pt x="30" y="1532"/>
                  <a:pt x="24" y="1524"/>
                </a:cubicBezTo>
                <a:cubicBezTo>
                  <a:pt x="19" y="1516"/>
                  <a:pt x="15" y="1508"/>
                  <a:pt x="11" y="1499"/>
                </a:cubicBezTo>
                <a:cubicBezTo>
                  <a:pt x="7" y="1490"/>
                  <a:pt x="5" y="1481"/>
                  <a:pt x="3" y="1472"/>
                </a:cubicBezTo>
                <a:cubicBezTo>
                  <a:pt x="1" y="1462"/>
                  <a:pt x="0" y="1453"/>
                  <a:pt x="0" y="144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2650161" name=""/>
          <p:cNvSpPr/>
          <p:nvPr/>
        </p:nvSpPr>
        <p:spPr bwMode="auto">
          <a:xfrm>
            <a:off x="2866680" y="819000"/>
            <a:ext cx="1010160" cy="400320"/>
          </a:xfrm>
          <a:custGeom>
            <a:avLst/>
            <a:gdLst/>
            <a:ahLst/>
            <a:cxnLst/>
            <a:rect l="0" t="0" r="r" b="b"/>
            <a:pathLst>
              <a:path w="2806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647" y="0"/>
                </a:lnTo>
                <a:cubicBezTo>
                  <a:pt x="2658" y="0"/>
                  <a:pt x="2668" y="1"/>
                  <a:pt x="2678" y="3"/>
                </a:cubicBezTo>
                <a:cubicBezTo>
                  <a:pt x="2688" y="5"/>
                  <a:pt x="2698" y="8"/>
                  <a:pt x="2708" y="12"/>
                </a:cubicBezTo>
                <a:cubicBezTo>
                  <a:pt x="2718" y="16"/>
                  <a:pt x="2727" y="21"/>
                  <a:pt x="2735" y="27"/>
                </a:cubicBezTo>
                <a:cubicBezTo>
                  <a:pt x="2744" y="32"/>
                  <a:pt x="2752" y="39"/>
                  <a:pt x="2760" y="46"/>
                </a:cubicBezTo>
                <a:cubicBezTo>
                  <a:pt x="2767" y="54"/>
                  <a:pt x="2773" y="62"/>
                  <a:pt x="2779" y="70"/>
                </a:cubicBezTo>
                <a:cubicBezTo>
                  <a:pt x="2785" y="79"/>
                  <a:pt x="2790" y="88"/>
                  <a:pt x="2794" y="98"/>
                </a:cubicBezTo>
                <a:cubicBezTo>
                  <a:pt x="2798" y="108"/>
                  <a:pt x="2801" y="117"/>
                  <a:pt x="2803" y="128"/>
                </a:cubicBezTo>
                <a:cubicBezTo>
                  <a:pt x="2805" y="138"/>
                  <a:pt x="2806" y="148"/>
                  <a:pt x="2806" y="159"/>
                </a:cubicBezTo>
                <a:lnTo>
                  <a:pt x="2806" y="953"/>
                </a:lnTo>
                <a:cubicBezTo>
                  <a:pt x="2806" y="964"/>
                  <a:pt x="2805" y="974"/>
                  <a:pt x="2803" y="984"/>
                </a:cubicBezTo>
                <a:cubicBezTo>
                  <a:pt x="2801" y="995"/>
                  <a:pt x="2798" y="1005"/>
                  <a:pt x="2794" y="1014"/>
                </a:cubicBezTo>
                <a:cubicBezTo>
                  <a:pt x="2790" y="1024"/>
                  <a:pt x="2785" y="1033"/>
                  <a:pt x="2779" y="1042"/>
                </a:cubicBezTo>
                <a:cubicBezTo>
                  <a:pt x="2773" y="1050"/>
                  <a:pt x="2767" y="1058"/>
                  <a:pt x="2760" y="1066"/>
                </a:cubicBezTo>
                <a:cubicBezTo>
                  <a:pt x="2752" y="1073"/>
                  <a:pt x="2744" y="1080"/>
                  <a:pt x="2735" y="1085"/>
                </a:cubicBezTo>
                <a:cubicBezTo>
                  <a:pt x="2727" y="1091"/>
                  <a:pt x="2718" y="1096"/>
                  <a:pt x="2708" y="1100"/>
                </a:cubicBezTo>
                <a:cubicBezTo>
                  <a:pt x="2698" y="1104"/>
                  <a:pt x="2688" y="1107"/>
                  <a:pt x="2678" y="1109"/>
                </a:cubicBezTo>
                <a:cubicBezTo>
                  <a:pt x="2668" y="1111"/>
                  <a:pt x="2658" y="1112"/>
                  <a:pt x="2647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034495" name=""/>
          <p:cNvSpPr txBox="1"/>
          <p:nvPr/>
        </p:nvSpPr>
        <p:spPr bwMode="auto">
          <a:xfrm>
            <a:off x="747720" y="730440"/>
            <a:ext cx="2134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Input Type: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0813435" name=""/>
          <p:cNvSpPr txBox="1"/>
          <p:nvPr/>
        </p:nvSpPr>
        <p:spPr bwMode="auto">
          <a:xfrm>
            <a:off x="2942280" y="815400"/>
            <a:ext cx="864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time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521194" name=""/>
          <p:cNvSpPr txBox="1"/>
          <p:nvPr/>
        </p:nvSpPr>
        <p:spPr bwMode="auto">
          <a:xfrm>
            <a:off x="747720" y="1523880"/>
            <a:ext cx="68500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Used for selecting a time of day (hours and minutes).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0845255" name=""/>
          <p:cNvSpPr/>
          <p:nvPr/>
        </p:nvSpPr>
        <p:spPr bwMode="auto">
          <a:xfrm>
            <a:off x="1047600" y="297144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9412556" name=""/>
          <p:cNvSpPr txBox="1"/>
          <p:nvPr/>
        </p:nvSpPr>
        <p:spPr bwMode="auto">
          <a:xfrm>
            <a:off x="914400" y="2233080"/>
            <a:ext cx="10331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&gt;Meeting time:&lt;/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 &lt;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input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type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"time"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"meeting"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70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70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"09:30"</a:t>
            </a:r>
            <a:r>
              <a:rPr lang="en-US" sz="170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/&gt;</a:t>
            </a:r>
            <a:endParaRPr lang="en-US" sz="17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7424420" name=""/>
          <p:cNvSpPr/>
          <p:nvPr/>
        </p:nvSpPr>
        <p:spPr bwMode="auto">
          <a:xfrm>
            <a:off x="3466800" y="2876400"/>
            <a:ext cx="895680" cy="352800"/>
          </a:xfrm>
          <a:custGeom>
            <a:avLst/>
            <a:gdLst/>
            <a:ahLst/>
            <a:cxnLst/>
            <a:rect l="0" t="0" r="r" b="b"/>
            <a:pathLst>
              <a:path w="2488" h="980" fill="norm" stroke="1" extrusionOk="0">
                <a:moveTo>
                  <a:pt x="0" y="82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30" y="0"/>
                </a:lnTo>
                <a:cubicBezTo>
                  <a:pt x="2340" y="0"/>
                  <a:pt x="2350" y="1"/>
                  <a:pt x="2361" y="3"/>
                </a:cubicBezTo>
                <a:cubicBezTo>
                  <a:pt x="2371" y="5"/>
                  <a:pt x="2381" y="8"/>
                  <a:pt x="2390" y="12"/>
                </a:cubicBezTo>
                <a:cubicBezTo>
                  <a:pt x="2400" y="16"/>
                  <a:pt x="2409" y="21"/>
                  <a:pt x="2418" y="27"/>
                </a:cubicBezTo>
                <a:cubicBezTo>
                  <a:pt x="2427" y="32"/>
                  <a:pt x="2435" y="39"/>
                  <a:pt x="2442" y="46"/>
                </a:cubicBezTo>
                <a:cubicBezTo>
                  <a:pt x="2449" y="54"/>
                  <a:pt x="2456" y="62"/>
                  <a:pt x="2462" y="70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8"/>
                  <a:pt x="2483" y="117"/>
                  <a:pt x="2485" y="128"/>
                </a:cubicBezTo>
                <a:cubicBezTo>
                  <a:pt x="2487" y="138"/>
                  <a:pt x="2488" y="148"/>
                  <a:pt x="2488" y="159"/>
                </a:cubicBezTo>
                <a:lnTo>
                  <a:pt x="2488" y="821"/>
                </a:lnTo>
                <a:cubicBezTo>
                  <a:pt x="2488" y="832"/>
                  <a:pt x="2487" y="842"/>
                  <a:pt x="2485" y="852"/>
                </a:cubicBezTo>
                <a:cubicBezTo>
                  <a:pt x="2483" y="862"/>
                  <a:pt x="2480" y="872"/>
                  <a:pt x="2476" y="882"/>
                </a:cubicBezTo>
                <a:cubicBezTo>
                  <a:pt x="2472" y="892"/>
                  <a:pt x="2467" y="901"/>
                  <a:pt x="2462" y="909"/>
                </a:cubicBezTo>
                <a:cubicBezTo>
                  <a:pt x="2456" y="918"/>
                  <a:pt x="2449" y="926"/>
                  <a:pt x="2442" y="933"/>
                </a:cubicBezTo>
                <a:cubicBezTo>
                  <a:pt x="2435" y="941"/>
                  <a:pt x="2427" y="947"/>
                  <a:pt x="2418" y="953"/>
                </a:cubicBezTo>
                <a:cubicBezTo>
                  <a:pt x="2409" y="959"/>
                  <a:pt x="2400" y="964"/>
                  <a:pt x="2390" y="968"/>
                </a:cubicBezTo>
                <a:cubicBezTo>
                  <a:pt x="2381" y="972"/>
                  <a:pt x="2371" y="975"/>
                  <a:pt x="2361" y="977"/>
                </a:cubicBezTo>
                <a:cubicBezTo>
                  <a:pt x="2350" y="979"/>
                  <a:pt x="2340" y="980"/>
                  <a:pt x="2330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3"/>
                </a:cubicBezTo>
                <a:cubicBezTo>
                  <a:pt x="62" y="947"/>
                  <a:pt x="54" y="941"/>
                  <a:pt x="47" y="933"/>
                </a:cubicBezTo>
                <a:cubicBezTo>
                  <a:pt x="39" y="926"/>
                  <a:pt x="33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9912554" name=""/>
          <p:cNvSpPr txBox="1"/>
          <p:nvPr/>
        </p:nvSpPr>
        <p:spPr bwMode="auto">
          <a:xfrm>
            <a:off x="1300320" y="2819519"/>
            <a:ext cx="2163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Returns value in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388550" name=""/>
          <p:cNvSpPr txBox="1"/>
          <p:nvPr/>
        </p:nvSpPr>
        <p:spPr bwMode="auto">
          <a:xfrm>
            <a:off x="3559680" y="2927880"/>
            <a:ext cx="704879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HH:MM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623762" name=""/>
          <p:cNvSpPr/>
          <p:nvPr/>
        </p:nvSpPr>
        <p:spPr bwMode="auto">
          <a:xfrm>
            <a:off x="1047600" y="3476519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9742459" name=""/>
          <p:cNvSpPr txBox="1"/>
          <p:nvPr/>
        </p:nvSpPr>
        <p:spPr bwMode="auto">
          <a:xfrm>
            <a:off x="4358160" y="2819519"/>
            <a:ext cx="1034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format.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172054" name=""/>
          <p:cNvSpPr/>
          <p:nvPr/>
        </p:nvSpPr>
        <p:spPr bwMode="auto">
          <a:xfrm>
            <a:off x="2400120" y="3371760"/>
            <a:ext cx="609840" cy="362160"/>
          </a:xfrm>
          <a:custGeom>
            <a:avLst/>
            <a:gdLst/>
            <a:ahLst/>
            <a:cxnLst/>
            <a:rect l="0" t="0" r="r" b="b"/>
            <a:pathLst>
              <a:path w="1694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36" y="0"/>
                </a:lnTo>
                <a:cubicBezTo>
                  <a:pt x="1546" y="0"/>
                  <a:pt x="1556" y="1"/>
                  <a:pt x="1567" y="3"/>
                </a:cubicBezTo>
                <a:cubicBezTo>
                  <a:pt x="1577" y="5"/>
                  <a:pt x="1587" y="8"/>
                  <a:pt x="1596" y="12"/>
                </a:cubicBezTo>
                <a:cubicBezTo>
                  <a:pt x="1606" y="16"/>
                  <a:pt x="1615" y="21"/>
                  <a:pt x="1624" y="27"/>
                </a:cubicBezTo>
                <a:cubicBezTo>
                  <a:pt x="1632" y="32"/>
                  <a:pt x="1640" y="39"/>
                  <a:pt x="1648" y="46"/>
                </a:cubicBezTo>
                <a:cubicBezTo>
                  <a:pt x="1655" y="54"/>
                  <a:pt x="1662" y="62"/>
                  <a:pt x="1668" y="70"/>
                </a:cubicBezTo>
                <a:cubicBezTo>
                  <a:pt x="1673" y="79"/>
                  <a:pt x="1678" y="88"/>
                  <a:pt x="1682" y="98"/>
                </a:cubicBezTo>
                <a:cubicBezTo>
                  <a:pt x="1686" y="107"/>
                  <a:pt x="1689" y="117"/>
                  <a:pt x="1691" y="128"/>
                </a:cubicBezTo>
                <a:cubicBezTo>
                  <a:pt x="1693" y="138"/>
                  <a:pt x="1694" y="148"/>
                  <a:pt x="1694" y="158"/>
                </a:cubicBezTo>
                <a:lnTo>
                  <a:pt x="1694" y="847"/>
                </a:lnTo>
                <a:cubicBezTo>
                  <a:pt x="1694" y="858"/>
                  <a:pt x="1693" y="868"/>
                  <a:pt x="1691" y="878"/>
                </a:cubicBezTo>
                <a:cubicBezTo>
                  <a:pt x="1689" y="889"/>
                  <a:pt x="1686" y="899"/>
                  <a:pt x="1682" y="908"/>
                </a:cubicBezTo>
                <a:cubicBezTo>
                  <a:pt x="1678" y="918"/>
                  <a:pt x="1673" y="927"/>
                  <a:pt x="1668" y="936"/>
                </a:cubicBezTo>
                <a:cubicBezTo>
                  <a:pt x="1662" y="944"/>
                  <a:pt x="1655" y="952"/>
                  <a:pt x="1648" y="960"/>
                </a:cubicBezTo>
                <a:cubicBezTo>
                  <a:pt x="1640" y="967"/>
                  <a:pt x="1632" y="974"/>
                  <a:pt x="1624" y="979"/>
                </a:cubicBezTo>
                <a:cubicBezTo>
                  <a:pt x="1615" y="985"/>
                  <a:pt x="1606" y="990"/>
                  <a:pt x="1596" y="994"/>
                </a:cubicBezTo>
                <a:cubicBezTo>
                  <a:pt x="1587" y="998"/>
                  <a:pt x="1577" y="1001"/>
                  <a:pt x="1567" y="1003"/>
                </a:cubicBezTo>
                <a:cubicBezTo>
                  <a:pt x="1556" y="1005"/>
                  <a:pt x="1546" y="1006"/>
                  <a:pt x="1536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8219900" name=""/>
          <p:cNvSpPr txBox="1"/>
          <p:nvPr/>
        </p:nvSpPr>
        <p:spPr bwMode="auto">
          <a:xfrm>
            <a:off x="1300320" y="3324240"/>
            <a:ext cx="1101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Can use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09136" name=""/>
          <p:cNvSpPr txBox="1"/>
          <p:nvPr/>
        </p:nvSpPr>
        <p:spPr bwMode="auto">
          <a:xfrm>
            <a:off x="2496960" y="342324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min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213596" name=""/>
          <p:cNvSpPr/>
          <p:nvPr/>
        </p:nvSpPr>
        <p:spPr bwMode="auto">
          <a:xfrm>
            <a:off x="3162240" y="3371760"/>
            <a:ext cx="609840" cy="362160"/>
          </a:xfrm>
          <a:custGeom>
            <a:avLst/>
            <a:gdLst/>
            <a:ahLst/>
            <a:cxnLst/>
            <a:rect l="0" t="0" r="r" b="b"/>
            <a:pathLst>
              <a:path w="1694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535" y="0"/>
                </a:lnTo>
                <a:cubicBezTo>
                  <a:pt x="1546" y="0"/>
                  <a:pt x="1556" y="1"/>
                  <a:pt x="1566" y="3"/>
                </a:cubicBezTo>
                <a:cubicBezTo>
                  <a:pt x="1576" y="5"/>
                  <a:pt x="1586" y="8"/>
                  <a:pt x="1596" y="12"/>
                </a:cubicBezTo>
                <a:cubicBezTo>
                  <a:pt x="1606" y="16"/>
                  <a:pt x="1615" y="21"/>
                  <a:pt x="1623" y="27"/>
                </a:cubicBezTo>
                <a:cubicBezTo>
                  <a:pt x="1632" y="32"/>
                  <a:pt x="1640" y="39"/>
                  <a:pt x="1648" y="46"/>
                </a:cubicBezTo>
                <a:cubicBezTo>
                  <a:pt x="1655" y="54"/>
                  <a:pt x="1661" y="62"/>
                  <a:pt x="1667" y="70"/>
                </a:cubicBezTo>
                <a:cubicBezTo>
                  <a:pt x="1673" y="79"/>
                  <a:pt x="1678" y="88"/>
                  <a:pt x="1682" y="98"/>
                </a:cubicBezTo>
                <a:cubicBezTo>
                  <a:pt x="1686" y="107"/>
                  <a:pt x="1689" y="117"/>
                  <a:pt x="1691" y="128"/>
                </a:cubicBezTo>
                <a:cubicBezTo>
                  <a:pt x="1693" y="138"/>
                  <a:pt x="1694" y="148"/>
                  <a:pt x="1694" y="158"/>
                </a:cubicBezTo>
                <a:lnTo>
                  <a:pt x="1694" y="847"/>
                </a:lnTo>
                <a:cubicBezTo>
                  <a:pt x="1694" y="858"/>
                  <a:pt x="1693" y="868"/>
                  <a:pt x="1691" y="878"/>
                </a:cubicBezTo>
                <a:cubicBezTo>
                  <a:pt x="1689" y="889"/>
                  <a:pt x="1686" y="899"/>
                  <a:pt x="1682" y="908"/>
                </a:cubicBezTo>
                <a:cubicBezTo>
                  <a:pt x="1678" y="918"/>
                  <a:pt x="1673" y="927"/>
                  <a:pt x="1667" y="936"/>
                </a:cubicBezTo>
                <a:cubicBezTo>
                  <a:pt x="1661" y="944"/>
                  <a:pt x="1655" y="952"/>
                  <a:pt x="1648" y="960"/>
                </a:cubicBezTo>
                <a:cubicBezTo>
                  <a:pt x="1640" y="967"/>
                  <a:pt x="1632" y="974"/>
                  <a:pt x="1623" y="979"/>
                </a:cubicBezTo>
                <a:cubicBezTo>
                  <a:pt x="1615" y="985"/>
                  <a:pt x="1606" y="990"/>
                  <a:pt x="1596" y="994"/>
                </a:cubicBezTo>
                <a:cubicBezTo>
                  <a:pt x="1586" y="998"/>
                  <a:pt x="1576" y="1001"/>
                  <a:pt x="1566" y="1003"/>
                </a:cubicBezTo>
                <a:cubicBezTo>
                  <a:pt x="1556" y="1005"/>
                  <a:pt x="1546" y="1006"/>
                  <a:pt x="1535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6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7439908" name=""/>
          <p:cNvSpPr txBox="1"/>
          <p:nvPr/>
        </p:nvSpPr>
        <p:spPr bwMode="auto">
          <a:xfrm>
            <a:off x="3013560" y="332424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651105" name=""/>
          <p:cNvSpPr txBox="1"/>
          <p:nvPr/>
        </p:nvSpPr>
        <p:spPr bwMode="auto">
          <a:xfrm>
            <a:off x="3253320" y="3423240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max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448612" name=""/>
          <p:cNvSpPr/>
          <p:nvPr/>
        </p:nvSpPr>
        <p:spPr bwMode="auto">
          <a:xfrm>
            <a:off x="4485960" y="3371760"/>
            <a:ext cx="753120" cy="362160"/>
          </a:xfrm>
          <a:custGeom>
            <a:avLst/>
            <a:gdLst/>
            <a:ahLst/>
            <a:cxnLst/>
            <a:rect l="0" t="0" r="r" b="b"/>
            <a:pathLst>
              <a:path w="2092" h="1006" fill="norm" stroke="1" extrusionOk="0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933" y="0"/>
                </a:lnTo>
                <a:cubicBezTo>
                  <a:pt x="1943" y="0"/>
                  <a:pt x="1954" y="1"/>
                  <a:pt x="1964" y="3"/>
                </a:cubicBezTo>
                <a:cubicBezTo>
                  <a:pt x="1974" y="5"/>
                  <a:pt x="1984" y="8"/>
                  <a:pt x="1994" y="12"/>
                </a:cubicBezTo>
                <a:cubicBezTo>
                  <a:pt x="2003" y="16"/>
                  <a:pt x="2012" y="21"/>
                  <a:pt x="2021" y="27"/>
                </a:cubicBezTo>
                <a:cubicBezTo>
                  <a:pt x="2030" y="32"/>
                  <a:pt x="2038" y="39"/>
                  <a:pt x="2045" y="46"/>
                </a:cubicBezTo>
                <a:cubicBezTo>
                  <a:pt x="2052" y="54"/>
                  <a:pt x="2059" y="62"/>
                  <a:pt x="2065" y="70"/>
                </a:cubicBezTo>
                <a:cubicBezTo>
                  <a:pt x="2071" y="79"/>
                  <a:pt x="2076" y="88"/>
                  <a:pt x="2079" y="98"/>
                </a:cubicBezTo>
                <a:cubicBezTo>
                  <a:pt x="2083" y="107"/>
                  <a:pt x="2086" y="117"/>
                  <a:pt x="2089" y="128"/>
                </a:cubicBezTo>
                <a:cubicBezTo>
                  <a:pt x="2091" y="138"/>
                  <a:pt x="2092" y="148"/>
                  <a:pt x="2092" y="158"/>
                </a:cubicBezTo>
                <a:lnTo>
                  <a:pt x="2092" y="847"/>
                </a:lnTo>
                <a:cubicBezTo>
                  <a:pt x="2092" y="858"/>
                  <a:pt x="2091" y="868"/>
                  <a:pt x="2089" y="878"/>
                </a:cubicBezTo>
                <a:cubicBezTo>
                  <a:pt x="2086" y="889"/>
                  <a:pt x="2083" y="899"/>
                  <a:pt x="2079" y="908"/>
                </a:cubicBezTo>
                <a:cubicBezTo>
                  <a:pt x="2076" y="918"/>
                  <a:pt x="2071" y="927"/>
                  <a:pt x="2065" y="936"/>
                </a:cubicBezTo>
                <a:cubicBezTo>
                  <a:pt x="2059" y="944"/>
                  <a:pt x="2052" y="952"/>
                  <a:pt x="2045" y="960"/>
                </a:cubicBezTo>
                <a:cubicBezTo>
                  <a:pt x="2038" y="967"/>
                  <a:pt x="2030" y="974"/>
                  <a:pt x="2021" y="979"/>
                </a:cubicBezTo>
                <a:cubicBezTo>
                  <a:pt x="2012" y="985"/>
                  <a:pt x="2003" y="990"/>
                  <a:pt x="1994" y="994"/>
                </a:cubicBezTo>
                <a:cubicBezTo>
                  <a:pt x="1984" y="998"/>
                  <a:pt x="1974" y="1001"/>
                  <a:pt x="1964" y="1003"/>
                </a:cubicBezTo>
                <a:cubicBezTo>
                  <a:pt x="1954" y="1005"/>
                  <a:pt x="1943" y="1006"/>
                  <a:pt x="1933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2040486" name=""/>
          <p:cNvSpPr txBox="1"/>
          <p:nvPr/>
        </p:nvSpPr>
        <p:spPr bwMode="auto">
          <a:xfrm>
            <a:off x="3769920" y="3324240"/>
            <a:ext cx="712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and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6081" name=""/>
          <p:cNvSpPr txBox="1"/>
          <p:nvPr/>
        </p:nvSpPr>
        <p:spPr bwMode="auto">
          <a:xfrm>
            <a:off x="4577040" y="342324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step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68390789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3730319" y="3982655"/>
            <a:ext cx="3017519" cy="240753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9396378" name=""/>
          <p:cNvSpPr txBox="1"/>
          <p:nvPr/>
        </p:nvSpPr>
        <p:spPr bwMode="auto">
          <a:xfrm>
            <a:off x="5234400" y="3324240"/>
            <a:ext cx="2872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to control valid times.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45271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03909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95008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538921" name=""/>
          <p:cNvSpPr/>
          <p:nvPr/>
        </p:nvSpPr>
        <p:spPr bwMode="auto">
          <a:xfrm>
            <a:off x="757080" y="2071440"/>
            <a:ext cx="10687320" cy="1667160"/>
          </a:xfrm>
          <a:custGeom>
            <a:avLst/>
            <a:gdLst/>
            <a:ahLst/>
            <a:cxnLst/>
            <a:rect l="0" t="0" r="r" b="b"/>
            <a:pathLst>
              <a:path w="29687" h="4631" fill="norm" stroke="1" extrusionOk="0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6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5312222" name=""/>
          <p:cNvSpPr/>
          <p:nvPr/>
        </p:nvSpPr>
        <p:spPr bwMode="auto">
          <a:xfrm>
            <a:off x="757080" y="2071440"/>
            <a:ext cx="10687320" cy="1667160"/>
          </a:xfrm>
          <a:custGeom>
            <a:avLst/>
            <a:gdLst/>
            <a:ahLst/>
            <a:cxnLst/>
            <a:rect l="0" t="0" r="r" b="b"/>
            <a:pathLst>
              <a:path w="29687" h="4631" fill="norm" stroke="1" extrusionOk="0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6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966612" name=""/>
          <p:cNvSpPr/>
          <p:nvPr/>
        </p:nvSpPr>
        <p:spPr bwMode="auto">
          <a:xfrm>
            <a:off x="1495080" y="819000"/>
            <a:ext cx="1867320" cy="400320"/>
          </a:xfrm>
          <a:custGeom>
            <a:avLst/>
            <a:gdLst/>
            <a:ahLst/>
            <a:cxnLst/>
            <a:rect l="0" t="0" r="r" b="b"/>
            <a:pathLst>
              <a:path w="518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29" y="0"/>
                </a:lnTo>
                <a:cubicBezTo>
                  <a:pt x="5039" y="0"/>
                  <a:pt x="5049" y="1"/>
                  <a:pt x="5060" y="3"/>
                </a:cubicBezTo>
                <a:cubicBezTo>
                  <a:pt x="5070" y="5"/>
                  <a:pt x="5080" y="8"/>
                  <a:pt x="5089" y="12"/>
                </a:cubicBezTo>
                <a:cubicBezTo>
                  <a:pt x="5099" y="16"/>
                  <a:pt x="5108" y="21"/>
                  <a:pt x="5117" y="27"/>
                </a:cubicBezTo>
                <a:cubicBezTo>
                  <a:pt x="5125" y="32"/>
                  <a:pt x="5133" y="39"/>
                  <a:pt x="5141" y="46"/>
                </a:cubicBezTo>
                <a:cubicBezTo>
                  <a:pt x="5148" y="54"/>
                  <a:pt x="5155" y="62"/>
                  <a:pt x="5161" y="70"/>
                </a:cubicBezTo>
                <a:cubicBezTo>
                  <a:pt x="5166" y="79"/>
                  <a:pt x="5171" y="88"/>
                  <a:pt x="5175" y="98"/>
                </a:cubicBezTo>
                <a:cubicBezTo>
                  <a:pt x="5179" y="108"/>
                  <a:pt x="5182" y="117"/>
                  <a:pt x="5184" y="128"/>
                </a:cubicBezTo>
                <a:cubicBezTo>
                  <a:pt x="5186" y="138"/>
                  <a:pt x="5187" y="148"/>
                  <a:pt x="5187" y="159"/>
                </a:cubicBezTo>
                <a:lnTo>
                  <a:pt x="5187" y="953"/>
                </a:lnTo>
                <a:cubicBezTo>
                  <a:pt x="5187" y="964"/>
                  <a:pt x="5186" y="974"/>
                  <a:pt x="5184" y="984"/>
                </a:cubicBezTo>
                <a:cubicBezTo>
                  <a:pt x="5182" y="995"/>
                  <a:pt x="5179" y="1005"/>
                  <a:pt x="5175" y="1014"/>
                </a:cubicBezTo>
                <a:cubicBezTo>
                  <a:pt x="5171" y="1024"/>
                  <a:pt x="5166" y="1033"/>
                  <a:pt x="5161" y="1042"/>
                </a:cubicBezTo>
                <a:cubicBezTo>
                  <a:pt x="5155" y="1050"/>
                  <a:pt x="5148" y="1058"/>
                  <a:pt x="5141" y="1066"/>
                </a:cubicBezTo>
                <a:cubicBezTo>
                  <a:pt x="5133" y="1073"/>
                  <a:pt x="5125" y="1080"/>
                  <a:pt x="5117" y="1085"/>
                </a:cubicBezTo>
                <a:cubicBezTo>
                  <a:pt x="5108" y="1091"/>
                  <a:pt x="5099" y="1096"/>
                  <a:pt x="5089" y="1100"/>
                </a:cubicBezTo>
                <a:cubicBezTo>
                  <a:pt x="5080" y="1104"/>
                  <a:pt x="5070" y="1107"/>
                  <a:pt x="5060" y="1109"/>
                </a:cubicBezTo>
                <a:cubicBezTo>
                  <a:pt x="5049" y="1111"/>
                  <a:pt x="5039" y="1112"/>
                  <a:pt x="502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3559940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6162648" name=""/>
          <p:cNvSpPr txBox="1"/>
          <p:nvPr/>
        </p:nvSpPr>
        <p:spPr bwMode="auto">
          <a:xfrm>
            <a:off x="1567440" y="815400"/>
            <a:ext cx="1727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&lt;select&gt;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433522" name=""/>
          <p:cNvSpPr txBox="1"/>
          <p:nvPr/>
        </p:nvSpPr>
        <p:spPr bwMode="auto">
          <a:xfrm>
            <a:off x="3362760" y="730440"/>
            <a:ext cx="15728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Element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152354" name=""/>
          <p:cNvSpPr txBox="1"/>
          <p:nvPr/>
        </p:nvSpPr>
        <p:spPr bwMode="auto">
          <a:xfrm>
            <a:off x="747720" y="1523880"/>
            <a:ext cx="7937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Creates a dropdown menu for selecting one or more options.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9593919" name=""/>
          <p:cNvSpPr txBox="1"/>
          <p:nvPr/>
        </p:nvSpPr>
        <p:spPr bwMode="auto">
          <a:xfrm>
            <a:off x="914400" y="2233440"/>
            <a:ext cx="4224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select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id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"city"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"city"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7410927" name=""/>
          <p:cNvSpPr txBox="1"/>
          <p:nvPr/>
        </p:nvSpPr>
        <p:spPr bwMode="auto">
          <a:xfrm>
            <a:off x="914400" y="2499840"/>
            <a:ext cx="5352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"cairo"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&gt;Cairo&lt;/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8330256" name=""/>
          <p:cNvSpPr txBox="1"/>
          <p:nvPr/>
        </p:nvSpPr>
        <p:spPr bwMode="auto">
          <a:xfrm>
            <a:off x="914400" y="2776320"/>
            <a:ext cx="5070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"giza"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&gt;Giza&lt;/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132778" name=""/>
          <p:cNvSpPr txBox="1"/>
          <p:nvPr/>
        </p:nvSpPr>
        <p:spPr bwMode="auto">
          <a:xfrm>
            <a:off x="914400" y="3043080"/>
            <a:ext cx="6760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"alexandria"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&gt;Alexandria&lt;/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727216" name=""/>
          <p:cNvSpPr/>
          <p:nvPr/>
        </p:nvSpPr>
        <p:spPr bwMode="auto">
          <a:xfrm>
            <a:off x="1047600" y="406692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2936769" name=""/>
          <p:cNvSpPr txBox="1"/>
          <p:nvPr/>
        </p:nvSpPr>
        <p:spPr bwMode="auto">
          <a:xfrm>
            <a:off x="914400" y="3309480"/>
            <a:ext cx="1267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select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0414482" name=""/>
          <p:cNvSpPr/>
          <p:nvPr/>
        </p:nvSpPr>
        <p:spPr bwMode="auto">
          <a:xfrm>
            <a:off x="1047600" y="455292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49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3373831" name=""/>
          <p:cNvSpPr txBox="1"/>
          <p:nvPr/>
        </p:nvSpPr>
        <p:spPr bwMode="auto">
          <a:xfrm>
            <a:off x="1300320" y="3914640"/>
            <a:ext cx="66096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Displays only one value but oﬀers multiple choices.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14120846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8332594" y="3966740"/>
            <a:ext cx="3239935" cy="241139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7177303" name=""/>
          <p:cNvSpPr txBox="1"/>
          <p:nvPr/>
        </p:nvSpPr>
        <p:spPr bwMode="auto">
          <a:xfrm>
            <a:off x="1300320" y="4400640"/>
            <a:ext cx="6480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Works best for predeﬁned, limited sets of options.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94120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76405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397589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979416" name=""/>
          <p:cNvSpPr/>
          <p:nvPr/>
        </p:nvSpPr>
        <p:spPr bwMode="auto">
          <a:xfrm flipH="0" flipV="0">
            <a:off x="757080" y="2090519"/>
            <a:ext cx="6085080" cy="1667160"/>
          </a:xfrm>
          <a:custGeom>
            <a:avLst/>
            <a:gdLst/>
            <a:ahLst/>
            <a:cxnLst/>
            <a:rect l="0" t="0" r="r" b="b"/>
            <a:pathLst>
              <a:path w="29687" h="4631" fill="norm" stroke="1" extrusionOk="0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1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1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1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1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224049" name=""/>
          <p:cNvSpPr/>
          <p:nvPr/>
        </p:nvSpPr>
        <p:spPr bwMode="auto">
          <a:xfrm flipH="0" flipV="0">
            <a:off x="757080" y="2090519"/>
            <a:ext cx="6085080" cy="1667160"/>
          </a:xfrm>
          <a:custGeom>
            <a:avLst/>
            <a:gdLst/>
            <a:ahLst/>
            <a:cxnLst/>
            <a:rect l="0" t="0" r="r" b="b"/>
            <a:pathLst>
              <a:path w="29687" h="4631" fill="norm" stroke="1" extrusionOk="0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1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1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1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1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110034" name=""/>
          <p:cNvSpPr/>
          <p:nvPr/>
        </p:nvSpPr>
        <p:spPr bwMode="auto">
          <a:xfrm>
            <a:off x="1495080" y="819000"/>
            <a:ext cx="1867320" cy="400320"/>
          </a:xfrm>
          <a:custGeom>
            <a:avLst/>
            <a:gdLst/>
            <a:ahLst/>
            <a:cxnLst/>
            <a:rect l="0" t="0" r="r" b="b"/>
            <a:pathLst>
              <a:path w="518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29" y="0"/>
                </a:lnTo>
                <a:cubicBezTo>
                  <a:pt x="5039" y="0"/>
                  <a:pt x="5049" y="1"/>
                  <a:pt x="5060" y="3"/>
                </a:cubicBezTo>
                <a:cubicBezTo>
                  <a:pt x="5070" y="5"/>
                  <a:pt x="5080" y="8"/>
                  <a:pt x="5089" y="12"/>
                </a:cubicBezTo>
                <a:cubicBezTo>
                  <a:pt x="5099" y="16"/>
                  <a:pt x="5108" y="21"/>
                  <a:pt x="5117" y="27"/>
                </a:cubicBezTo>
                <a:cubicBezTo>
                  <a:pt x="5125" y="32"/>
                  <a:pt x="5133" y="39"/>
                  <a:pt x="5141" y="46"/>
                </a:cubicBezTo>
                <a:cubicBezTo>
                  <a:pt x="5148" y="54"/>
                  <a:pt x="5155" y="62"/>
                  <a:pt x="5161" y="70"/>
                </a:cubicBezTo>
                <a:cubicBezTo>
                  <a:pt x="5166" y="79"/>
                  <a:pt x="5171" y="88"/>
                  <a:pt x="5175" y="98"/>
                </a:cubicBezTo>
                <a:cubicBezTo>
                  <a:pt x="5179" y="108"/>
                  <a:pt x="5182" y="117"/>
                  <a:pt x="5184" y="128"/>
                </a:cubicBezTo>
                <a:cubicBezTo>
                  <a:pt x="5186" y="138"/>
                  <a:pt x="5187" y="148"/>
                  <a:pt x="5187" y="159"/>
                </a:cubicBezTo>
                <a:lnTo>
                  <a:pt x="5187" y="953"/>
                </a:lnTo>
                <a:cubicBezTo>
                  <a:pt x="5187" y="964"/>
                  <a:pt x="5186" y="974"/>
                  <a:pt x="5184" y="984"/>
                </a:cubicBezTo>
                <a:cubicBezTo>
                  <a:pt x="5182" y="995"/>
                  <a:pt x="5179" y="1005"/>
                  <a:pt x="5175" y="1014"/>
                </a:cubicBezTo>
                <a:cubicBezTo>
                  <a:pt x="5171" y="1024"/>
                  <a:pt x="5166" y="1033"/>
                  <a:pt x="5161" y="1042"/>
                </a:cubicBezTo>
                <a:cubicBezTo>
                  <a:pt x="5155" y="1050"/>
                  <a:pt x="5148" y="1058"/>
                  <a:pt x="5141" y="1066"/>
                </a:cubicBezTo>
                <a:cubicBezTo>
                  <a:pt x="5133" y="1073"/>
                  <a:pt x="5125" y="1080"/>
                  <a:pt x="5117" y="1085"/>
                </a:cubicBezTo>
                <a:cubicBezTo>
                  <a:pt x="5108" y="1091"/>
                  <a:pt x="5099" y="1096"/>
                  <a:pt x="5089" y="1100"/>
                </a:cubicBezTo>
                <a:cubicBezTo>
                  <a:pt x="5080" y="1104"/>
                  <a:pt x="5070" y="1107"/>
                  <a:pt x="5060" y="1109"/>
                </a:cubicBezTo>
                <a:cubicBezTo>
                  <a:pt x="5049" y="1111"/>
                  <a:pt x="5039" y="1112"/>
                  <a:pt x="502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881657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159802" name=""/>
          <p:cNvSpPr txBox="1"/>
          <p:nvPr/>
        </p:nvSpPr>
        <p:spPr bwMode="auto">
          <a:xfrm>
            <a:off x="1567440" y="815400"/>
            <a:ext cx="1727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&lt;option&gt;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9559342" name=""/>
          <p:cNvSpPr txBox="1"/>
          <p:nvPr/>
        </p:nvSpPr>
        <p:spPr bwMode="auto">
          <a:xfrm>
            <a:off x="3362760" y="730440"/>
            <a:ext cx="15728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Element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526741" name=""/>
          <p:cNvSpPr/>
          <p:nvPr/>
        </p:nvSpPr>
        <p:spPr bwMode="auto">
          <a:xfrm>
            <a:off x="5619600" y="1571400"/>
            <a:ext cx="1314720" cy="362520"/>
          </a:xfrm>
          <a:custGeom>
            <a:avLst/>
            <a:gdLst/>
            <a:ahLst/>
            <a:cxnLst/>
            <a:rect l="0" t="0" r="r" b="b"/>
            <a:pathLst>
              <a:path w="3652" h="1007" fill="norm" stroke="1" extrusionOk="0">
                <a:moveTo>
                  <a:pt x="0" y="848"/>
                </a:moveTo>
                <a:lnTo>
                  <a:pt x="0" y="160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493" y="0"/>
                </a:lnTo>
                <a:cubicBezTo>
                  <a:pt x="3504" y="0"/>
                  <a:pt x="3514" y="1"/>
                  <a:pt x="3524" y="3"/>
                </a:cubicBezTo>
                <a:cubicBezTo>
                  <a:pt x="3535" y="5"/>
                  <a:pt x="3545" y="8"/>
                  <a:pt x="3554" y="12"/>
                </a:cubicBezTo>
                <a:cubicBezTo>
                  <a:pt x="3564" y="16"/>
                  <a:pt x="3573" y="21"/>
                  <a:pt x="3582" y="27"/>
                </a:cubicBezTo>
                <a:cubicBezTo>
                  <a:pt x="3590" y="33"/>
                  <a:pt x="3598" y="39"/>
                  <a:pt x="3606" y="47"/>
                </a:cubicBezTo>
                <a:cubicBezTo>
                  <a:pt x="3613" y="54"/>
                  <a:pt x="3620" y="62"/>
                  <a:pt x="3625" y="71"/>
                </a:cubicBezTo>
                <a:cubicBezTo>
                  <a:pt x="3631" y="79"/>
                  <a:pt x="3636" y="88"/>
                  <a:pt x="3640" y="98"/>
                </a:cubicBezTo>
                <a:cubicBezTo>
                  <a:pt x="3644" y="108"/>
                  <a:pt x="3647" y="118"/>
                  <a:pt x="3649" y="128"/>
                </a:cubicBezTo>
                <a:cubicBezTo>
                  <a:pt x="3651" y="138"/>
                  <a:pt x="3652" y="148"/>
                  <a:pt x="3652" y="160"/>
                </a:cubicBezTo>
                <a:lnTo>
                  <a:pt x="3652" y="848"/>
                </a:lnTo>
                <a:cubicBezTo>
                  <a:pt x="3652" y="858"/>
                  <a:pt x="3651" y="869"/>
                  <a:pt x="3649" y="879"/>
                </a:cubicBezTo>
                <a:cubicBezTo>
                  <a:pt x="3647" y="889"/>
                  <a:pt x="3644" y="899"/>
                  <a:pt x="3640" y="909"/>
                </a:cubicBezTo>
                <a:cubicBezTo>
                  <a:pt x="3636" y="918"/>
                  <a:pt x="3631" y="927"/>
                  <a:pt x="3625" y="936"/>
                </a:cubicBezTo>
                <a:cubicBezTo>
                  <a:pt x="3620" y="945"/>
                  <a:pt x="3613" y="953"/>
                  <a:pt x="3606" y="960"/>
                </a:cubicBezTo>
                <a:cubicBezTo>
                  <a:pt x="3598" y="967"/>
                  <a:pt x="3590" y="974"/>
                  <a:pt x="3582" y="980"/>
                </a:cubicBezTo>
                <a:cubicBezTo>
                  <a:pt x="3573" y="986"/>
                  <a:pt x="3564" y="990"/>
                  <a:pt x="3554" y="994"/>
                </a:cubicBezTo>
                <a:cubicBezTo>
                  <a:pt x="3545" y="998"/>
                  <a:pt x="3535" y="1001"/>
                  <a:pt x="3524" y="1003"/>
                </a:cubicBezTo>
                <a:cubicBezTo>
                  <a:pt x="3514" y="1006"/>
                  <a:pt x="3504" y="1007"/>
                  <a:pt x="3493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3"/>
                </a:cubicBezTo>
                <a:cubicBezTo>
                  <a:pt x="117" y="1001"/>
                  <a:pt x="108" y="998"/>
                  <a:pt x="98" y="994"/>
                </a:cubicBezTo>
                <a:cubicBezTo>
                  <a:pt x="88" y="990"/>
                  <a:pt x="79" y="986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4730452" name=""/>
          <p:cNvSpPr txBox="1"/>
          <p:nvPr/>
        </p:nvSpPr>
        <p:spPr bwMode="auto">
          <a:xfrm>
            <a:off x="747720" y="1523880"/>
            <a:ext cx="4866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Deﬁnes the available choices inside a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7336798" name=""/>
          <p:cNvSpPr txBox="1"/>
          <p:nvPr/>
        </p:nvSpPr>
        <p:spPr bwMode="auto">
          <a:xfrm>
            <a:off x="5714640" y="1622880"/>
            <a:ext cx="1127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&lt;select&gt;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649227" name=""/>
          <p:cNvSpPr txBox="1"/>
          <p:nvPr/>
        </p:nvSpPr>
        <p:spPr bwMode="auto">
          <a:xfrm>
            <a:off x="6935400" y="1523880"/>
            <a:ext cx="1212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element.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610245" name=""/>
          <p:cNvSpPr txBox="1"/>
          <p:nvPr/>
        </p:nvSpPr>
        <p:spPr bwMode="auto">
          <a:xfrm>
            <a:off x="914400" y="2252520"/>
            <a:ext cx="2958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select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"fruit"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8506593" name=""/>
          <p:cNvSpPr txBox="1"/>
          <p:nvPr/>
        </p:nvSpPr>
        <p:spPr bwMode="auto">
          <a:xfrm>
            <a:off x="914400" y="2518920"/>
            <a:ext cx="5352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"apple"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&gt;Apple&lt;/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8787463" name=""/>
          <p:cNvSpPr txBox="1"/>
          <p:nvPr/>
        </p:nvSpPr>
        <p:spPr bwMode="auto">
          <a:xfrm flipH="0" flipV="0">
            <a:off x="914399" y="2795400"/>
            <a:ext cx="8118218" cy="2822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"banana"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&gt;Banana&lt;/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3137259" name=""/>
          <p:cNvSpPr txBox="1"/>
          <p:nvPr/>
        </p:nvSpPr>
        <p:spPr bwMode="auto">
          <a:xfrm flipH="0" flipV="0">
            <a:off x="914400" y="3061800"/>
            <a:ext cx="13541470" cy="2822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"mango"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&gt;Mango&lt;/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586027" name=""/>
          <p:cNvSpPr/>
          <p:nvPr/>
        </p:nvSpPr>
        <p:spPr bwMode="auto">
          <a:xfrm>
            <a:off x="1047600" y="408600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0829501" name=""/>
          <p:cNvSpPr txBox="1"/>
          <p:nvPr/>
        </p:nvSpPr>
        <p:spPr bwMode="auto">
          <a:xfrm>
            <a:off x="914400" y="3328560"/>
            <a:ext cx="1267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select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9187378" name=""/>
          <p:cNvSpPr/>
          <p:nvPr/>
        </p:nvSpPr>
        <p:spPr bwMode="auto">
          <a:xfrm>
            <a:off x="1847520" y="3981240"/>
            <a:ext cx="895680" cy="362160"/>
          </a:xfrm>
          <a:custGeom>
            <a:avLst/>
            <a:gdLst/>
            <a:ahLst/>
            <a:cxnLst/>
            <a:rect l="0" t="0" r="r" b="b"/>
            <a:pathLst>
              <a:path w="2488" h="1006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9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30" y="0"/>
                </a:lnTo>
                <a:cubicBezTo>
                  <a:pt x="2340" y="0"/>
                  <a:pt x="2350" y="1"/>
                  <a:pt x="2361" y="3"/>
                </a:cubicBezTo>
                <a:cubicBezTo>
                  <a:pt x="2371" y="5"/>
                  <a:pt x="2381" y="8"/>
                  <a:pt x="2390" y="12"/>
                </a:cubicBezTo>
                <a:cubicBezTo>
                  <a:pt x="2400" y="16"/>
                  <a:pt x="2409" y="21"/>
                  <a:pt x="2418" y="27"/>
                </a:cubicBezTo>
                <a:cubicBezTo>
                  <a:pt x="2427" y="33"/>
                  <a:pt x="2435" y="39"/>
                  <a:pt x="2442" y="47"/>
                </a:cubicBezTo>
                <a:cubicBezTo>
                  <a:pt x="2449" y="54"/>
                  <a:pt x="2456" y="62"/>
                  <a:pt x="2462" y="71"/>
                </a:cubicBezTo>
                <a:cubicBezTo>
                  <a:pt x="2468" y="79"/>
                  <a:pt x="2472" y="88"/>
                  <a:pt x="2476" y="98"/>
                </a:cubicBezTo>
                <a:cubicBezTo>
                  <a:pt x="2480" y="108"/>
                  <a:pt x="2483" y="118"/>
                  <a:pt x="2485" y="128"/>
                </a:cubicBezTo>
                <a:cubicBezTo>
                  <a:pt x="2487" y="138"/>
                  <a:pt x="2488" y="148"/>
                  <a:pt x="2488" y="159"/>
                </a:cubicBezTo>
                <a:lnTo>
                  <a:pt x="2488" y="848"/>
                </a:lnTo>
                <a:cubicBezTo>
                  <a:pt x="2488" y="858"/>
                  <a:pt x="2487" y="868"/>
                  <a:pt x="2485" y="879"/>
                </a:cubicBezTo>
                <a:cubicBezTo>
                  <a:pt x="2483" y="889"/>
                  <a:pt x="2480" y="899"/>
                  <a:pt x="2476" y="908"/>
                </a:cubicBezTo>
                <a:cubicBezTo>
                  <a:pt x="2472" y="918"/>
                  <a:pt x="2468" y="927"/>
                  <a:pt x="2462" y="936"/>
                </a:cubicBezTo>
                <a:cubicBezTo>
                  <a:pt x="2456" y="945"/>
                  <a:pt x="2449" y="953"/>
                  <a:pt x="2442" y="960"/>
                </a:cubicBezTo>
                <a:cubicBezTo>
                  <a:pt x="2435" y="967"/>
                  <a:pt x="2427" y="974"/>
                  <a:pt x="2418" y="980"/>
                </a:cubicBezTo>
                <a:cubicBezTo>
                  <a:pt x="2409" y="986"/>
                  <a:pt x="2400" y="990"/>
                  <a:pt x="2390" y="994"/>
                </a:cubicBezTo>
                <a:cubicBezTo>
                  <a:pt x="2381" y="998"/>
                  <a:pt x="2371" y="1001"/>
                  <a:pt x="2361" y="1003"/>
                </a:cubicBezTo>
                <a:cubicBezTo>
                  <a:pt x="2350" y="1005"/>
                  <a:pt x="2340" y="1006"/>
                  <a:pt x="2330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40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9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015334" name=""/>
          <p:cNvSpPr txBox="1"/>
          <p:nvPr/>
        </p:nvSpPr>
        <p:spPr bwMode="auto">
          <a:xfrm>
            <a:off x="1300320" y="3933720"/>
            <a:ext cx="551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0245044" name=""/>
          <p:cNvSpPr txBox="1"/>
          <p:nvPr/>
        </p:nvSpPr>
        <p:spPr bwMode="auto">
          <a:xfrm>
            <a:off x="1946160" y="4032720"/>
            <a:ext cx="704879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value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050407" name=""/>
          <p:cNvSpPr/>
          <p:nvPr/>
        </p:nvSpPr>
        <p:spPr bwMode="auto">
          <a:xfrm>
            <a:off x="1047600" y="458136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0612261" name=""/>
          <p:cNvSpPr txBox="1"/>
          <p:nvPr/>
        </p:nvSpPr>
        <p:spPr bwMode="auto">
          <a:xfrm>
            <a:off x="2744280" y="3933720"/>
            <a:ext cx="5845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attribute is sent when the form is submitted.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194050" name=""/>
          <p:cNvSpPr/>
          <p:nvPr/>
        </p:nvSpPr>
        <p:spPr bwMode="auto">
          <a:xfrm>
            <a:off x="3619440" y="4476600"/>
            <a:ext cx="1314720" cy="362160"/>
          </a:xfrm>
          <a:custGeom>
            <a:avLst/>
            <a:gdLst/>
            <a:ahLst/>
            <a:cxnLst/>
            <a:rect l="0" t="0" r="r" b="b"/>
            <a:pathLst>
              <a:path w="3652" h="1006" fill="norm" stroke="1" extrusionOk="0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493" y="0"/>
                </a:lnTo>
                <a:cubicBezTo>
                  <a:pt x="3504" y="0"/>
                  <a:pt x="3514" y="1"/>
                  <a:pt x="3524" y="3"/>
                </a:cubicBezTo>
                <a:cubicBezTo>
                  <a:pt x="3534" y="5"/>
                  <a:pt x="3544" y="8"/>
                  <a:pt x="3554" y="12"/>
                </a:cubicBezTo>
                <a:cubicBezTo>
                  <a:pt x="3564" y="16"/>
                  <a:pt x="3573" y="21"/>
                  <a:pt x="3581" y="27"/>
                </a:cubicBezTo>
                <a:cubicBezTo>
                  <a:pt x="3590" y="32"/>
                  <a:pt x="3598" y="39"/>
                  <a:pt x="3605" y="46"/>
                </a:cubicBezTo>
                <a:cubicBezTo>
                  <a:pt x="3613" y="54"/>
                  <a:pt x="3619" y="62"/>
                  <a:pt x="3625" y="70"/>
                </a:cubicBezTo>
                <a:cubicBezTo>
                  <a:pt x="3631" y="79"/>
                  <a:pt x="3636" y="88"/>
                  <a:pt x="3640" y="98"/>
                </a:cubicBezTo>
                <a:cubicBezTo>
                  <a:pt x="3644" y="108"/>
                  <a:pt x="3647" y="117"/>
                  <a:pt x="3649" y="129"/>
                </a:cubicBezTo>
                <a:cubicBezTo>
                  <a:pt x="3651" y="139"/>
                  <a:pt x="3652" y="149"/>
                  <a:pt x="3652" y="160"/>
                </a:cubicBezTo>
                <a:lnTo>
                  <a:pt x="3652" y="848"/>
                </a:lnTo>
                <a:cubicBezTo>
                  <a:pt x="3652" y="858"/>
                  <a:pt x="3651" y="868"/>
                  <a:pt x="3649" y="879"/>
                </a:cubicBezTo>
                <a:cubicBezTo>
                  <a:pt x="3647" y="889"/>
                  <a:pt x="3644" y="899"/>
                  <a:pt x="3640" y="908"/>
                </a:cubicBezTo>
                <a:cubicBezTo>
                  <a:pt x="3636" y="918"/>
                  <a:pt x="3631" y="927"/>
                  <a:pt x="3625" y="936"/>
                </a:cubicBezTo>
                <a:cubicBezTo>
                  <a:pt x="3619" y="944"/>
                  <a:pt x="3613" y="952"/>
                  <a:pt x="3605" y="960"/>
                </a:cubicBezTo>
                <a:cubicBezTo>
                  <a:pt x="3598" y="967"/>
                  <a:pt x="3590" y="974"/>
                  <a:pt x="3581" y="980"/>
                </a:cubicBezTo>
                <a:cubicBezTo>
                  <a:pt x="3573" y="985"/>
                  <a:pt x="3564" y="990"/>
                  <a:pt x="3554" y="994"/>
                </a:cubicBezTo>
                <a:cubicBezTo>
                  <a:pt x="3544" y="998"/>
                  <a:pt x="3534" y="1001"/>
                  <a:pt x="3524" y="1003"/>
                </a:cubicBezTo>
                <a:cubicBezTo>
                  <a:pt x="3514" y="1005"/>
                  <a:pt x="3504" y="1006"/>
                  <a:pt x="3493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6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3434913" name=""/>
          <p:cNvSpPr txBox="1"/>
          <p:nvPr/>
        </p:nvSpPr>
        <p:spPr bwMode="auto">
          <a:xfrm>
            <a:off x="1300320" y="4429080"/>
            <a:ext cx="2319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text between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6509798" name=""/>
          <p:cNvSpPr txBox="1"/>
          <p:nvPr/>
        </p:nvSpPr>
        <p:spPr bwMode="auto">
          <a:xfrm>
            <a:off x="3710160" y="4528080"/>
            <a:ext cx="1127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&lt;option&gt;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47288215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8284366" y="349837"/>
            <a:ext cx="3813470" cy="297764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008697" name=""/>
          <p:cNvSpPr txBox="1"/>
          <p:nvPr/>
        </p:nvSpPr>
        <p:spPr bwMode="auto">
          <a:xfrm>
            <a:off x="4930920" y="4429080"/>
            <a:ext cx="2981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tags is what users see.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78306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563261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340690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2774087" name=""/>
          <p:cNvSpPr/>
          <p:nvPr/>
        </p:nvSpPr>
        <p:spPr bwMode="auto">
          <a:xfrm>
            <a:off x="757080" y="2071440"/>
            <a:ext cx="10687320" cy="1943640"/>
          </a:xfrm>
          <a:custGeom>
            <a:avLst/>
            <a:gdLst/>
            <a:ahLst/>
            <a:cxnLst/>
            <a:rect l="0" t="0" r="r" b="b"/>
            <a:pathLst>
              <a:path w="29687" h="5399" fill="norm" stroke="1" extrusionOk="0">
                <a:moveTo>
                  <a:pt x="0" y="525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253"/>
                </a:lnTo>
                <a:cubicBezTo>
                  <a:pt x="29687" y="5263"/>
                  <a:pt x="29686" y="5272"/>
                  <a:pt x="29684" y="5282"/>
                </a:cubicBezTo>
                <a:cubicBezTo>
                  <a:pt x="29683" y="5291"/>
                  <a:pt x="29680" y="5300"/>
                  <a:pt x="29676" y="5309"/>
                </a:cubicBezTo>
                <a:cubicBezTo>
                  <a:pt x="29672" y="5318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3"/>
                  <a:pt x="29630" y="5369"/>
                  <a:pt x="29623" y="5374"/>
                </a:cubicBezTo>
                <a:cubicBezTo>
                  <a:pt x="29615" y="5379"/>
                  <a:pt x="29606" y="5384"/>
                  <a:pt x="29597" y="5388"/>
                </a:cubicBezTo>
                <a:cubicBezTo>
                  <a:pt x="29589" y="5391"/>
                  <a:pt x="29579" y="5394"/>
                  <a:pt x="29570" y="5396"/>
                </a:cubicBezTo>
                <a:cubicBezTo>
                  <a:pt x="29561" y="5398"/>
                  <a:pt x="29551" y="5399"/>
                  <a:pt x="29542" y="5399"/>
                </a:cubicBezTo>
                <a:lnTo>
                  <a:pt x="145" y="5399"/>
                </a:lnTo>
                <a:cubicBezTo>
                  <a:pt x="136" y="5399"/>
                  <a:pt x="126" y="5398"/>
                  <a:pt x="117" y="5396"/>
                </a:cubicBezTo>
                <a:cubicBezTo>
                  <a:pt x="108" y="5394"/>
                  <a:pt x="99" y="5391"/>
                  <a:pt x="90" y="5388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9"/>
                  <a:pt x="49" y="5363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8"/>
                  <a:pt x="11" y="5309"/>
                </a:cubicBezTo>
                <a:cubicBezTo>
                  <a:pt x="7" y="5300"/>
                  <a:pt x="5" y="5291"/>
                  <a:pt x="3" y="5282"/>
                </a:cubicBezTo>
                <a:cubicBezTo>
                  <a:pt x="1" y="5272"/>
                  <a:pt x="0" y="5263"/>
                  <a:pt x="0" y="5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3764959" name=""/>
          <p:cNvSpPr/>
          <p:nvPr/>
        </p:nvSpPr>
        <p:spPr bwMode="auto">
          <a:xfrm>
            <a:off x="757080" y="2071440"/>
            <a:ext cx="10687320" cy="1943640"/>
          </a:xfrm>
          <a:custGeom>
            <a:avLst/>
            <a:gdLst/>
            <a:ahLst/>
            <a:cxnLst/>
            <a:rect l="0" t="0" r="r" b="b"/>
            <a:pathLst>
              <a:path w="29687" h="5399" fill="norm" stroke="1" extrusionOk="0">
                <a:moveTo>
                  <a:pt x="0" y="525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253"/>
                </a:lnTo>
                <a:cubicBezTo>
                  <a:pt x="29687" y="5263"/>
                  <a:pt x="29686" y="5272"/>
                  <a:pt x="29684" y="5282"/>
                </a:cubicBezTo>
                <a:cubicBezTo>
                  <a:pt x="29683" y="5291"/>
                  <a:pt x="29680" y="5300"/>
                  <a:pt x="29676" y="5309"/>
                </a:cubicBezTo>
                <a:cubicBezTo>
                  <a:pt x="29672" y="5318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3"/>
                  <a:pt x="29630" y="5369"/>
                  <a:pt x="29623" y="5374"/>
                </a:cubicBezTo>
                <a:cubicBezTo>
                  <a:pt x="29615" y="5379"/>
                  <a:pt x="29606" y="5384"/>
                  <a:pt x="29597" y="5388"/>
                </a:cubicBezTo>
                <a:cubicBezTo>
                  <a:pt x="29589" y="5391"/>
                  <a:pt x="29579" y="5394"/>
                  <a:pt x="29570" y="5396"/>
                </a:cubicBezTo>
                <a:cubicBezTo>
                  <a:pt x="29561" y="5398"/>
                  <a:pt x="29551" y="5399"/>
                  <a:pt x="29542" y="5399"/>
                </a:cubicBezTo>
                <a:lnTo>
                  <a:pt x="145" y="5399"/>
                </a:lnTo>
                <a:cubicBezTo>
                  <a:pt x="136" y="5399"/>
                  <a:pt x="126" y="5398"/>
                  <a:pt x="117" y="5396"/>
                </a:cubicBezTo>
                <a:cubicBezTo>
                  <a:pt x="108" y="5394"/>
                  <a:pt x="99" y="5391"/>
                  <a:pt x="90" y="5388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9"/>
                  <a:pt x="49" y="5363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8"/>
                  <a:pt x="11" y="5309"/>
                </a:cubicBezTo>
                <a:cubicBezTo>
                  <a:pt x="7" y="5300"/>
                  <a:pt x="5" y="5291"/>
                  <a:pt x="3" y="5282"/>
                </a:cubicBezTo>
                <a:cubicBezTo>
                  <a:pt x="1" y="5272"/>
                  <a:pt x="0" y="5263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291167" name=""/>
          <p:cNvSpPr/>
          <p:nvPr/>
        </p:nvSpPr>
        <p:spPr bwMode="auto">
          <a:xfrm>
            <a:off x="1495080" y="819000"/>
            <a:ext cx="1219680" cy="400320"/>
          </a:xfrm>
          <a:custGeom>
            <a:avLst/>
            <a:gdLst/>
            <a:ahLst/>
            <a:cxnLst/>
            <a:rect l="0" t="0" r="r" b="b"/>
            <a:pathLst>
              <a:path w="3388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229" y="0"/>
                </a:lnTo>
                <a:cubicBezTo>
                  <a:pt x="3240" y="0"/>
                  <a:pt x="3250" y="1"/>
                  <a:pt x="3260" y="3"/>
                </a:cubicBezTo>
                <a:cubicBezTo>
                  <a:pt x="3271" y="5"/>
                  <a:pt x="3280" y="8"/>
                  <a:pt x="3290" y="12"/>
                </a:cubicBezTo>
                <a:cubicBezTo>
                  <a:pt x="3300" y="16"/>
                  <a:pt x="3309" y="21"/>
                  <a:pt x="3318" y="27"/>
                </a:cubicBezTo>
                <a:cubicBezTo>
                  <a:pt x="3326" y="32"/>
                  <a:pt x="3334" y="39"/>
                  <a:pt x="3342" y="46"/>
                </a:cubicBezTo>
                <a:cubicBezTo>
                  <a:pt x="3349" y="54"/>
                  <a:pt x="3356" y="62"/>
                  <a:pt x="3361" y="70"/>
                </a:cubicBezTo>
                <a:cubicBezTo>
                  <a:pt x="3367" y="79"/>
                  <a:pt x="3372" y="88"/>
                  <a:pt x="3376" y="98"/>
                </a:cubicBezTo>
                <a:cubicBezTo>
                  <a:pt x="3380" y="108"/>
                  <a:pt x="3383" y="117"/>
                  <a:pt x="3385" y="128"/>
                </a:cubicBezTo>
                <a:cubicBezTo>
                  <a:pt x="3387" y="138"/>
                  <a:pt x="3388" y="148"/>
                  <a:pt x="3388" y="159"/>
                </a:cubicBezTo>
                <a:lnTo>
                  <a:pt x="3388" y="953"/>
                </a:lnTo>
                <a:cubicBezTo>
                  <a:pt x="3388" y="964"/>
                  <a:pt x="3387" y="974"/>
                  <a:pt x="3385" y="984"/>
                </a:cubicBezTo>
                <a:cubicBezTo>
                  <a:pt x="3383" y="995"/>
                  <a:pt x="3380" y="1005"/>
                  <a:pt x="3376" y="1014"/>
                </a:cubicBezTo>
                <a:cubicBezTo>
                  <a:pt x="3372" y="1024"/>
                  <a:pt x="3367" y="1033"/>
                  <a:pt x="3361" y="1042"/>
                </a:cubicBezTo>
                <a:cubicBezTo>
                  <a:pt x="3356" y="1050"/>
                  <a:pt x="3349" y="1058"/>
                  <a:pt x="3342" y="1066"/>
                </a:cubicBezTo>
                <a:cubicBezTo>
                  <a:pt x="3334" y="1073"/>
                  <a:pt x="3326" y="1080"/>
                  <a:pt x="3318" y="1085"/>
                </a:cubicBezTo>
                <a:cubicBezTo>
                  <a:pt x="3309" y="1091"/>
                  <a:pt x="3300" y="1096"/>
                  <a:pt x="3290" y="1100"/>
                </a:cubicBezTo>
                <a:cubicBezTo>
                  <a:pt x="3280" y="1104"/>
                  <a:pt x="3271" y="1107"/>
                  <a:pt x="3260" y="1109"/>
                </a:cubicBezTo>
                <a:cubicBezTo>
                  <a:pt x="3250" y="1111"/>
                  <a:pt x="3240" y="1112"/>
                  <a:pt x="322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1291090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9229401" name=""/>
          <p:cNvSpPr txBox="1"/>
          <p:nvPr/>
        </p:nvSpPr>
        <p:spPr bwMode="auto">
          <a:xfrm>
            <a:off x="1567440" y="815400"/>
            <a:ext cx="1080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label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3116987" name=""/>
          <p:cNvSpPr/>
          <p:nvPr/>
        </p:nvSpPr>
        <p:spPr bwMode="auto">
          <a:xfrm>
            <a:off x="3428640" y="819000"/>
            <a:ext cx="1867320" cy="400320"/>
          </a:xfrm>
          <a:custGeom>
            <a:avLst/>
            <a:gdLst/>
            <a:ahLst/>
            <a:cxnLst/>
            <a:rect l="0" t="0" r="r" b="b"/>
            <a:pathLst>
              <a:path w="518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5029" y="0"/>
                </a:lnTo>
                <a:cubicBezTo>
                  <a:pt x="5039" y="0"/>
                  <a:pt x="5049" y="1"/>
                  <a:pt x="5060" y="3"/>
                </a:cubicBezTo>
                <a:cubicBezTo>
                  <a:pt x="5070" y="5"/>
                  <a:pt x="5080" y="8"/>
                  <a:pt x="5089" y="12"/>
                </a:cubicBezTo>
                <a:cubicBezTo>
                  <a:pt x="5099" y="16"/>
                  <a:pt x="5108" y="21"/>
                  <a:pt x="5117" y="27"/>
                </a:cubicBezTo>
                <a:cubicBezTo>
                  <a:pt x="5125" y="32"/>
                  <a:pt x="5133" y="39"/>
                  <a:pt x="5141" y="46"/>
                </a:cubicBezTo>
                <a:cubicBezTo>
                  <a:pt x="5148" y="54"/>
                  <a:pt x="5155" y="62"/>
                  <a:pt x="5161" y="70"/>
                </a:cubicBezTo>
                <a:cubicBezTo>
                  <a:pt x="5166" y="79"/>
                  <a:pt x="5171" y="88"/>
                  <a:pt x="5175" y="98"/>
                </a:cubicBezTo>
                <a:cubicBezTo>
                  <a:pt x="5179" y="108"/>
                  <a:pt x="5182" y="117"/>
                  <a:pt x="5184" y="128"/>
                </a:cubicBezTo>
                <a:cubicBezTo>
                  <a:pt x="5186" y="138"/>
                  <a:pt x="5187" y="148"/>
                  <a:pt x="5187" y="159"/>
                </a:cubicBezTo>
                <a:lnTo>
                  <a:pt x="5187" y="953"/>
                </a:lnTo>
                <a:cubicBezTo>
                  <a:pt x="5187" y="964"/>
                  <a:pt x="5186" y="974"/>
                  <a:pt x="5184" y="984"/>
                </a:cubicBezTo>
                <a:cubicBezTo>
                  <a:pt x="5182" y="995"/>
                  <a:pt x="5179" y="1005"/>
                  <a:pt x="5175" y="1014"/>
                </a:cubicBezTo>
                <a:cubicBezTo>
                  <a:pt x="5171" y="1024"/>
                  <a:pt x="5166" y="1033"/>
                  <a:pt x="5161" y="1042"/>
                </a:cubicBezTo>
                <a:cubicBezTo>
                  <a:pt x="5155" y="1050"/>
                  <a:pt x="5148" y="1058"/>
                  <a:pt x="5141" y="1066"/>
                </a:cubicBezTo>
                <a:cubicBezTo>
                  <a:pt x="5133" y="1073"/>
                  <a:pt x="5125" y="1080"/>
                  <a:pt x="5117" y="1085"/>
                </a:cubicBezTo>
                <a:cubicBezTo>
                  <a:pt x="5108" y="1091"/>
                  <a:pt x="5099" y="1096"/>
                  <a:pt x="5089" y="1100"/>
                </a:cubicBezTo>
                <a:cubicBezTo>
                  <a:pt x="5080" y="1104"/>
                  <a:pt x="5070" y="1107"/>
                  <a:pt x="5060" y="1109"/>
                </a:cubicBezTo>
                <a:cubicBezTo>
                  <a:pt x="5049" y="1111"/>
                  <a:pt x="5039" y="1112"/>
                  <a:pt x="5029" y="1112"/>
                </a:cubicBezTo>
                <a:lnTo>
                  <a:pt x="159" y="1112"/>
                </a:lnTo>
                <a:cubicBezTo>
                  <a:pt x="149" y="1112"/>
                  <a:pt x="139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2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4117318" name=""/>
          <p:cNvSpPr txBox="1"/>
          <p:nvPr/>
        </p:nvSpPr>
        <p:spPr bwMode="auto">
          <a:xfrm>
            <a:off x="2716560" y="730440"/>
            <a:ext cx="7124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for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3697502" name=""/>
          <p:cNvSpPr txBox="1"/>
          <p:nvPr/>
        </p:nvSpPr>
        <p:spPr bwMode="auto">
          <a:xfrm>
            <a:off x="3498840" y="815400"/>
            <a:ext cx="1727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&lt;select&gt;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225196" name=""/>
          <p:cNvSpPr txBox="1"/>
          <p:nvPr/>
        </p:nvSpPr>
        <p:spPr bwMode="auto">
          <a:xfrm>
            <a:off x="747720" y="1523880"/>
            <a:ext cx="8364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Associates a label with a dropdown menu for better accessibility.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6414813" name=""/>
          <p:cNvSpPr txBox="1"/>
          <p:nvPr/>
        </p:nvSpPr>
        <p:spPr bwMode="auto">
          <a:xfrm>
            <a:off x="914400" y="2233440"/>
            <a:ext cx="5915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"course"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&gt;Select Course:&lt;/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5916127" name=""/>
          <p:cNvSpPr txBox="1"/>
          <p:nvPr/>
        </p:nvSpPr>
        <p:spPr bwMode="auto">
          <a:xfrm>
            <a:off x="914400" y="2499840"/>
            <a:ext cx="47887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select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id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"course"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"course"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008033" name=""/>
          <p:cNvSpPr txBox="1"/>
          <p:nvPr/>
        </p:nvSpPr>
        <p:spPr bwMode="auto">
          <a:xfrm>
            <a:off x="914400" y="2776320"/>
            <a:ext cx="5070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"html"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&gt;HTML&lt;/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2748021" name=""/>
          <p:cNvSpPr txBox="1"/>
          <p:nvPr/>
        </p:nvSpPr>
        <p:spPr bwMode="auto">
          <a:xfrm>
            <a:off x="914400" y="3043080"/>
            <a:ext cx="47887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"css"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&gt;CSS&lt;/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4999123" name=""/>
          <p:cNvSpPr txBox="1"/>
          <p:nvPr/>
        </p:nvSpPr>
        <p:spPr bwMode="auto">
          <a:xfrm>
            <a:off x="914400" y="3309480"/>
            <a:ext cx="5634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"js"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&gt;JavaScript&lt;/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151650" name=""/>
          <p:cNvSpPr/>
          <p:nvPr/>
        </p:nvSpPr>
        <p:spPr bwMode="auto">
          <a:xfrm>
            <a:off x="1047600" y="4885602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8214941" name=""/>
          <p:cNvSpPr txBox="1"/>
          <p:nvPr/>
        </p:nvSpPr>
        <p:spPr bwMode="auto">
          <a:xfrm>
            <a:off x="914400" y="3585960"/>
            <a:ext cx="1267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select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262219" name=""/>
          <p:cNvSpPr/>
          <p:nvPr/>
        </p:nvSpPr>
        <p:spPr bwMode="auto">
          <a:xfrm>
            <a:off x="1847520" y="4730278"/>
            <a:ext cx="619560" cy="352800"/>
          </a:xfrm>
          <a:custGeom>
            <a:avLst/>
            <a:gdLst/>
            <a:ahLst/>
            <a:cxnLst/>
            <a:rect l="0" t="0" r="r" b="b"/>
            <a:pathLst>
              <a:path w="1721" h="980" fill="norm" stroke="1" extrusionOk="0">
                <a:moveTo>
                  <a:pt x="0" y="82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9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562" y="0"/>
                </a:lnTo>
                <a:cubicBezTo>
                  <a:pt x="1573" y="0"/>
                  <a:pt x="1583" y="1"/>
                  <a:pt x="1593" y="3"/>
                </a:cubicBezTo>
                <a:cubicBezTo>
                  <a:pt x="1604" y="5"/>
                  <a:pt x="1614" y="8"/>
                  <a:pt x="1623" y="12"/>
                </a:cubicBezTo>
                <a:cubicBezTo>
                  <a:pt x="1633" y="16"/>
                  <a:pt x="1642" y="21"/>
                  <a:pt x="1651" y="27"/>
                </a:cubicBezTo>
                <a:cubicBezTo>
                  <a:pt x="1659" y="32"/>
                  <a:pt x="1667" y="39"/>
                  <a:pt x="1675" y="46"/>
                </a:cubicBezTo>
                <a:cubicBezTo>
                  <a:pt x="1682" y="54"/>
                  <a:pt x="1689" y="62"/>
                  <a:pt x="1694" y="70"/>
                </a:cubicBezTo>
                <a:cubicBezTo>
                  <a:pt x="1700" y="79"/>
                  <a:pt x="1705" y="88"/>
                  <a:pt x="1709" y="98"/>
                </a:cubicBezTo>
                <a:cubicBezTo>
                  <a:pt x="1713" y="108"/>
                  <a:pt x="1716" y="117"/>
                  <a:pt x="1718" y="128"/>
                </a:cubicBezTo>
                <a:cubicBezTo>
                  <a:pt x="1720" y="138"/>
                  <a:pt x="1721" y="148"/>
                  <a:pt x="1721" y="159"/>
                </a:cubicBezTo>
                <a:lnTo>
                  <a:pt x="1721" y="821"/>
                </a:lnTo>
                <a:cubicBezTo>
                  <a:pt x="1721" y="832"/>
                  <a:pt x="1720" y="842"/>
                  <a:pt x="1718" y="852"/>
                </a:cubicBezTo>
                <a:cubicBezTo>
                  <a:pt x="1716" y="862"/>
                  <a:pt x="1713" y="872"/>
                  <a:pt x="1709" y="882"/>
                </a:cubicBezTo>
                <a:cubicBezTo>
                  <a:pt x="1705" y="892"/>
                  <a:pt x="1700" y="901"/>
                  <a:pt x="1694" y="909"/>
                </a:cubicBezTo>
                <a:cubicBezTo>
                  <a:pt x="1689" y="918"/>
                  <a:pt x="1682" y="926"/>
                  <a:pt x="1675" y="933"/>
                </a:cubicBezTo>
                <a:cubicBezTo>
                  <a:pt x="1667" y="941"/>
                  <a:pt x="1659" y="947"/>
                  <a:pt x="1651" y="953"/>
                </a:cubicBezTo>
                <a:cubicBezTo>
                  <a:pt x="1642" y="959"/>
                  <a:pt x="1633" y="964"/>
                  <a:pt x="1623" y="968"/>
                </a:cubicBezTo>
                <a:cubicBezTo>
                  <a:pt x="1614" y="972"/>
                  <a:pt x="1604" y="975"/>
                  <a:pt x="1593" y="977"/>
                </a:cubicBezTo>
                <a:cubicBezTo>
                  <a:pt x="1583" y="979"/>
                  <a:pt x="1573" y="980"/>
                  <a:pt x="1562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3"/>
                </a:cubicBezTo>
                <a:cubicBezTo>
                  <a:pt x="62" y="947"/>
                  <a:pt x="54" y="941"/>
                  <a:pt x="47" y="933"/>
                </a:cubicBezTo>
                <a:cubicBezTo>
                  <a:pt x="40" y="926"/>
                  <a:pt x="33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9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2689023" name=""/>
          <p:cNvSpPr txBox="1"/>
          <p:nvPr/>
        </p:nvSpPr>
        <p:spPr bwMode="auto">
          <a:xfrm>
            <a:off x="1300319" y="4733683"/>
            <a:ext cx="551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5374" name=""/>
          <p:cNvSpPr txBox="1"/>
          <p:nvPr/>
        </p:nvSpPr>
        <p:spPr bwMode="auto">
          <a:xfrm>
            <a:off x="1946160" y="4781758"/>
            <a:ext cx="423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for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5006850" name=""/>
          <p:cNvSpPr/>
          <p:nvPr/>
        </p:nvSpPr>
        <p:spPr bwMode="auto">
          <a:xfrm>
            <a:off x="6438600" y="4730278"/>
            <a:ext cx="1029240" cy="352800"/>
          </a:xfrm>
          <a:custGeom>
            <a:avLst/>
            <a:gdLst/>
            <a:ahLst/>
            <a:cxnLst/>
            <a:rect l="0" t="0" r="r" b="b"/>
            <a:pathLst>
              <a:path w="2859" h="980" fill="norm" stroke="1" extrusionOk="0">
                <a:moveTo>
                  <a:pt x="0" y="82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00" y="0"/>
                </a:lnTo>
                <a:cubicBezTo>
                  <a:pt x="2711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80" y="21"/>
                  <a:pt x="2788" y="27"/>
                </a:cubicBezTo>
                <a:cubicBezTo>
                  <a:pt x="2797" y="32"/>
                  <a:pt x="2805" y="39"/>
                  <a:pt x="2812" y="46"/>
                </a:cubicBezTo>
                <a:cubicBezTo>
                  <a:pt x="2820" y="54"/>
                  <a:pt x="2826" y="62"/>
                  <a:pt x="2832" y="70"/>
                </a:cubicBezTo>
                <a:cubicBezTo>
                  <a:pt x="2838" y="79"/>
                  <a:pt x="2843" y="88"/>
                  <a:pt x="2847" y="98"/>
                </a:cubicBezTo>
                <a:cubicBezTo>
                  <a:pt x="2851" y="108"/>
                  <a:pt x="2854" y="117"/>
                  <a:pt x="2856" y="128"/>
                </a:cubicBezTo>
                <a:cubicBezTo>
                  <a:pt x="2858" y="138"/>
                  <a:pt x="2859" y="148"/>
                  <a:pt x="2859" y="159"/>
                </a:cubicBezTo>
                <a:lnTo>
                  <a:pt x="2859" y="821"/>
                </a:lnTo>
                <a:cubicBezTo>
                  <a:pt x="2859" y="832"/>
                  <a:pt x="2858" y="842"/>
                  <a:pt x="2856" y="852"/>
                </a:cubicBezTo>
                <a:cubicBezTo>
                  <a:pt x="2854" y="862"/>
                  <a:pt x="2851" y="872"/>
                  <a:pt x="2847" y="882"/>
                </a:cubicBezTo>
                <a:cubicBezTo>
                  <a:pt x="2843" y="892"/>
                  <a:pt x="2838" y="901"/>
                  <a:pt x="2832" y="909"/>
                </a:cubicBezTo>
                <a:cubicBezTo>
                  <a:pt x="2826" y="918"/>
                  <a:pt x="2820" y="926"/>
                  <a:pt x="2812" y="933"/>
                </a:cubicBezTo>
                <a:cubicBezTo>
                  <a:pt x="2805" y="941"/>
                  <a:pt x="2797" y="947"/>
                  <a:pt x="2788" y="953"/>
                </a:cubicBezTo>
                <a:cubicBezTo>
                  <a:pt x="2780" y="959"/>
                  <a:pt x="2770" y="964"/>
                  <a:pt x="2761" y="968"/>
                </a:cubicBezTo>
                <a:cubicBezTo>
                  <a:pt x="2751" y="972"/>
                  <a:pt x="2741" y="975"/>
                  <a:pt x="2731" y="977"/>
                </a:cubicBezTo>
                <a:cubicBezTo>
                  <a:pt x="2721" y="979"/>
                  <a:pt x="2711" y="980"/>
                  <a:pt x="2700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3"/>
                </a:cubicBezTo>
                <a:cubicBezTo>
                  <a:pt x="62" y="947"/>
                  <a:pt x="54" y="941"/>
                  <a:pt x="47" y="933"/>
                </a:cubicBezTo>
                <a:cubicBezTo>
                  <a:pt x="39" y="926"/>
                  <a:pt x="33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2618384" name=""/>
          <p:cNvSpPr txBox="1"/>
          <p:nvPr/>
        </p:nvSpPr>
        <p:spPr bwMode="auto">
          <a:xfrm>
            <a:off x="2462760" y="4733683"/>
            <a:ext cx="3969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attribute links the label to the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8490217" name=""/>
          <p:cNvSpPr txBox="1"/>
          <p:nvPr/>
        </p:nvSpPr>
        <p:spPr bwMode="auto">
          <a:xfrm>
            <a:off x="6530760" y="4781758"/>
            <a:ext cx="845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select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3497687" name=""/>
          <p:cNvSpPr/>
          <p:nvPr/>
        </p:nvSpPr>
        <p:spPr bwMode="auto">
          <a:xfrm>
            <a:off x="1047600" y="4365841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5109294" name=""/>
          <p:cNvSpPr txBox="1"/>
          <p:nvPr/>
        </p:nvSpPr>
        <p:spPr bwMode="auto">
          <a:xfrm>
            <a:off x="7470000" y="4733683"/>
            <a:ext cx="1960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element by ID.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22427151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8281662" y="1912466"/>
            <a:ext cx="3505499" cy="279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5791692" name=""/>
          <p:cNvSpPr txBox="1"/>
          <p:nvPr/>
        </p:nvSpPr>
        <p:spPr bwMode="auto">
          <a:xfrm>
            <a:off x="1300319" y="4213561"/>
            <a:ext cx="5242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Clicking the label focuses the dropdown.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8742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735918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84439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69359" name=""/>
          <p:cNvSpPr/>
          <p:nvPr/>
        </p:nvSpPr>
        <p:spPr bwMode="auto">
          <a:xfrm>
            <a:off x="757080" y="2090520"/>
            <a:ext cx="10687320" cy="1667160"/>
          </a:xfrm>
          <a:custGeom>
            <a:avLst/>
            <a:gdLst/>
            <a:ahLst/>
            <a:cxnLst/>
            <a:rect l="0" t="0" r="r" b="b"/>
            <a:pathLst>
              <a:path w="29687" h="4631" fill="norm" stroke="1" extrusionOk="0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1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1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1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1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6161399" name=""/>
          <p:cNvSpPr/>
          <p:nvPr/>
        </p:nvSpPr>
        <p:spPr bwMode="auto">
          <a:xfrm>
            <a:off x="757080" y="2090520"/>
            <a:ext cx="10687320" cy="1667160"/>
          </a:xfrm>
          <a:custGeom>
            <a:avLst/>
            <a:gdLst/>
            <a:ahLst/>
            <a:cxnLst/>
            <a:rect l="0" t="0" r="r" b="b"/>
            <a:pathLst>
              <a:path w="29687" h="4631" fill="norm" stroke="1" extrusionOk="0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1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1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1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1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249125" name=""/>
          <p:cNvSpPr/>
          <p:nvPr/>
        </p:nvSpPr>
        <p:spPr bwMode="auto">
          <a:xfrm>
            <a:off x="1495080" y="819000"/>
            <a:ext cx="1867320" cy="400320"/>
          </a:xfrm>
          <a:custGeom>
            <a:avLst/>
            <a:gdLst/>
            <a:ahLst/>
            <a:cxnLst/>
            <a:rect l="0" t="0" r="r" b="b"/>
            <a:pathLst>
              <a:path w="5187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29" y="0"/>
                </a:lnTo>
                <a:cubicBezTo>
                  <a:pt x="5039" y="0"/>
                  <a:pt x="5049" y="1"/>
                  <a:pt x="5060" y="3"/>
                </a:cubicBezTo>
                <a:cubicBezTo>
                  <a:pt x="5070" y="5"/>
                  <a:pt x="5080" y="8"/>
                  <a:pt x="5089" y="12"/>
                </a:cubicBezTo>
                <a:cubicBezTo>
                  <a:pt x="5099" y="16"/>
                  <a:pt x="5108" y="21"/>
                  <a:pt x="5117" y="27"/>
                </a:cubicBezTo>
                <a:cubicBezTo>
                  <a:pt x="5125" y="32"/>
                  <a:pt x="5133" y="39"/>
                  <a:pt x="5141" y="46"/>
                </a:cubicBezTo>
                <a:cubicBezTo>
                  <a:pt x="5148" y="54"/>
                  <a:pt x="5155" y="62"/>
                  <a:pt x="5161" y="70"/>
                </a:cubicBezTo>
                <a:cubicBezTo>
                  <a:pt x="5166" y="79"/>
                  <a:pt x="5171" y="88"/>
                  <a:pt x="5175" y="98"/>
                </a:cubicBezTo>
                <a:cubicBezTo>
                  <a:pt x="5179" y="108"/>
                  <a:pt x="5182" y="117"/>
                  <a:pt x="5184" y="128"/>
                </a:cubicBezTo>
                <a:cubicBezTo>
                  <a:pt x="5186" y="138"/>
                  <a:pt x="5187" y="148"/>
                  <a:pt x="5187" y="159"/>
                </a:cubicBezTo>
                <a:lnTo>
                  <a:pt x="5187" y="953"/>
                </a:lnTo>
                <a:cubicBezTo>
                  <a:pt x="5187" y="964"/>
                  <a:pt x="5186" y="974"/>
                  <a:pt x="5184" y="984"/>
                </a:cubicBezTo>
                <a:cubicBezTo>
                  <a:pt x="5182" y="995"/>
                  <a:pt x="5179" y="1005"/>
                  <a:pt x="5175" y="1014"/>
                </a:cubicBezTo>
                <a:cubicBezTo>
                  <a:pt x="5171" y="1024"/>
                  <a:pt x="5166" y="1033"/>
                  <a:pt x="5161" y="1042"/>
                </a:cubicBezTo>
                <a:cubicBezTo>
                  <a:pt x="5155" y="1050"/>
                  <a:pt x="5148" y="1058"/>
                  <a:pt x="5141" y="1066"/>
                </a:cubicBezTo>
                <a:cubicBezTo>
                  <a:pt x="5133" y="1073"/>
                  <a:pt x="5125" y="1080"/>
                  <a:pt x="5117" y="1085"/>
                </a:cubicBezTo>
                <a:cubicBezTo>
                  <a:pt x="5108" y="1091"/>
                  <a:pt x="5099" y="1096"/>
                  <a:pt x="5089" y="1100"/>
                </a:cubicBezTo>
                <a:cubicBezTo>
                  <a:pt x="5080" y="1104"/>
                  <a:pt x="5070" y="1107"/>
                  <a:pt x="5060" y="1109"/>
                </a:cubicBezTo>
                <a:cubicBezTo>
                  <a:pt x="5049" y="1111"/>
                  <a:pt x="5039" y="1112"/>
                  <a:pt x="502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7679758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3622804" name=""/>
          <p:cNvSpPr txBox="1"/>
          <p:nvPr/>
        </p:nvSpPr>
        <p:spPr bwMode="auto">
          <a:xfrm>
            <a:off x="1567440" y="815400"/>
            <a:ext cx="172728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selected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5972007" name=""/>
          <p:cNvSpPr txBox="1"/>
          <p:nvPr/>
        </p:nvSpPr>
        <p:spPr bwMode="auto">
          <a:xfrm>
            <a:off x="3362760" y="730440"/>
            <a:ext cx="1755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1677114" name=""/>
          <p:cNvSpPr/>
          <p:nvPr/>
        </p:nvSpPr>
        <p:spPr bwMode="auto">
          <a:xfrm>
            <a:off x="2790720" y="1571400"/>
            <a:ext cx="1314720" cy="362520"/>
          </a:xfrm>
          <a:custGeom>
            <a:avLst/>
            <a:gdLst/>
            <a:ahLst/>
            <a:cxnLst/>
            <a:rect l="0" t="0" r="r" b="b"/>
            <a:pathLst>
              <a:path w="3652" h="1007" fill="norm" stroke="1" extrusionOk="0">
                <a:moveTo>
                  <a:pt x="0" y="848"/>
                </a:moveTo>
                <a:lnTo>
                  <a:pt x="0" y="160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493" y="0"/>
                </a:lnTo>
                <a:cubicBezTo>
                  <a:pt x="3504" y="0"/>
                  <a:pt x="3514" y="1"/>
                  <a:pt x="3524" y="3"/>
                </a:cubicBezTo>
                <a:cubicBezTo>
                  <a:pt x="3534" y="5"/>
                  <a:pt x="3544" y="8"/>
                  <a:pt x="3554" y="12"/>
                </a:cubicBezTo>
                <a:cubicBezTo>
                  <a:pt x="3564" y="16"/>
                  <a:pt x="3573" y="21"/>
                  <a:pt x="3581" y="27"/>
                </a:cubicBezTo>
                <a:cubicBezTo>
                  <a:pt x="3590" y="33"/>
                  <a:pt x="3598" y="39"/>
                  <a:pt x="3606" y="47"/>
                </a:cubicBezTo>
                <a:cubicBezTo>
                  <a:pt x="3613" y="54"/>
                  <a:pt x="3619" y="62"/>
                  <a:pt x="3625" y="71"/>
                </a:cubicBezTo>
                <a:cubicBezTo>
                  <a:pt x="3631" y="79"/>
                  <a:pt x="3636" y="88"/>
                  <a:pt x="3640" y="98"/>
                </a:cubicBezTo>
                <a:cubicBezTo>
                  <a:pt x="3644" y="108"/>
                  <a:pt x="3647" y="118"/>
                  <a:pt x="3649" y="128"/>
                </a:cubicBezTo>
                <a:cubicBezTo>
                  <a:pt x="3651" y="138"/>
                  <a:pt x="3652" y="148"/>
                  <a:pt x="3652" y="160"/>
                </a:cubicBezTo>
                <a:lnTo>
                  <a:pt x="3652" y="848"/>
                </a:lnTo>
                <a:cubicBezTo>
                  <a:pt x="3652" y="858"/>
                  <a:pt x="3651" y="869"/>
                  <a:pt x="3649" y="879"/>
                </a:cubicBezTo>
                <a:cubicBezTo>
                  <a:pt x="3647" y="889"/>
                  <a:pt x="3644" y="899"/>
                  <a:pt x="3640" y="909"/>
                </a:cubicBezTo>
                <a:cubicBezTo>
                  <a:pt x="3636" y="918"/>
                  <a:pt x="3631" y="927"/>
                  <a:pt x="3625" y="936"/>
                </a:cubicBezTo>
                <a:cubicBezTo>
                  <a:pt x="3619" y="945"/>
                  <a:pt x="3613" y="953"/>
                  <a:pt x="3606" y="960"/>
                </a:cubicBezTo>
                <a:cubicBezTo>
                  <a:pt x="3598" y="967"/>
                  <a:pt x="3590" y="974"/>
                  <a:pt x="3581" y="980"/>
                </a:cubicBezTo>
                <a:cubicBezTo>
                  <a:pt x="3573" y="986"/>
                  <a:pt x="3564" y="990"/>
                  <a:pt x="3554" y="994"/>
                </a:cubicBezTo>
                <a:cubicBezTo>
                  <a:pt x="3544" y="998"/>
                  <a:pt x="3534" y="1001"/>
                  <a:pt x="3524" y="1003"/>
                </a:cubicBezTo>
                <a:cubicBezTo>
                  <a:pt x="3514" y="1006"/>
                  <a:pt x="3504" y="1007"/>
                  <a:pt x="3493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6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182127" name=""/>
          <p:cNvSpPr txBox="1"/>
          <p:nvPr/>
        </p:nvSpPr>
        <p:spPr bwMode="auto">
          <a:xfrm>
            <a:off x="747720" y="1523880"/>
            <a:ext cx="20394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Speciﬁes which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5534264" name=""/>
          <p:cNvSpPr txBox="1"/>
          <p:nvPr/>
        </p:nvSpPr>
        <p:spPr bwMode="auto">
          <a:xfrm>
            <a:off x="2883240" y="1622880"/>
            <a:ext cx="1127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&lt;option&gt;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7447734" name=""/>
          <p:cNvSpPr txBox="1"/>
          <p:nvPr/>
        </p:nvSpPr>
        <p:spPr bwMode="auto">
          <a:xfrm>
            <a:off x="4104000" y="1523880"/>
            <a:ext cx="3390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is pre-selected by default.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8282454" name=""/>
          <p:cNvSpPr txBox="1"/>
          <p:nvPr/>
        </p:nvSpPr>
        <p:spPr bwMode="auto">
          <a:xfrm>
            <a:off x="914400" y="2252520"/>
            <a:ext cx="3380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select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"language"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400695" name=""/>
          <p:cNvSpPr txBox="1"/>
          <p:nvPr/>
        </p:nvSpPr>
        <p:spPr bwMode="auto">
          <a:xfrm>
            <a:off x="914400" y="2518920"/>
            <a:ext cx="5070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"html"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&gt;HTML&lt;/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2760956" name=""/>
          <p:cNvSpPr txBox="1"/>
          <p:nvPr/>
        </p:nvSpPr>
        <p:spPr bwMode="auto">
          <a:xfrm>
            <a:off x="914400" y="2795400"/>
            <a:ext cx="47887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"css"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&gt;CSS&lt;/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96142" name=""/>
          <p:cNvSpPr txBox="1"/>
          <p:nvPr/>
        </p:nvSpPr>
        <p:spPr bwMode="auto">
          <a:xfrm>
            <a:off x="914400" y="3061800"/>
            <a:ext cx="6901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value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"js"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selected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&gt;JavaScript&lt;/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option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2868050" name=""/>
          <p:cNvSpPr/>
          <p:nvPr/>
        </p:nvSpPr>
        <p:spPr bwMode="auto">
          <a:xfrm>
            <a:off x="1047600" y="408600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4684477" name=""/>
          <p:cNvSpPr txBox="1"/>
          <p:nvPr/>
        </p:nvSpPr>
        <p:spPr bwMode="auto">
          <a:xfrm>
            <a:off x="914400" y="3328560"/>
            <a:ext cx="1267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select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8981498" name=""/>
          <p:cNvSpPr txBox="1"/>
          <p:nvPr/>
        </p:nvSpPr>
        <p:spPr bwMode="auto">
          <a:xfrm>
            <a:off x="1300319" y="3933720"/>
            <a:ext cx="4180268" cy="3280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Only one option can be selected.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458379" name=""/>
          <p:cNvSpPr/>
          <p:nvPr/>
        </p:nvSpPr>
        <p:spPr bwMode="auto">
          <a:xfrm>
            <a:off x="1047600" y="458136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706061091" name="" descr=""/>
          <p:cNvPicPr/>
          <p:nvPr/>
        </p:nvPicPr>
        <p:blipFill rotWithShape="1">
          <a:blip r:embed="rId3"/>
          <a:stretch/>
        </p:blipFill>
        <p:spPr bwMode="auto">
          <a:xfrm>
            <a:off x="8444740" y="3594239"/>
            <a:ext cx="3466800" cy="299051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883727" name=""/>
          <p:cNvSpPr txBox="1"/>
          <p:nvPr/>
        </p:nvSpPr>
        <p:spPr bwMode="auto">
          <a:xfrm>
            <a:off x="1300320" y="4429080"/>
            <a:ext cx="69127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Improves user experience by setting a default choice.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46193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679980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67730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39763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1016436" name=""/>
          <p:cNvSpPr/>
          <p:nvPr/>
        </p:nvSpPr>
        <p:spPr bwMode="auto">
          <a:xfrm>
            <a:off x="757080" y="2071440"/>
            <a:ext cx="10687320" cy="857520"/>
          </a:xfrm>
          <a:custGeom>
            <a:avLst/>
            <a:gdLst/>
            <a:ahLst/>
            <a:cxnLst/>
            <a:rect l="0" t="0" r="r" b="b"/>
            <a:pathLst>
              <a:path w="29687" h="2382" fill="norm" stroke="1" extrusionOk="0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37"/>
                </a:lnTo>
                <a:cubicBezTo>
                  <a:pt x="29687" y="2246"/>
                  <a:pt x="29686" y="2256"/>
                  <a:pt x="29684" y="2265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1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3"/>
                  <a:pt x="29606" y="2368"/>
                  <a:pt x="29597" y="2371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2"/>
                  <a:pt x="29542" y="2382"/>
                </a:cubicBezTo>
                <a:lnTo>
                  <a:pt x="145" y="2382"/>
                </a:lnTo>
                <a:cubicBezTo>
                  <a:pt x="136" y="2382"/>
                  <a:pt x="126" y="2382"/>
                  <a:pt x="117" y="2380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1"/>
                  <a:pt x="11" y="2293"/>
                </a:cubicBezTo>
                <a:cubicBezTo>
                  <a:pt x="7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5670400" name=""/>
          <p:cNvSpPr/>
          <p:nvPr/>
        </p:nvSpPr>
        <p:spPr bwMode="auto">
          <a:xfrm>
            <a:off x="1495080" y="819000"/>
            <a:ext cx="2296080" cy="400320"/>
          </a:xfrm>
          <a:custGeom>
            <a:avLst/>
            <a:gdLst/>
            <a:ahLst/>
            <a:cxnLst/>
            <a:rect l="0" t="0" r="r" b="b"/>
            <a:pathLst>
              <a:path w="6378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219" y="0"/>
                </a:lnTo>
                <a:cubicBezTo>
                  <a:pt x="6230" y="0"/>
                  <a:pt x="6240" y="1"/>
                  <a:pt x="6250" y="3"/>
                </a:cubicBezTo>
                <a:cubicBezTo>
                  <a:pt x="6260" y="5"/>
                  <a:pt x="6270" y="8"/>
                  <a:pt x="6280" y="12"/>
                </a:cubicBezTo>
                <a:cubicBezTo>
                  <a:pt x="6290" y="16"/>
                  <a:pt x="6299" y="21"/>
                  <a:pt x="6307" y="27"/>
                </a:cubicBezTo>
                <a:cubicBezTo>
                  <a:pt x="6316" y="32"/>
                  <a:pt x="6324" y="39"/>
                  <a:pt x="6331" y="46"/>
                </a:cubicBezTo>
                <a:cubicBezTo>
                  <a:pt x="6339" y="54"/>
                  <a:pt x="6345" y="62"/>
                  <a:pt x="6351" y="70"/>
                </a:cubicBezTo>
                <a:cubicBezTo>
                  <a:pt x="6357" y="79"/>
                  <a:pt x="6362" y="88"/>
                  <a:pt x="6366" y="98"/>
                </a:cubicBezTo>
                <a:cubicBezTo>
                  <a:pt x="6370" y="108"/>
                  <a:pt x="6373" y="117"/>
                  <a:pt x="6375" y="128"/>
                </a:cubicBezTo>
                <a:cubicBezTo>
                  <a:pt x="6377" y="138"/>
                  <a:pt x="6378" y="148"/>
                  <a:pt x="6378" y="159"/>
                </a:cubicBezTo>
                <a:lnTo>
                  <a:pt x="6378" y="953"/>
                </a:lnTo>
                <a:cubicBezTo>
                  <a:pt x="6378" y="964"/>
                  <a:pt x="6377" y="974"/>
                  <a:pt x="6375" y="984"/>
                </a:cubicBezTo>
                <a:cubicBezTo>
                  <a:pt x="6373" y="995"/>
                  <a:pt x="6370" y="1005"/>
                  <a:pt x="6366" y="1014"/>
                </a:cubicBezTo>
                <a:cubicBezTo>
                  <a:pt x="6362" y="1024"/>
                  <a:pt x="6357" y="1033"/>
                  <a:pt x="6351" y="1042"/>
                </a:cubicBezTo>
                <a:cubicBezTo>
                  <a:pt x="6345" y="1050"/>
                  <a:pt x="6339" y="1058"/>
                  <a:pt x="6331" y="1066"/>
                </a:cubicBezTo>
                <a:cubicBezTo>
                  <a:pt x="6324" y="1073"/>
                  <a:pt x="6316" y="1080"/>
                  <a:pt x="6307" y="1085"/>
                </a:cubicBezTo>
                <a:cubicBezTo>
                  <a:pt x="6299" y="1091"/>
                  <a:pt x="6290" y="1096"/>
                  <a:pt x="6280" y="1100"/>
                </a:cubicBezTo>
                <a:cubicBezTo>
                  <a:pt x="6270" y="1104"/>
                  <a:pt x="6260" y="1107"/>
                  <a:pt x="6250" y="1109"/>
                </a:cubicBezTo>
                <a:cubicBezTo>
                  <a:pt x="6240" y="1111"/>
                  <a:pt x="6230" y="1112"/>
                  <a:pt x="6219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40" y="1058"/>
                  <a:pt x="33" y="1050"/>
                  <a:pt x="27" y="1042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5"/>
                  <a:pt x="6" y="995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0070207" name=""/>
          <p:cNvSpPr txBox="1"/>
          <p:nvPr/>
        </p:nvSpPr>
        <p:spPr bwMode="auto">
          <a:xfrm>
            <a:off x="747720" y="730440"/>
            <a:ext cx="75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The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262390" name=""/>
          <p:cNvSpPr txBox="1"/>
          <p:nvPr/>
        </p:nvSpPr>
        <p:spPr bwMode="auto">
          <a:xfrm>
            <a:off x="1567440" y="815400"/>
            <a:ext cx="215892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&lt;textarea&gt;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8598590" name=""/>
          <p:cNvSpPr txBox="1"/>
          <p:nvPr/>
        </p:nvSpPr>
        <p:spPr bwMode="auto">
          <a:xfrm>
            <a:off x="3793680" y="730440"/>
            <a:ext cx="15728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Element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2992234" name=""/>
          <p:cNvSpPr txBox="1"/>
          <p:nvPr/>
        </p:nvSpPr>
        <p:spPr bwMode="auto">
          <a:xfrm>
            <a:off x="747720" y="1523880"/>
            <a:ext cx="8944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Allows multi-line text input for messages, comments, or descriptions.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5662374" name=""/>
          <p:cNvSpPr txBox="1"/>
          <p:nvPr/>
        </p:nvSpPr>
        <p:spPr bwMode="auto">
          <a:xfrm>
            <a:off x="914400" y="2233440"/>
            <a:ext cx="5211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for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"message"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&gt;Message:&lt;/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label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9169786" name=""/>
          <p:cNvSpPr/>
          <p:nvPr/>
        </p:nvSpPr>
        <p:spPr bwMode="auto">
          <a:xfrm>
            <a:off x="1047600" y="32572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3867848" name=""/>
          <p:cNvSpPr txBox="1"/>
          <p:nvPr/>
        </p:nvSpPr>
        <p:spPr bwMode="auto">
          <a:xfrm>
            <a:off x="914400" y="2499840"/>
            <a:ext cx="6901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textarea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id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"message"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"message"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textarea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8188607" name=""/>
          <p:cNvSpPr/>
          <p:nvPr/>
        </p:nvSpPr>
        <p:spPr bwMode="auto">
          <a:xfrm>
            <a:off x="2190600" y="3162240"/>
            <a:ext cx="1171800" cy="352800"/>
          </a:xfrm>
          <a:custGeom>
            <a:avLst/>
            <a:gdLst/>
            <a:ahLst/>
            <a:cxnLst/>
            <a:rect l="0" t="0" r="r" b="b"/>
            <a:pathLst>
              <a:path w="3255" h="980" fill="norm" stroke="1" extrusionOk="0">
                <a:moveTo>
                  <a:pt x="0" y="82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097" y="0"/>
                </a:lnTo>
                <a:cubicBezTo>
                  <a:pt x="3107" y="0"/>
                  <a:pt x="3117" y="1"/>
                  <a:pt x="3128" y="3"/>
                </a:cubicBezTo>
                <a:cubicBezTo>
                  <a:pt x="3138" y="5"/>
                  <a:pt x="3148" y="8"/>
                  <a:pt x="3157" y="12"/>
                </a:cubicBezTo>
                <a:cubicBezTo>
                  <a:pt x="3167" y="16"/>
                  <a:pt x="3176" y="21"/>
                  <a:pt x="3185" y="26"/>
                </a:cubicBezTo>
                <a:cubicBezTo>
                  <a:pt x="3193" y="32"/>
                  <a:pt x="3201" y="39"/>
                  <a:pt x="3209" y="46"/>
                </a:cubicBezTo>
                <a:cubicBezTo>
                  <a:pt x="3216" y="54"/>
                  <a:pt x="3223" y="62"/>
                  <a:pt x="3229" y="70"/>
                </a:cubicBezTo>
                <a:cubicBezTo>
                  <a:pt x="3234" y="79"/>
                  <a:pt x="3239" y="88"/>
                  <a:pt x="3243" y="98"/>
                </a:cubicBezTo>
                <a:cubicBezTo>
                  <a:pt x="3247" y="107"/>
                  <a:pt x="3250" y="117"/>
                  <a:pt x="3252" y="127"/>
                </a:cubicBezTo>
                <a:cubicBezTo>
                  <a:pt x="3254" y="138"/>
                  <a:pt x="3255" y="148"/>
                  <a:pt x="3255" y="158"/>
                </a:cubicBezTo>
                <a:lnTo>
                  <a:pt x="3255" y="821"/>
                </a:lnTo>
                <a:cubicBezTo>
                  <a:pt x="3255" y="831"/>
                  <a:pt x="3254" y="842"/>
                  <a:pt x="3252" y="852"/>
                </a:cubicBezTo>
                <a:cubicBezTo>
                  <a:pt x="3250" y="862"/>
                  <a:pt x="3247" y="872"/>
                  <a:pt x="3243" y="882"/>
                </a:cubicBezTo>
                <a:cubicBezTo>
                  <a:pt x="3239" y="891"/>
                  <a:pt x="3234" y="900"/>
                  <a:pt x="3229" y="909"/>
                </a:cubicBezTo>
                <a:cubicBezTo>
                  <a:pt x="3223" y="918"/>
                  <a:pt x="3216" y="926"/>
                  <a:pt x="3209" y="933"/>
                </a:cubicBezTo>
                <a:cubicBezTo>
                  <a:pt x="3201" y="940"/>
                  <a:pt x="3193" y="947"/>
                  <a:pt x="3185" y="953"/>
                </a:cubicBezTo>
                <a:cubicBezTo>
                  <a:pt x="3176" y="959"/>
                  <a:pt x="3167" y="964"/>
                  <a:pt x="3157" y="968"/>
                </a:cubicBezTo>
                <a:cubicBezTo>
                  <a:pt x="3148" y="972"/>
                  <a:pt x="3138" y="975"/>
                  <a:pt x="3128" y="977"/>
                </a:cubicBezTo>
                <a:cubicBezTo>
                  <a:pt x="3117" y="979"/>
                  <a:pt x="3107" y="980"/>
                  <a:pt x="3097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8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0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1897417" name=""/>
          <p:cNvSpPr txBox="1"/>
          <p:nvPr/>
        </p:nvSpPr>
        <p:spPr bwMode="auto">
          <a:xfrm>
            <a:off x="1300320" y="3105000"/>
            <a:ext cx="8899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Unlike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22339" name=""/>
          <p:cNvSpPr txBox="1"/>
          <p:nvPr/>
        </p:nvSpPr>
        <p:spPr bwMode="auto">
          <a:xfrm>
            <a:off x="2284200" y="3213720"/>
            <a:ext cx="986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&lt;input&gt;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7704171" name=""/>
          <p:cNvSpPr/>
          <p:nvPr/>
        </p:nvSpPr>
        <p:spPr bwMode="auto">
          <a:xfrm>
            <a:off x="5524200" y="3162240"/>
            <a:ext cx="753120" cy="352800"/>
          </a:xfrm>
          <a:custGeom>
            <a:avLst/>
            <a:gdLst/>
            <a:ahLst/>
            <a:cxnLst/>
            <a:rect l="0" t="0" r="r" b="b"/>
            <a:pathLst>
              <a:path w="2092" h="980" fill="norm" stroke="1" extrusionOk="0">
                <a:moveTo>
                  <a:pt x="0" y="82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933" y="0"/>
                </a:lnTo>
                <a:cubicBezTo>
                  <a:pt x="1943" y="0"/>
                  <a:pt x="1954" y="1"/>
                  <a:pt x="1964" y="3"/>
                </a:cubicBezTo>
                <a:cubicBezTo>
                  <a:pt x="1974" y="5"/>
                  <a:pt x="1984" y="8"/>
                  <a:pt x="1994" y="12"/>
                </a:cubicBezTo>
                <a:cubicBezTo>
                  <a:pt x="2003" y="16"/>
                  <a:pt x="2012" y="21"/>
                  <a:pt x="2021" y="26"/>
                </a:cubicBezTo>
                <a:cubicBezTo>
                  <a:pt x="2030" y="32"/>
                  <a:pt x="2038" y="39"/>
                  <a:pt x="2045" y="46"/>
                </a:cubicBezTo>
                <a:cubicBezTo>
                  <a:pt x="2052" y="54"/>
                  <a:pt x="2059" y="62"/>
                  <a:pt x="2065" y="70"/>
                </a:cubicBezTo>
                <a:cubicBezTo>
                  <a:pt x="2071" y="79"/>
                  <a:pt x="2075" y="88"/>
                  <a:pt x="2079" y="98"/>
                </a:cubicBezTo>
                <a:cubicBezTo>
                  <a:pt x="2083" y="107"/>
                  <a:pt x="2086" y="117"/>
                  <a:pt x="2088" y="127"/>
                </a:cubicBezTo>
                <a:cubicBezTo>
                  <a:pt x="2091" y="138"/>
                  <a:pt x="2092" y="148"/>
                  <a:pt x="2092" y="158"/>
                </a:cubicBezTo>
                <a:lnTo>
                  <a:pt x="2092" y="821"/>
                </a:lnTo>
                <a:cubicBezTo>
                  <a:pt x="2092" y="831"/>
                  <a:pt x="2091" y="842"/>
                  <a:pt x="2088" y="852"/>
                </a:cubicBezTo>
                <a:cubicBezTo>
                  <a:pt x="2086" y="862"/>
                  <a:pt x="2083" y="872"/>
                  <a:pt x="2079" y="882"/>
                </a:cubicBezTo>
                <a:cubicBezTo>
                  <a:pt x="2075" y="891"/>
                  <a:pt x="2071" y="900"/>
                  <a:pt x="2065" y="909"/>
                </a:cubicBezTo>
                <a:cubicBezTo>
                  <a:pt x="2059" y="918"/>
                  <a:pt x="2052" y="926"/>
                  <a:pt x="2045" y="933"/>
                </a:cubicBezTo>
                <a:cubicBezTo>
                  <a:pt x="2038" y="940"/>
                  <a:pt x="2030" y="947"/>
                  <a:pt x="2021" y="953"/>
                </a:cubicBezTo>
                <a:cubicBezTo>
                  <a:pt x="2012" y="959"/>
                  <a:pt x="2003" y="964"/>
                  <a:pt x="1994" y="968"/>
                </a:cubicBezTo>
                <a:cubicBezTo>
                  <a:pt x="1984" y="972"/>
                  <a:pt x="1974" y="975"/>
                  <a:pt x="1964" y="977"/>
                </a:cubicBezTo>
                <a:cubicBezTo>
                  <a:pt x="1954" y="979"/>
                  <a:pt x="1943" y="980"/>
                  <a:pt x="1933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3"/>
                </a:cubicBezTo>
                <a:cubicBezTo>
                  <a:pt x="62" y="947"/>
                  <a:pt x="54" y="940"/>
                  <a:pt x="47" y="933"/>
                </a:cubicBezTo>
                <a:cubicBezTo>
                  <a:pt x="39" y="926"/>
                  <a:pt x="33" y="918"/>
                  <a:pt x="27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5462926" name=""/>
          <p:cNvSpPr txBox="1"/>
          <p:nvPr/>
        </p:nvSpPr>
        <p:spPr bwMode="auto">
          <a:xfrm>
            <a:off x="3364200" y="3105000"/>
            <a:ext cx="2159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, it doesn’t use a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631581" name=""/>
          <p:cNvSpPr txBox="1"/>
          <p:nvPr/>
        </p:nvSpPr>
        <p:spPr bwMode="auto">
          <a:xfrm>
            <a:off x="5617080" y="321372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type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2715878" name=""/>
          <p:cNvSpPr/>
          <p:nvPr/>
        </p:nvSpPr>
        <p:spPr bwMode="auto">
          <a:xfrm>
            <a:off x="1047600" y="376236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rm" stroke="1" extrusionOk="0">
                <a:moveTo>
                  <a:pt x="265" y="132"/>
                </a:moveTo>
                <a:cubicBezTo>
                  <a:pt x="265" y="149"/>
                  <a:pt x="262" y="166"/>
                  <a:pt x="255" y="182"/>
                </a:cubicBezTo>
                <a:cubicBezTo>
                  <a:pt x="249" y="199"/>
                  <a:pt x="239" y="213"/>
                  <a:pt x="227" y="225"/>
                </a:cubicBezTo>
                <a:cubicBezTo>
                  <a:pt x="214" y="238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8"/>
                  <a:pt x="39" y="225"/>
                </a:cubicBezTo>
                <a:cubicBezTo>
                  <a:pt x="26" y="213"/>
                  <a:pt x="17" y="199"/>
                  <a:pt x="10" y="182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1707813" name=""/>
          <p:cNvSpPr txBox="1"/>
          <p:nvPr/>
        </p:nvSpPr>
        <p:spPr bwMode="auto">
          <a:xfrm>
            <a:off x="6274440" y="3105000"/>
            <a:ext cx="12805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attribute.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02132240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3634495" y="4048920"/>
            <a:ext cx="3965168" cy="267886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7045170" name=""/>
          <p:cNvSpPr txBox="1"/>
          <p:nvPr/>
        </p:nvSpPr>
        <p:spPr bwMode="auto">
          <a:xfrm>
            <a:off x="1300320" y="3610080"/>
            <a:ext cx="68032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Text entered appears as plain text between the tags.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27607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2579841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883984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7143639" name=""/>
          <p:cNvSpPr/>
          <p:nvPr/>
        </p:nvSpPr>
        <p:spPr bwMode="auto">
          <a:xfrm>
            <a:off x="757080" y="2090520"/>
            <a:ext cx="10687320" cy="1943640"/>
          </a:xfrm>
          <a:custGeom>
            <a:avLst/>
            <a:gdLst/>
            <a:ahLst/>
            <a:cxnLst/>
            <a:rect l="0" t="0" r="r" b="b"/>
            <a:pathLst>
              <a:path w="29687" h="5399" fill="norm" stroke="1" extrusionOk="0">
                <a:moveTo>
                  <a:pt x="0" y="525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253"/>
                </a:lnTo>
                <a:cubicBezTo>
                  <a:pt x="29687" y="5263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9"/>
                </a:cubicBezTo>
                <a:cubicBezTo>
                  <a:pt x="29672" y="5318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3"/>
                  <a:pt x="29630" y="5369"/>
                  <a:pt x="29623" y="5374"/>
                </a:cubicBezTo>
                <a:cubicBezTo>
                  <a:pt x="29615" y="5379"/>
                  <a:pt x="29606" y="5384"/>
                  <a:pt x="29597" y="5388"/>
                </a:cubicBezTo>
                <a:cubicBezTo>
                  <a:pt x="29589" y="5391"/>
                  <a:pt x="29579" y="5394"/>
                  <a:pt x="29570" y="5396"/>
                </a:cubicBezTo>
                <a:cubicBezTo>
                  <a:pt x="29561" y="5398"/>
                  <a:pt x="29551" y="5399"/>
                  <a:pt x="29542" y="5399"/>
                </a:cubicBezTo>
                <a:lnTo>
                  <a:pt x="145" y="5399"/>
                </a:lnTo>
                <a:cubicBezTo>
                  <a:pt x="136" y="5399"/>
                  <a:pt x="126" y="5398"/>
                  <a:pt x="117" y="5396"/>
                </a:cubicBezTo>
                <a:cubicBezTo>
                  <a:pt x="108" y="5394"/>
                  <a:pt x="99" y="5391"/>
                  <a:pt x="90" y="5388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9"/>
                  <a:pt x="49" y="5363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8"/>
                  <a:pt x="11" y="5309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3"/>
                  <a:pt x="0" y="5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5217829" name=""/>
          <p:cNvSpPr/>
          <p:nvPr/>
        </p:nvSpPr>
        <p:spPr bwMode="auto">
          <a:xfrm>
            <a:off x="757080" y="2090520"/>
            <a:ext cx="10687320" cy="1943640"/>
          </a:xfrm>
          <a:custGeom>
            <a:avLst/>
            <a:gdLst/>
            <a:ahLst/>
            <a:cxnLst/>
            <a:rect l="0" t="0" r="r" b="b"/>
            <a:pathLst>
              <a:path w="29687" h="5399" fill="norm" stroke="1" extrusionOk="0">
                <a:moveTo>
                  <a:pt x="0" y="525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253"/>
                </a:lnTo>
                <a:cubicBezTo>
                  <a:pt x="29687" y="5263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9"/>
                </a:cubicBezTo>
                <a:cubicBezTo>
                  <a:pt x="29672" y="5318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3"/>
                  <a:pt x="29630" y="5369"/>
                  <a:pt x="29623" y="5374"/>
                </a:cubicBezTo>
                <a:cubicBezTo>
                  <a:pt x="29615" y="5379"/>
                  <a:pt x="29606" y="5384"/>
                  <a:pt x="29597" y="5388"/>
                </a:cubicBezTo>
                <a:cubicBezTo>
                  <a:pt x="29589" y="5391"/>
                  <a:pt x="29579" y="5394"/>
                  <a:pt x="29570" y="5396"/>
                </a:cubicBezTo>
                <a:cubicBezTo>
                  <a:pt x="29561" y="5398"/>
                  <a:pt x="29551" y="5399"/>
                  <a:pt x="29542" y="5399"/>
                </a:cubicBezTo>
                <a:lnTo>
                  <a:pt x="145" y="5399"/>
                </a:lnTo>
                <a:cubicBezTo>
                  <a:pt x="136" y="5399"/>
                  <a:pt x="126" y="5398"/>
                  <a:pt x="117" y="5396"/>
                </a:cubicBezTo>
                <a:cubicBezTo>
                  <a:pt x="108" y="5394"/>
                  <a:pt x="99" y="5391"/>
                  <a:pt x="90" y="5388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9"/>
                  <a:pt x="49" y="5363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8"/>
                  <a:pt x="11" y="5309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3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6143017" name=""/>
          <p:cNvSpPr/>
          <p:nvPr/>
        </p:nvSpPr>
        <p:spPr bwMode="auto">
          <a:xfrm>
            <a:off x="752400" y="819000"/>
            <a:ext cx="1000440" cy="400320"/>
          </a:xfrm>
          <a:custGeom>
            <a:avLst/>
            <a:gdLst/>
            <a:ahLst/>
            <a:cxnLst/>
            <a:rect l="0" t="0" r="r" b="b"/>
            <a:pathLst>
              <a:path w="2779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620" y="0"/>
                </a:lnTo>
                <a:cubicBezTo>
                  <a:pt x="2631" y="0"/>
                  <a:pt x="2641" y="1"/>
                  <a:pt x="2651" y="3"/>
                </a:cubicBezTo>
                <a:cubicBezTo>
                  <a:pt x="2661" y="5"/>
                  <a:pt x="2671" y="8"/>
                  <a:pt x="2681" y="12"/>
                </a:cubicBezTo>
                <a:cubicBezTo>
                  <a:pt x="2690" y="16"/>
                  <a:pt x="2700" y="21"/>
                  <a:pt x="2708" y="27"/>
                </a:cubicBezTo>
                <a:cubicBezTo>
                  <a:pt x="2717" y="32"/>
                  <a:pt x="2725" y="39"/>
                  <a:pt x="2732" y="46"/>
                </a:cubicBezTo>
                <a:cubicBezTo>
                  <a:pt x="2740" y="54"/>
                  <a:pt x="2746" y="62"/>
                  <a:pt x="2752" y="70"/>
                </a:cubicBezTo>
                <a:cubicBezTo>
                  <a:pt x="2758" y="79"/>
                  <a:pt x="2763" y="88"/>
                  <a:pt x="2767" y="98"/>
                </a:cubicBezTo>
                <a:cubicBezTo>
                  <a:pt x="2771" y="108"/>
                  <a:pt x="2774" y="117"/>
                  <a:pt x="2776" y="128"/>
                </a:cubicBezTo>
                <a:cubicBezTo>
                  <a:pt x="2778" y="138"/>
                  <a:pt x="2779" y="148"/>
                  <a:pt x="2779" y="159"/>
                </a:cubicBezTo>
                <a:lnTo>
                  <a:pt x="2779" y="953"/>
                </a:lnTo>
                <a:cubicBezTo>
                  <a:pt x="2779" y="964"/>
                  <a:pt x="2778" y="974"/>
                  <a:pt x="2776" y="984"/>
                </a:cubicBezTo>
                <a:cubicBezTo>
                  <a:pt x="2774" y="995"/>
                  <a:pt x="2771" y="1005"/>
                  <a:pt x="2767" y="1014"/>
                </a:cubicBezTo>
                <a:cubicBezTo>
                  <a:pt x="2763" y="1024"/>
                  <a:pt x="2758" y="1033"/>
                  <a:pt x="2752" y="1042"/>
                </a:cubicBezTo>
                <a:cubicBezTo>
                  <a:pt x="2746" y="1050"/>
                  <a:pt x="2740" y="1058"/>
                  <a:pt x="2732" y="1066"/>
                </a:cubicBezTo>
                <a:cubicBezTo>
                  <a:pt x="2725" y="1073"/>
                  <a:pt x="2717" y="1080"/>
                  <a:pt x="2708" y="1085"/>
                </a:cubicBezTo>
                <a:cubicBezTo>
                  <a:pt x="2700" y="1091"/>
                  <a:pt x="2690" y="1096"/>
                  <a:pt x="2681" y="1100"/>
                </a:cubicBezTo>
                <a:cubicBezTo>
                  <a:pt x="2671" y="1104"/>
                  <a:pt x="2661" y="1107"/>
                  <a:pt x="2651" y="1109"/>
                </a:cubicBezTo>
                <a:cubicBezTo>
                  <a:pt x="2641" y="1111"/>
                  <a:pt x="2631" y="1112"/>
                  <a:pt x="2620" y="1112"/>
                </a:cubicBezTo>
                <a:lnTo>
                  <a:pt x="158" y="1112"/>
                </a:lnTo>
                <a:cubicBezTo>
                  <a:pt x="148" y="1112"/>
                  <a:pt x="138" y="1111"/>
                  <a:pt x="127" y="1109"/>
                </a:cubicBezTo>
                <a:cubicBezTo>
                  <a:pt x="117" y="1107"/>
                  <a:pt x="107" y="1104"/>
                  <a:pt x="98" y="1100"/>
                </a:cubicBezTo>
                <a:cubicBezTo>
                  <a:pt x="88" y="1096"/>
                  <a:pt x="79" y="1091"/>
                  <a:pt x="70" y="1085"/>
                </a:cubicBezTo>
                <a:cubicBezTo>
                  <a:pt x="62" y="1080"/>
                  <a:pt x="54" y="1073"/>
                  <a:pt x="46" y="1066"/>
                </a:cubicBezTo>
                <a:cubicBezTo>
                  <a:pt x="39" y="1058"/>
                  <a:pt x="32" y="1050"/>
                  <a:pt x="26" y="1042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5"/>
                  <a:pt x="5" y="995"/>
                  <a:pt x="3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37623" name=""/>
          <p:cNvSpPr txBox="1"/>
          <p:nvPr/>
        </p:nvSpPr>
        <p:spPr bwMode="auto">
          <a:xfrm>
            <a:off x="819360" y="815400"/>
            <a:ext cx="864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cols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354496" name=""/>
          <p:cNvSpPr/>
          <p:nvPr/>
        </p:nvSpPr>
        <p:spPr bwMode="auto">
          <a:xfrm>
            <a:off x="2619360" y="819000"/>
            <a:ext cx="1000440" cy="400320"/>
          </a:xfrm>
          <a:custGeom>
            <a:avLst/>
            <a:gdLst/>
            <a:ahLst/>
            <a:cxnLst/>
            <a:rect l="0" t="0" r="r" b="b"/>
            <a:pathLst>
              <a:path w="2779" h="1112" fill="norm" stroke="1" extrusionOk="0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620" y="0"/>
                </a:lnTo>
                <a:cubicBezTo>
                  <a:pt x="2630" y="0"/>
                  <a:pt x="2641" y="1"/>
                  <a:pt x="2651" y="3"/>
                </a:cubicBezTo>
                <a:cubicBezTo>
                  <a:pt x="2661" y="5"/>
                  <a:pt x="2671" y="8"/>
                  <a:pt x="2681" y="12"/>
                </a:cubicBezTo>
                <a:cubicBezTo>
                  <a:pt x="2690" y="16"/>
                  <a:pt x="2699" y="21"/>
                  <a:pt x="2708" y="27"/>
                </a:cubicBezTo>
                <a:cubicBezTo>
                  <a:pt x="2717" y="32"/>
                  <a:pt x="2725" y="39"/>
                  <a:pt x="2732" y="46"/>
                </a:cubicBezTo>
                <a:cubicBezTo>
                  <a:pt x="2740" y="54"/>
                  <a:pt x="2746" y="62"/>
                  <a:pt x="2752" y="70"/>
                </a:cubicBezTo>
                <a:cubicBezTo>
                  <a:pt x="2758" y="79"/>
                  <a:pt x="2763" y="88"/>
                  <a:pt x="2767" y="98"/>
                </a:cubicBezTo>
                <a:cubicBezTo>
                  <a:pt x="2771" y="108"/>
                  <a:pt x="2774" y="117"/>
                  <a:pt x="2776" y="128"/>
                </a:cubicBezTo>
                <a:cubicBezTo>
                  <a:pt x="2778" y="138"/>
                  <a:pt x="2779" y="148"/>
                  <a:pt x="2779" y="159"/>
                </a:cubicBezTo>
                <a:lnTo>
                  <a:pt x="2779" y="953"/>
                </a:lnTo>
                <a:cubicBezTo>
                  <a:pt x="2779" y="964"/>
                  <a:pt x="2778" y="974"/>
                  <a:pt x="2776" y="984"/>
                </a:cubicBezTo>
                <a:cubicBezTo>
                  <a:pt x="2774" y="995"/>
                  <a:pt x="2771" y="1005"/>
                  <a:pt x="2767" y="1014"/>
                </a:cubicBezTo>
                <a:cubicBezTo>
                  <a:pt x="2763" y="1024"/>
                  <a:pt x="2758" y="1033"/>
                  <a:pt x="2752" y="1042"/>
                </a:cubicBezTo>
                <a:cubicBezTo>
                  <a:pt x="2746" y="1050"/>
                  <a:pt x="2740" y="1058"/>
                  <a:pt x="2732" y="1066"/>
                </a:cubicBezTo>
                <a:cubicBezTo>
                  <a:pt x="2725" y="1073"/>
                  <a:pt x="2717" y="1080"/>
                  <a:pt x="2708" y="1085"/>
                </a:cubicBezTo>
                <a:cubicBezTo>
                  <a:pt x="2699" y="1091"/>
                  <a:pt x="2690" y="1096"/>
                  <a:pt x="2681" y="1100"/>
                </a:cubicBezTo>
                <a:cubicBezTo>
                  <a:pt x="2671" y="1104"/>
                  <a:pt x="2661" y="1107"/>
                  <a:pt x="2651" y="1109"/>
                </a:cubicBezTo>
                <a:cubicBezTo>
                  <a:pt x="2641" y="1111"/>
                  <a:pt x="2630" y="1112"/>
                  <a:pt x="2620" y="1112"/>
                </a:cubicBezTo>
                <a:lnTo>
                  <a:pt x="158" y="1112"/>
                </a:lnTo>
                <a:cubicBezTo>
                  <a:pt x="148" y="1112"/>
                  <a:pt x="138" y="1111"/>
                  <a:pt x="127" y="1109"/>
                </a:cubicBezTo>
                <a:cubicBezTo>
                  <a:pt x="117" y="1107"/>
                  <a:pt x="107" y="1104"/>
                  <a:pt x="98" y="1100"/>
                </a:cubicBezTo>
                <a:cubicBezTo>
                  <a:pt x="88" y="1096"/>
                  <a:pt x="79" y="1091"/>
                  <a:pt x="70" y="1085"/>
                </a:cubicBezTo>
                <a:cubicBezTo>
                  <a:pt x="61" y="1080"/>
                  <a:pt x="53" y="1073"/>
                  <a:pt x="46" y="1066"/>
                </a:cubicBezTo>
                <a:cubicBezTo>
                  <a:pt x="39" y="1058"/>
                  <a:pt x="32" y="1050"/>
                  <a:pt x="26" y="1042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5"/>
                  <a:pt x="5" y="995"/>
                  <a:pt x="3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0142815" name=""/>
          <p:cNvSpPr txBox="1"/>
          <p:nvPr/>
        </p:nvSpPr>
        <p:spPr bwMode="auto">
          <a:xfrm>
            <a:off x="1752840" y="730440"/>
            <a:ext cx="8643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and 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039607" name=""/>
          <p:cNvSpPr txBox="1"/>
          <p:nvPr/>
        </p:nvSpPr>
        <p:spPr bwMode="auto">
          <a:xfrm>
            <a:off x="2686680" y="815400"/>
            <a:ext cx="8640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rows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2173798" name=""/>
          <p:cNvSpPr txBox="1"/>
          <p:nvPr/>
        </p:nvSpPr>
        <p:spPr bwMode="auto">
          <a:xfrm>
            <a:off x="3620160" y="730440"/>
            <a:ext cx="19360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 Attributes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9143081" name=""/>
          <p:cNvSpPr/>
          <p:nvPr/>
        </p:nvSpPr>
        <p:spPr bwMode="auto">
          <a:xfrm>
            <a:off x="5886360" y="1571400"/>
            <a:ext cx="1600560" cy="362520"/>
          </a:xfrm>
          <a:custGeom>
            <a:avLst/>
            <a:gdLst/>
            <a:ahLst/>
            <a:cxnLst/>
            <a:rect l="0" t="0" r="r" b="b"/>
            <a:pathLst>
              <a:path w="4446" h="1007" fill="norm" stroke="1" extrusionOk="0">
                <a:moveTo>
                  <a:pt x="0" y="848"/>
                </a:moveTo>
                <a:lnTo>
                  <a:pt x="0" y="160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4287" y="0"/>
                </a:lnTo>
                <a:cubicBezTo>
                  <a:pt x="4297" y="0"/>
                  <a:pt x="4308" y="1"/>
                  <a:pt x="4318" y="3"/>
                </a:cubicBezTo>
                <a:cubicBezTo>
                  <a:pt x="4328" y="5"/>
                  <a:pt x="4338" y="8"/>
                  <a:pt x="4348" y="12"/>
                </a:cubicBezTo>
                <a:cubicBezTo>
                  <a:pt x="4357" y="16"/>
                  <a:pt x="4367" y="21"/>
                  <a:pt x="4375" y="27"/>
                </a:cubicBezTo>
                <a:cubicBezTo>
                  <a:pt x="4384" y="33"/>
                  <a:pt x="4392" y="39"/>
                  <a:pt x="4399" y="47"/>
                </a:cubicBezTo>
                <a:cubicBezTo>
                  <a:pt x="4407" y="54"/>
                  <a:pt x="4413" y="62"/>
                  <a:pt x="4419" y="71"/>
                </a:cubicBezTo>
                <a:cubicBezTo>
                  <a:pt x="4425" y="79"/>
                  <a:pt x="4430" y="88"/>
                  <a:pt x="4434" y="98"/>
                </a:cubicBezTo>
                <a:cubicBezTo>
                  <a:pt x="4438" y="108"/>
                  <a:pt x="4441" y="118"/>
                  <a:pt x="4443" y="128"/>
                </a:cubicBezTo>
                <a:cubicBezTo>
                  <a:pt x="4445" y="138"/>
                  <a:pt x="4446" y="148"/>
                  <a:pt x="4446" y="160"/>
                </a:cubicBezTo>
                <a:lnTo>
                  <a:pt x="4446" y="848"/>
                </a:lnTo>
                <a:cubicBezTo>
                  <a:pt x="4446" y="858"/>
                  <a:pt x="4445" y="869"/>
                  <a:pt x="4443" y="879"/>
                </a:cubicBezTo>
                <a:cubicBezTo>
                  <a:pt x="4441" y="889"/>
                  <a:pt x="4438" y="899"/>
                  <a:pt x="4434" y="909"/>
                </a:cubicBezTo>
                <a:cubicBezTo>
                  <a:pt x="4430" y="918"/>
                  <a:pt x="4425" y="927"/>
                  <a:pt x="4419" y="936"/>
                </a:cubicBezTo>
                <a:cubicBezTo>
                  <a:pt x="4413" y="945"/>
                  <a:pt x="4407" y="953"/>
                  <a:pt x="4399" y="960"/>
                </a:cubicBezTo>
                <a:cubicBezTo>
                  <a:pt x="4392" y="967"/>
                  <a:pt x="4384" y="974"/>
                  <a:pt x="4375" y="980"/>
                </a:cubicBezTo>
                <a:cubicBezTo>
                  <a:pt x="4367" y="986"/>
                  <a:pt x="4357" y="990"/>
                  <a:pt x="4348" y="994"/>
                </a:cubicBezTo>
                <a:cubicBezTo>
                  <a:pt x="4338" y="998"/>
                  <a:pt x="4328" y="1001"/>
                  <a:pt x="4318" y="1003"/>
                </a:cubicBezTo>
                <a:cubicBezTo>
                  <a:pt x="4308" y="1006"/>
                  <a:pt x="4297" y="1007"/>
                  <a:pt x="4287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8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6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4120395" name=""/>
          <p:cNvSpPr txBox="1"/>
          <p:nvPr/>
        </p:nvSpPr>
        <p:spPr bwMode="auto">
          <a:xfrm>
            <a:off x="747720" y="1523880"/>
            <a:ext cx="5136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Deﬁne the visible width and height of a 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2213901" name=""/>
          <p:cNvSpPr txBox="1"/>
          <p:nvPr/>
        </p:nvSpPr>
        <p:spPr bwMode="auto">
          <a:xfrm>
            <a:off x="5984280" y="162288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&lt;textarea&gt;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1608742" name=""/>
          <p:cNvSpPr txBox="1"/>
          <p:nvPr/>
        </p:nvSpPr>
        <p:spPr bwMode="auto">
          <a:xfrm>
            <a:off x="7486560" y="1523880"/>
            <a:ext cx="2757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6332721" name=""/>
          <p:cNvSpPr txBox="1"/>
          <p:nvPr/>
        </p:nvSpPr>
        <p:spPr bwMode="auto">
          <a:xfrm>
            <a:off x="914400" y="2252520"/>
            <a:ext cx="1268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&lt;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textarea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882721" name=""/>
          <p:cNvSpPr txBox="1"/>
          <p:nvPr/>
        </p:nvSpPr>
        <p:spPr bwMode="auto">
          <a:xfrm>
            <a:off x="914400" y="2518920"/>
            <a:ext cx="23947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name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"feedback"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90393" name=""/>
          <p:cNvSpPr txBox="1"/>
          <p:nvPr/>
        </p:nvSpPr>
        <p:spPr bwMode="auto">
          <a:xfrm>
            <a:off x="914400" y="279540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rows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"4"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275122" name=""/>
          <p:cNvSpPr txBox="1"/>
          <p:nvPr/>
        </p:nvSpPr>
        <p:spPr bwMode="auto">
          <a:xfrm>
            <a:off x="914400" y="3061800"/>
            <a:ext cx="154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cols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"40"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6210633" name=""/>
          <p:cNvSpPr txBox="1"/>
          <p:nvPr/>
        </p:nvSpPr>
        <p:spPr bwMode="auto">
          <a:xfrm>
            <a:off x="914400" y="3328560"/>
            <a:ext cx="4647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placeholder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=</a:t>
            </a:r>
            <a:r>
              <a:rPr lang="en-US" sz="1850" b="0" u="none" strike="noStrike">
                <a:solidFill>
                  <a:srgbClr val="0A3069"/>
                </a:solidFill>
                <a:latin typeface="Courier New"/>
                <a:ea typeface="Courier New"/>
              </a:rPr>
              <a:t>"Enter feedback..."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769232" name=""/>
          <p:cNvSpPr/>
          <p:nvPr/>
        </p:nvSpPr>
        <p:spPr bwMode="auto">
          <a:xfrm>
            <a:off x="1047600" y="436212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0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2382157" name=""/>
          <p:cNvSpPr/>
          <p:nvPr/>
        </p:nvSpPr>
        <p:spPr bwMode="auto">
          <a:xfrm>
            <a:off x="1304640" y="4257360"/>
            <a:ext cx="743400" cy="362520"/>
          </a:xfrm>
          <a:custGeom>
            <a:avLst/>
            <a:gdLst/>
            <a:ahLst/>
            <a:cxnLst/>
            <a:rect l="0" t="0" r="r" b="b"/>
            <a:pathLst>
              <a:path w="2065" h="1007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906" y="0"/>
                </a:lnTo>
                <a:cubicBezTo>
                  <a:pt x="1917" y="0"/>
                  <a:pt x="1927" y="1"/>
                  <a:pt x="1937" y="3"/>
                </a:cubicBezTo>
                <a:cubicBezTo>
                  <a:pt x="1947" y="5"/>
                  <a:pt x="1957" y="8"/>
                  <a:pt x="1967" y="12"/>
                </a:cubicBezTo>
                <a:cubicBezTo>
                  <a:pt x="1977" y="16"/>
                  <a:pt x="1986" y="21"/>
                  <a:pt x="1994" y="27"/>
                </a:cubicBezTo>
                <a:cubicBezTo>
                  <a:pt x="2003" y="33"/>
                  <a:pt x="2011" y="39"/>
                  <a:pt x="2019" y="47"/>
                </a:cubicBezTo>
                <a:cubicBezTo>
                  <a:pt x="2026" y="54"/>
                  <a:pt x="2032" y="62"/>
                  <a:pt x="2038" y="71"/>
                </a:cubicBezTo>
                <a:cubicBezTo>
                  <a:pt x="2044" y="80"/>
                  <a:pt x="2049" y="89"/>
                  <a:pt x="2053" y="98"/>
                </a:cubicBezTo>
                <a:cubicBezTo>
                  <a:pt x="2057" y="108"/>
                  <a:pt x="2060" y="118"/>
                  <a:pt x="2062" y="128"/>
                </a:cubicBezTo>
                <a:cubicBezTo>
                  <a:pt x="2064" y="138"/>
                  <a:pt x="2065" y="149"/>
                  <a:pt x="2065" y="159"/>
                </a:cubicBezTo>
                <a:lnTo>
                  <a:pt x="2065" y="848"/>
                </a:lnTo>
                <a:cubicBezTo>
                  <a:pt x="2065" y="858"/>
                  <a:pt x="2064" y="869"/>
                  <a:pt x="2062" y="879"/>
                </a:cubicBezTo>
                <a:cubicBezTo>
                  <a:pt x="2060" y="889"/>
                  <a:pt x="2057" y="899"/>
                  <a:pt x="2053" y="909"/>
                </a:cubicBezTo>
                <a:cubicBezTo>
                  <a:pt x="2049" y="918"/>
                  <a:pt x="2044" y="928"/>
                  <a:pt x="2038" y="936"/>
                </a:cubicBezTo>
                <a:cubicBezTo>
                  <a:pt x="2032" y="945"/>
                  <a:pt x="2026" y="953"/>
                  <a:pt x="2019" y="960"/>
                </a:cubicBezTo>
                <a:cubicBezTo>
                  <a:pt x="2011" y="968"/>
                  <a:pt x="2003" y="974"/>
                  <a:pt x="1994" y="980"/>
                </a:cubicBezTo>
                <a:cubicBezTo>
                  <a:pt x="1986" y="986"/>
                  <a:pt x="1977" y="991"/>
                  <a:pt x="1967" y="995"/>
                </a:cubicBezTo>
                <a:cubicBezTo>
                  <a:pt x="1957" y="999"/>
                  <a:pt x="1947" y="1002"/>
                  <a:pt x="1937" y="1004"/>
                </a:cubicBezTo>
                <a:cubicBezTo>
                  <a:pt x="1927" y="1006"/>
                  <a:pt x="1917" y="1007"/>
                  <a:pt x="1906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7051128" name=""/>
          <p:cNvSpPr txBox="1"/>
          <p:nvPr/>
        </p:nvSpPr>
        <p:spPr bwMode="auto">
          <a:xfrm>
            <a:off x="914400" y="3605040"/>
            <a:ext cx="1690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&gt;&lt;/</a:t>
            </a:r>
            <a:r>
              <a:rPr lang="en-US" sz="1850" b="0" u="none" strike="noStrike">
                <a:solidFill>
                  <a:srgbClr val="0550AE"/>
                </a:solidFill>
                <a:latin typeface="Courier New"/>
                <a:ea typeface="Courier New"/>
              </a:rPr>
              <a:t>textarea</a:t>
            </a: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&gt;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9243262" name=""/>
          <p:cNvSpPr txBox="1"/>
          <p:nvPr/>
        </p:nvSpPr>
        <p:spPr bwMode="auto">
          <a:xfrm>
            <a:off x="1393920" y="430884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rows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2168323" name=""/>
          <p:cNvSpPr/>
          <p:nvPr/>
        </p:nvSpPr>
        <p:spPr bwMode="auto">
          <a:xfrm>
            <a:off x="1047600" y="48574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2485397" name=""/>
          <p:cNvSpPr/>
          <p:nvPr/>
        </p:nvSpPr>
        <p:spPr bwMode="auto">
          <a:xfrm>
            <a:off x="1304640" y="4752720"/>
            <a:ext cx="743400" cy="362520"/>
          </a:xfrm>
          <a:custGeom>
            <a:avLst/>
            <a:gdLst/>
            <a:ahLst/>
            <a:cxnLst/>
            <a:rect l="0" t="0" r="r" b="b"/>
            <a:pathLst>
              <a:path w="2065" h="1007" fill="norm" stroke="1" extrusionOk="0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906" y="0"/>
                </a:lnTo>
                <a:cubicBezTo>
                  <a:pt x="1917" y="0"/>
                  <a:pt x="1927" y="1"/>
                  <a:pt x="1937" y="3"/>
                </a:cubicBezTo>
                <a:cubicBezTo>
                  <a:pt x="1947" y="5"/>
                  <a:pt x="1957" y="8"/>
                  <a:pt x="1967" y="12"/>
                </a:cubicBezTo>
                <a:cubicBezTo>
                  <a:pt x="1977" y="16"/>
                  <a:pt x="1986" y="21"/>
                  <a:pt x="1994" y="27"/>
                </a:cubicBezTo>
                <a:cubicBezTo>
                  <a:pt x="2003" y="33"/>
                  <a:pt x="2011" y="39"/>
                  <a:pt x="2019" y="47"/>
                </a:cubicBezTo>
                <a:cubicBezTo>
                  <a:pt x="2026" y="54"/>
                  <a:pt x="2032" y="62"/>
                  <a:pt x="2038" y="71"/>
                </a:cubicBezTo>
                <a:cubicBezTo>
                  <a:pt x="2044" y="79"/>
                  <a:pt x="2049" y="89"/>
                  <a:pt x="2053" y="98"/>
                </a:cubicBezTo>
                <a:cubicBezTo>
                  <a:pt x="2057" y="108"/>
                  <a:pt x="2060" y="118"/>
                  <a:pt x="2062" y="128"/>
                </a:cubicBezTo>
                <a:cubicBezTo>
                  <a:pt x="2064" y="138"/>
                  <a:pt x="2065" y="149"/>
                  <a:pt x="2065" y="159"/>
                </a:cubicBezTo>
                <a:lnTo>
                  <a:pt x="2065" y="848"/>
                </a:lnTo>
                <a:cubicBezTo>
                  <a:pt x="2065" y="858"/>
                  <a:pt x="2064" y="869"/>
                  <a:pt x="2062" y="879"/>
                </a:cubicBezTo>
                <a:cubicBezTo>
                  <a:pt x="2060" y="889"/>
                  <a:pt x="2057" y="899"/>
                  <a:pt x="2053" y="909"/>
                </a:cubicBezTo>
                <a:cubicBezTo>
                  <a:pt x="2049" y="918"/>
                  <a:pt x="2044" y="927"/>
                  <a:pt x="2038" y="936"/>
                </a:cubicBezTo>
                <a:cubicBezTo>
                  <a:pt x="2032" y="945"/>
                  <a:pt x="2026" y="953"/>
                  <a:pt x="2019" y="960"/>
                </a:cubicBezTo>
                <a:cubicBezTo>
                  <a:pt x="2011" y="967"/>
                  <a:pt x="2003" y="974"/>
                  <a:pt x="1994" y="980"/>
                </a:cubicBezTo>
                <a:cubicBezTo>
                  <a:pt x="1986" y="986"/>
                  <a:pt x="1977" y="991"/>
                  <a:pt x="1967" y="995"/>
                </a:cubicBezTo>
                <a:cubicBezTo>
                  <a:pt x="1957" y="999"/>
                  <a:pt x="1947" y="1002"/>
                  <a:pt x="1937" y="1004"/>
                </a:cubicBezTo>
                <a:cubicBezTo>
                  <a:pt x="1927" y="1006"/>
                  <a:pt x="1917" y="1007"/>
                  <a:pt x="1906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8282575" name=""/>
          <p:cNvSpPr txBox="1"/>
          <p:nvPr/>
        </p:nvSpPr>
        <p:spPr bwMode="auto">
          <a:xfrm>
            <a:off x="2051280" y="4210200"/>
            <a:ext cx="38746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= number of visible text lines.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380394" name=""/>
          <p:cNvSpPr txBox="1"/>
          <p:nvPr/>
        </p:nvSpPr>
        <p:spPr bwMode="auto">
          <a:xfrm>
            <a:off x="1393920" y="4804200"/>
            <a:ext cx="564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1850" b="0" u="none" strike="noStrike">
                <a:solidFill>
                  <a:srgbClr val="1F2328"/>
                </a:solidFill>
                <a:latin typeface="Courier New"/>
                <a:ea typeface="Courier New"/>
              </a:rPr>
              <a:t>cols</a:t>
            </a:r>
            <a:endParaRPr lang="en-US" sz="1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822692" name=""/>
          <p:cNvSpPr/>
          <p:nvPr/>
        </p:nvSpPr>
        <p:spPr bwMode="auto">
          <a:xfrm>
            <a:off x="1047600" y="535284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rm" stroke="1" extrusionOk="0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0563075" name=""/>
          <p:cNvSpPr txBox="1"/>
          <p:nvPr/>
        </p:nvSpPr>
        <p:spPr bwMode="auto">
          <a:xfrm>
            <a:off x="2051280" y="4705200"/>
            <a:ext cx="53290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 = width in character units (approximate).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762055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6505785" y="1996379"/>
            <a:ext cx="5436577" cy="266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646219" name=""/>
          <p:cNvSpPr txBox="1"/>
          <p:nvPr/>
        </p:nvSpPr>
        <p:spPr bwMode="auto">
          <a:xfrm>
            <a:off x="1300320" y="5200560"/>
            <a:ext cx="4656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The size can also be styled with CSS.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20999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676981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540751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5280055" name=""/>
          <p:cNvSpPr txBox="1"/>
          <p:nvPr/>
        </p:nvSpPr>
        <p:spPr bwMode="auto">
          <a:xfrm>
            <a:off x="747720" y="2845080"/>
            <a:ext cx="10076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850" b="1" u="none" strike="noStrike">
                <a:solidFill>
                  <a:srgbClr val="1F2328"/>
                </a:solidFill>
                <a:latin typeface="NotoSans"/>
                <a:ea typeface="NotoSans"/>
              </a:rPr>
              <a:t>Tasks</a:t>
            </a:r>
            <a:endParaRPr lang="en-US" sz="285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504802" name=""/>
          <p:cNvSpPr txBox="1"/>
          <p:nvPr/>
        </p:nvSpPr>
        <p:spPr bwMode="auto">
          <a:xfrm>
            <a:off x="747720" y="3591000"/>
            <a:ext cx="43588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Let's apply what we have learned.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60510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039603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55519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35301738" name="" descr=""/>
          <p:cNvPicPr/>
          <p:nvPr/>
        </p:nvPicPr>
        <p:blipFill rotWithShape="1">
          <a:blip r:embed="rId3"/>
          <a:stretch/>
        </p:blipFill>
        <p:spPr bwMode="auto">
          <a:xfrm flipH="0" flipV="0">
            <a:off x="3629740" y="651075"/>
            <a:ext cx="5255557" cy="546415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470924" name=""/>
          <p:cNvSpPr txBox="1"/>
          <p:nvPr/>
        </p:nvSpPr>
        <p:spPr bwMode="auto">
          <a:xfrm>
            <a:off x="747720" y="732600"/>
            <a:ext cx="1035360" cy="41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400" b="1" u="none" strike="noStrike">
                <a:solidFill>
                  <a:srgbClr val="1F2328"/>
                </a:solidFill>
                <a:latin typeface="NotoSans"/>
                <a:ea typeface="NotoSans"/>
              </a:rPr>
              <a:t>Task 1:</a:t>
            </a: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549219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4077455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379630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09291656" name="" descr=""/>
          <p:cNvPicPr/>
          <p:nvPr/>
        </p:nvPicPr>
        <p:blipFill rotWithShape="1">
          <a:blip r:embed="rId3"/>
          <a:stretch/>
        </p:blipFill>
        <p:spPr bwMode="auto">
          <a:xfrm>
            <a:off x="2781539" y="1838160"/>
            <a:ext cx="6629039" cy="364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4065133" name=""/>
          <p:cNvSpPr txBox="1"/>
          <p:nvPr/>
        </p:nvSpPr>
        <p:spPr bwMode="auto">
          <a:xfrm>
            <a:off x="747720" y="1295280"/>
            <a:ext cx="937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1" u="none" strike="noStrike">
                <a:solidFill>
                  <a:srgbClr val="1F2328"/>
                </a:solidFill>
                <a:latin typeface="NotoSans"/>
                <a:ea typeface="NotoSans"/>
              </a:rPr>
              <a:t>Task 3</a:t>
            </a: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: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566497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6493421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329352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11378067" name="" descr=""/>
          <p:cNvPicPr/>
          <p:nvPr/>
        </p:nvPicPr>
        <p:blipFill rotWithShape="1">
          <a:blip r:embed="rId3"/>
          <a:stretch/>
        </p:blipFill>
        <p:spPr bwMode="auto">
          <a:xfrm>
            <a:off x="1837526" y="1217904"/>
            <a:ext cx="8667360" cy="488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957331" name=""/>
          <p:cNvSpPr txBox="1"/>
          <p:nvPr/>
        </p:nvSpPr>
        <p:spPr bwMode="auto">
          <a:xfrm>
            <a:off x="747720" y="771480"/>
            <a:ext cx="9378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1" u="none" strike="noStrike">
                <a:solidFill>
                  <a:srgbClr val="1F2328"/>
                </a:solidFill>
                <a:latin typeface="NotoSans"/>
                <a:ea typeface="NotoSans"/>
              </a:rPr>
              <a:t>Task 2</a:t>
            </a: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:</a:t>
            </a:r>
            <a:endParaRPr lang="en-US" sz="215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955268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2924106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083941" name=""/>
          <p:cNvSpPr/>
          <p:nvPr/>
        </p:nvSpPr>
        <p:spPr bwMode="auto"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 fill="norm" stroke="1" extrusionOk="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en-US" sz="2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6580499" name=""/>
          <p:cNvSpPr txBox="1"/>
          <p:nvPr/>
        </p:nvSpPr>
        <p:spPr bwMode="auto">
          <a:xfrm>
            <a:off x="4461264" y="2826720"/>
            <a:ext cx="2337478" cy="5337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3500" b="1" u="none" strike="noStrike">
                <a:solidFill>
                  <a:srgbClr val="224466"/>
                </a:solidFill>
                <a:latin typeface="NotoSans"/>
                <a:ea typeface="NotoSans"/>
              </a:rPr>
              <a:t>Thank You</a:t>
            </a:r>
            <a:endParaRPr lang="en-US" sz="35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121786" name=""/>
          <p:cNvSpPr txBox="1"/>
          <p:nvPr/>
        </p:nvSpPr>
        <p:spPr bwMode="auto">
          <a:xfrm rot="0" flipH="0" flipV="0">
            <a:off x="2991360" y="3797942"/>
            <a:ext cx="183636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34992984" name=""/>
          <p:cNvSpPr txBox="1"/>
          <p:nvPr/>
        </p:nvSpPr>
        <p:spPr bwMode="auto">
          <a:xfrm>
            <a:off x="3822245" y="3591000"/>
            <a:ext cx="4211682" cy="3280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>
              <a:defRPr/>
            </a:pPr>
            <a:r>
              <a:rPr lang="en-US" sz="2150" b="0" u="none" strike="noStrike">
                <a:solidFill>
                  <a:srgbClr val="1F2328"/>
                </a:solidFill>
                <a:latin typeface="NotoSans"/>
                <a:ea typeface="NotoSans"/>
              </a:rPr>
              <a:t>Presentation by: Ahmad Othman</a:t>
            </a:r>
            <a:endParaRPr lang="en-US" sz="2150" b="0" u="none" strike="noStrike">
              <a:solidFill>
                <a:srgbClr val="1F2328"/>
              </a:solidFill>
              <a:latin typeface="NotoSans"/>
              <a:ea typeface="Noto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l"/>
      </p:transition>
    </mc:Choice>
    <mc:Fallback>
      <p:transition spd="med" advClick="1">
        <p:push dir="l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ONLYOFFICE/9.1.0.173</Application>
  <PresentationFormat>On-screen Show (4:3)</PresentationFormat>
  <Paragraphs>0</Paragraphs>
  <Slides>42</Slides>
  <Notes>42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en-US</dc:language>
  <cp:lastModifiedBy/>
  <cp:revision>2</cp:revision>
  <dcterms:modified xsi:type="dcterms:W3CDTF">2025-11-02T18:46:17Z</dcterms:modified>
</cp:coreProperties>
</file>